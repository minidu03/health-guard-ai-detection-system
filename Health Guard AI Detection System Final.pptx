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3.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 id="2147483719" r:id="rId3"/>
    <p:sldMasterId id="2147483746" r:id="rId4"/>
  </p:sldMasterIdLst>
  <p:notesMasterIdLst>
    <p:notesMasterId r:id="rId22"/>
  </p:notesMasterIdLst>
  <p:sldIdLst>
    <p:sldId id="273" r:id="rId5"/>
    <p:sldId id="289" r:id="rId6"/>
    <p:sldId id="275" r:id="rId7"/>
    <p:sldId id="258" r:id="rId8"/>
    <p:sldId id="290" r:id="rId9"/>
    <p:sldId id="271" r:id="rId10"/>
    <p:sldId id="291" r:id="rId11"/>
    <p:sldId id="278" r:id="rId12"/>
    <p:sldId id="272" r:id="rId13"/>
    <p:sldId id="285" r:id="rId14"/>
    <p:sldId id="292" r:id="rId15"/>
    <p:sldId id="293" r:id="rId16"/>
    <p:sldId id="263" r:id="rId17"/>
    <p:sldId id="294" r:id="rId18"/>
    <p:sldId id="295" r:id="rId19"/>
    <p:sldId id="284" r:id="rId20"/>
    <p:sldId id="2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E2944A-4E84-4C74-9485-DDFD98931B7D}" type="datetimeFigureOut">
              <a:rPr lang="en-US" smtClean="0"/>
              <a:t>9/29/2025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A3FDE2-14CC-4956-BFE7-1EE743A472F1}" type="slidenum">
              <a:rPr lang="en-US" smtClean="0"/>
              <a:t>‹#›</a:t>
            </a:fld>
            <a:endParaRPr lang="en-US" dirty="0"/>
          </a:p>
        </p:txBody>
      </p:sp>
    </p:spTree>
    <p:extLst>
      <p:ext uri="{BB962C8B-B14F-4D97-AF65-F5344CB8AC3E}">
        <p14:creationId xmlns:p14="http://schemas.microsoft.com/office/powerpoint/2010/main" val="2080002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89" name="Google Shape;10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g1e1e9db068c_0_8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374" name="Google Shape;1374;g1e1e9db068c_0_8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0"/>
        <p:cNvGrpSpPr/>
        <p:nvPr/>
      </p:nvGrpSpPr>
      <p:grpSpPr>
        <a:xfrm>
          <a:off x="0" y="0"/>
          <a:ext cx="0" cy="0"/>
          <a:chOff x="0" y="0"/>
          <a:chExt cx="0" cy="0"/>
        </a:xfrm>
      </p:grpSpPr>
      <p:sp>
        <p:nvSpPr>
          <p:cNvPr id="1841" name="Google Shape;1841;g1105afc42a3_1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1842" name="Google Shape;1842;g1105afc42a3_1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709763f328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409" name="Google Shape;409;g709763f328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6b47115854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1" name="Google Shape;651;g6b47115854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65b8c88666_2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41" name="Google Shape;1241;g65b8c88666_2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8"/>
        <p:cNvGrpSpPr/>
        <p:nvPr/>
      </p:nvGrpSpPr>
      <p:grpSpPr>
        <a:xfrm>
          <a:off x="0" y="0"/>
          <a:ext cx="0" cy="0"/>
          <a:chOff x="0" y="0"/>
          <a:chExt cx="0" cy="0"/>
        </a:xfrm>
      </p:grpSpPr>
      <p:sp>
        <p:nvSpPr>
          <p:cNvPr id="1669" name="Google Shape;1669;g23ccf2a9f7d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70" name="Google Shape;1670;g23ccf2a9f7d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6b4711585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21" name="Google Shape;1521;g6b4711585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1"/>
        <p:cNvGrpSpPr/>
        <p:nvPr/>
      </p:nvGrpSpPr>
      <p:grpSpPr>
        <a:xfrm>
          <a:off x="0" y="0"/>
          <a:ext cx="0" cy="0"/>
          <a:chOff x="0" y="0"/>
          <a:chExt cx="0" cy="0"/>
        </a:xfrm>
      </p:grpSpPr>
      <p:sp>
        <p:nvSpPr>
          <p:cNvPr id="1772" name="Google Shape;1772;g232b61d2476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73" name="Google Shape;1773;g232b61d2476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2"/>
        <p:cNvGrpSpPr/>
        <p:nvPr/>
      </p:nvGrpSpPr>
      <p:grpSpPr>
        <a:xfrm>
          <a:off x="0" y="0"/>
          <a:ext cx="0" cy="0"/>
          <a:chOff x="0" y="0"/>
          <a:chExt cx="0" cy="0"/>
        </a:xfrm>
      </p:grpSpPr>
      <p:sp>
        <p:nvSpPr>
          <p:cNvPr id="1793" name="Google Shape;1793;g65b8c88666_2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94" name="Google Shape;1794;g65b8c88666_2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g65b8c88666_2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23" name="Google Shape;1323;g65b8c88666_2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
        <p:cNvGrpSpPr/>
        <p:nvPr/>
      </p:nvGrpSpPr>
      <p:grpSpPr>
        <a:xfrm>
          <a:off x="0" y="0"/>
          <a:ext cx="0" cy="0"/>
          <a:chOff x="0" y="0"/>
          <a:chExt cx="0" cy="0"/>
        </a:xfrm>
      </p:grpSpPr>
      <p:sp>
        <p:nvSpPr>
          <p:cNvPr id="1242" name="Google Shape;1242;g23cb222d7f7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43" name="Google Shape;1243;g23cb222d7f7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40" name="Google Shape;1440;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g6aff08049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83" name="Google Shape;1183;g6aff08049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65b8c88666_2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150" name="Google Shape;2150;g65b8c88666_2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g65b8c88666_2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78" name="Google Shape;1778;g65b8c88666_2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5"/>
        <p:cNvGrpSpPr/>
        <p:nvPr/>
      </p:nvGrpSpPr>
      <p:grpSpPr>
        <a:xfrm>
          <a:off x="0" y="0"/>
          <a:ext cx="0" cy="0"/>
          <a:chOff x="0" y="0"/>
          <a:chExt cx="0" cy="0"/>
        </a:xfrm>
      </p:grpSpPr>
      <p:sp>
        <p:nvSpPr>
          <p:cNvPr id="1976" name="Google Shape;1976;g6b03dcf0f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977" name="Google Shape;1977;g6b03dcf0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 name="Google Shape;10;p2"/>
          <p:cNvGrpSpPr/>
          <p:nvPr/>
        </p:nvGrpSpPr>
        <p:grpSpPr>
          <a:xfrm>
            <a:off x="-6366" y="166871"/>
            <a:ext cx="12198367" cy="6256543"/>
            <a:chOff x="-4775" y="125152"/>
            <a:chExt cx="9148775" cy="4692407"/>
          </a:xfrm>
        </p:grpSpPr>
        <p:grpSp>
          <p:nvGrpSpPr>
            <p:cNvPr id="11" name="Google Shape;11;p2"/>
            <p:cNvGrpSpPr/>
            <p:nvPr/>
          </p:nvGrpSpPr>
          <p:grpSpPr>
            <a:xfrm>
              <a:off x="-4775" y="636650"/>
              <a:ext cx="9148775" cy="3936950"/>
              <a:chOff x="-4775" y="636650"/>
              <a:chExt cx="9148775" cy="3936950"/>
            </a:xfrm>
          </p:grpSpPr>
          <p:sp>
            <p:nvSpPr>
              <p:cNvPr id="12" name="Google Shape;12;p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 name="Google Shape;13;p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 name="Google Shape;14;p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 name="Google Shape;15;p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 name="Google Shape;16;p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 name="Google Shape;17;p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8" name="Google Shape;18;p2"/>
            <p:cNvGrpSpPr/>
            <p:nvPr/>
          </p:nvGrpSpPr>
          <p:grpSpPr>
            <a:xfrm rot="-5400000">
              <a:off x="4587067" y="895676"/>
              <a:ext cx="4692407" cy="3151360"/>
              <a:chOff x="-4775" y="1422240"/>
              <a:chExt cx="9148775" cy="3151360"/>
            </a:xfrm>
          </p:grpSpPr>
          <p:sp>
            <p:nvSpPr>
              <p:cNvPr id="19" name="Google Shape;19;p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 name="Google Shape;20;p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 name="Google Shape;21;p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 name="Google Shape;22;p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 name="Google Shape;23;p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4" name="Google Shape;24;p2"/>
            <p:cNvGrpSpPr/>
            <p:nvPr/>
          </p:nvGrpSpPr>
          <p:grpSpPr>
            <a:xfrm rot="-5400000">
              <a:off x="257322" y="502881"/>
              <a:ext cx="4692407" cy="3936950"/>
              <a:chOff x="-4775" y="636650"/>
              <a:chExt cx="9148775" cy="3936950"/>
            </a:xfrm>
          </p:grpSpPr>
          <p:sp>
            <p:nvSpPr>
              <p:cNvPr id="25" name="Google Shape;25;p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 name="Google Shape;26;p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 name="Google Shape;27;p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 name="Google Shape;28;p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 name="Google Shape;29;p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 name="Google Shape;30;p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31" name="Google Shape;31;p2"/>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 name="Google Shape;32;p2"/>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 name="Google Shape;33;p2"/>
          <p:cNvSpPr txBox="1">
            <a:spLocks noGrp="1"/>
          </p:cNvSpPr>
          <p:nvPr>
            <p:ph type="ctrTitle"/>
          </p:nvPr>
        </p:nvSpPr>
        <p:spPr>
          <a:xfrm>
            <a:off x="953467" y="1905167"/>
            <a:ext cx="6347200" cy="1812000"/>
          </a:xfrm>
          <a:prstGeom prst="rect">
            <a:avLst/>
          </a:prstGeom>
        </p:spPr>
        <p:txBody>
          <a:bodyPr spcFirstLastPara="1" wrap="square" lIns="91425" tIns="91425" rIns="91425" bIns="91425" anchor="b" anchorCtr="0">
            <a:noAutofit/>
          </a:bodyPr>
          <a:lstStyle>
            <a:lvl1pPr lvl="0" algn="l">
              <a:lnSpc>
                <a:spcPct val="90000"/>
              </a:lnSpc>
              <a:spcBef>
                <a:spcPts val="0"/>
              </a:spcBef>
              <a:spcAft>
                <a:spcPts val="0"/>
              </a:spcAft>
              <a:buClr>
                <a:srgbClr val="191919"/>
              </a:buClr>
              <a:buSzPts val="5200"/>
              <a:buNone/>
              <a:defRPr sz="4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34" name="Google Shape;34;p2"/>
          <p:cNvSpPr txBox="1">
            <a:spLocks noGrp="1"/>
          </p:cNvSpPr>
          <p:nvPr>
            <p:ph type="subTitle" idx="1"/>
          </p:nvPr>
        </p:nvSpPr>
        <p:spPr>
          <a:xfrm>
            <a:off x="1128567" y="3779833"/>
            <a:ext cx="4485600" cy="4944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atin typeface="Hind Siliguri Medium"/>
                <a:ea typeface="Hind Siliguri Medium"/>
                <a:cs typeface="Hind Siliguri Medium"/>
                <a:sym typeface="Hind Siliguri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35" name="Google Shape;35;p2"/>
          <p:cNvGrpSpPr/>
          <p:nvPr/>
        </p:nvGrpSpPr>
        <p:grpSpPr>
          <a:xfrm>
            <a:off x="11238533" y="974401"/>
            <a:ext cx="955600" cy="1285820"/>
            <a:chOff x="8428900" y="730800"/>
            <a:chExt cx="716700" cy="964365"/>
          </a:xfrm>
        </p:grpSpPr>
        <p:sp>
          <p:nvSpPr>
            <p:cNvPr id="36" name="Google Shape;36;p2"/>
            <p:cNvSpPr/>
            <p:nvPr/>
          </p:nvSpPr>
          <p:spPr>
            <a:xfrm>
              <a:off x="8428900" y="1239277"/>
              <a:ext cx="236495" cy="455888"/>
            </a:xfrm>
            <a:custGeom>
              <a:avLst/>
              <a:gdLst/>
              <a:ahLst/>
              <a:cxnLst/>
              <a:rect l="l" t="t" r="r" b="b"/>
              <a:pathLst>
                <a:path w="5144" h="9916" extrusionOk="0">
                  <a:moveTo>
                    <a:pt x="765" y="1"/>
                  </a:moveTo>
                  <a:cubicBezTo>
                    <a:pt x="333" y="1"/>
                    <a:pt x="0" y="335"/>
                    <a:pt x="0" y="747"/>
                  </a:cubicBezTo>
                  <a:lnTo>
                    <a:pt x="0" y="9149"/>
                  </a:lnTo>
                  <a:cubicBezTo>
                    <a:pt x="0" y="9562"/>
                    <a:pt x="333" y="9916"/>
                    <a:pt x="765" y="9916"/>
                  </a:cubicBezTo>
                  <a:lnTo>
                    <a:pt x="4398" y="9916"/>
                  </a:lnTo>
                  <a:cubicBezTo>
                    <a:pt x="4809" y="9916"/>
                    <a:pt x="5144" y="9562"/>
                    <a:pt x="5144" y="9149"/>
                  </a:cubicBezTo>
                  <a:lnTo>
                    <a:pt x="5144" y="747"/>
                  </a:lnTo>
                  <a:cubicBezTo>
                    <a:pt x="5144" y="335"/>
                    <a:pt x="4809" y="1"/>
                    <a:pt x="43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 name="Google Shape;37;p2"/>
            <p:cNvSpPr/>
            <p:nvPr/>
          </p:nvSpPr>
          <p:spPr>
            <a:xfrm>
              <a:off x="8453223" y="1265485"/>
              <a:ext cx="187762" cy="402603"/>
            </a:xfrm>
            <a:custGeom>
              <a:avLst/>
              <a:gdLst/>
              <a:ahLst/>
              <a:cxnLst/>
              <a:rect l="l" t="t" r="r" b="b"/>
              <a:pathLst>
                <a:path w="4084" h="8757" extrusionOk="0">
                  <a:moveTo>
                    <a:pt x="0" y="1"/>
                  </a:moveTo>
                  <a:lnTo>
                    <a:pt x="0" y="8757"/>
                  </a:lnTo>
                  <a:lnTo>
                    <a:pt x="4084" y="8757"/>
                  </a:lnTo>
                  <a:lnTo>
                    <a:pt x="40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 name="Google Shape;38;p2"/>
            <p:cNvSpPr/>
            <p:nvPr/>
          </p:nvSpPr>
          <p:spPr>
            <a:xfrm>
              <a:off x="8497499" y="1516437"/>
              <a:ext cx="99306" cy="98386"/>
            </a:xfrm>
            <a:custGeom>
              <a:avLst/>
              <a:gdLst/>
              <a:ahLst/>
              <a:cxnLst/>
              <a:rect l="l" t="t" r="r" b="b"/>
              <a:pathLst>
                <a:path w="2160" h="2140" extrusionOk="0">
                  <a:moveTo>
                    <a:pt x="1079" y="0"/>
                  </a:moveTo>
                  <a:cubicBezTo>
                    <a:pt x="490" y="0"/>
                    <a:pt x="0" y="472"/>
                    <a:pt x="0" y="1061"/>
                  </a:cubicBezTo>
                  <a:cubicBezTo>
                    <a:pt x="0" y="1668"/>
                    <a:pt x="490" y="2140"/>
                    <a:pt x="1079" y="2140"/>
                  </a:cubicBezTo>
                  <a:cubicBezTo>
                    <a:pt x="1668" y="2140"/>
                    <a:pt x="2160" y="1668"/>
                    <a:pt x="2160" y="1061"/>
                  </a:cubicBezTo>
                  <a:cubicBezTo>
                    <a:pt x="2160" y="472"/>
                    <a:pt x="1668" y="0"/>
                    <a:pt x="1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 name="Google Shape;39;p2"/>
            <p:cNvSpPr/>
            <p:nvPr/>
          </p:nvSpPr>
          <p:spPr>
            <a:xfrm>
              <a:off x="8497499" y="1330499"/>
              <a:ext cx="99306" cy="98386"/>
            </a:xfrm>
            <a:custGeom>
              <a:avLst/>
              <a:gdLst/>
              <a:ahLst/>
              <a:cxnLst/>
              <a:rect l="l" t="t" r="r" b="b"/>
              <a:pathLst>
                <a:path w="2160" h="2140" extrusionOk="0">
                  <a:moveTo>
                    <a:pt x="1079" y="0"/>
                  </a:moveTo>
                  <a:cubicBezTo>
                    <a:pt x="490" y="0"/>
                    <a:pt x="0" y="490"/>
                    <a:pt x="0" y="1079"/>
                  </a:cubicBezTo>
                  <a:cubicBezTo>
                    <a:pt x="0" y="1668"/>
                    <a:pt x="490" y="2139"/>
                    <a:pt x="1079" y="2139"/>
                  </a:cubicBezTo>
                  <a:cubicBezTo>
                    <a:pt x="1668" y="2139"/>
                    <a:pt x="2160" y="1668"/>
                    <a:pt x="2160" y="1079"/>
                  </a:cubicBezTo>
                  <a:cubicBezTo>
                    <a:pt x="2160" y="490"/>
                    <a:pt x="1668" y="0"/>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0" name="Google Shape;40;p2"/>
            <p:cNvGrpSpPr/>
            <p:nvPr/>
          </p:nvGrpSpPr>
          <p:grpSpPr>
            <a:xfrm>
              <a:off x="8534500" y="730800"/>
              <a:ext cx="611100" cy="512150"/>
              <a:chOff x="8534500" y="730800"/>
              <a:chExt cx="611100" cy="512150"/>
            </a:xfrm>
          </p:grpSpPr>
          <p:sp>
            <p:nvSpPr>
              <p:cNvPr id="41" name="Google Shape;41;p2"/>
              <p:cNvSpPr/>
              <p:nvPr/>
            </p:nvSpPr>
            <p:spPr>
              <a:xfrm>
                <a:off x="8534500" y="743450"/>
                <a:ext cx="25200" cy="49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 name="Google Shape;42;p2"/>
              <p:cNvSpPr/>
              <p:nvPr/>
            </p:nvSpPr>
            <p:spPr>
              <a:xfrm rot="5400000">
                <a:off x="8827450" y="437850"/>
                <a:ext cx="25200" cy="611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Tree>
    <p:extLst>
      <p:ext uri="{BB962C8B-B14F-4D97-AF65-F5344CB8AC3E}">
        <p14:creationId xmlns:p14="http://schemas.microsoft.com/office/powerpoint/2010/main" val="2953678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3"/>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5" name="Google Shape;45;p3"/>
          <p:cNvGrpSpPr/>
          <p:nvPr/>
        </p:nvGrpSpPr>
        <p:grpSpPr>
          <a:xfrm>
            <a:off x="-6366" y="166871"/>
            <a:ext cx="12198367" cy="6256543"/>
            <a:chOff x="-4775" y="125152"/>
            <a:chExt cx="9148775" cy="4692407"/>
          </a:xfrm>
        </p:grpSpPr>
        <p:grpSp>
          <p:nvGrpSpPr>
            <p:cNvPr id="46" name="Google Shape;46;p3"/>
            <p:cNvGrpSpPr/>
            <p:nvPr/>
          </p:nvGrpSpPr>
          <p:grpSpPr>
            <a:xfrm>
              <a:off x="-4775" y="636650"/>
              <a:ext cx="9148775" cy="3936950"/>
              <a:chOff x="-4775" y="636650"/>
              <a:chExt cx="9148775" cy="3936950"/>
            </a:xfrm>
          </p:grpSpPr>
          <p:sp>
            <p:nvSpPr>
              <p:cNvPr id="47" name="Google Shape;47;p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 name="Google Shape;48;p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 name="Google Shape;49;p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 name="Google Shape;50;p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 name="Google Shape;51;p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 name="Google Shape;52;p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3" name="Google Shape;53;p3"/>
            <p:cNvGrpSpPr/>
            <p:nvPr/>
          </p:nvGrpSpPr>
          <p:grpSpPr>
            <a:xfrm rot="-5400000">
              <a:off x="4587067" y="895676"/>
              <a:ext cx="4692407" cy="3151360"/>
              <a:chOff x="-4775" y="1422240"/>
              <a:chExt cx="9148775" cy="3151360"/>
            </a:xfrm>
          </p:grpSpPr>
          <p:sp>
            <p:nvSpPr>
              <p:cNvPr id="54" name="Google Shape;54;p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 name="Google Shape;55;p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 name="Google Shape;56;p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 name="Google Shape;57;p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 name="Google Shape;58;p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9" name="Google Shape;59;p3"/>
            <p:cNvGrpSpPr/>
            <p:nvPr/>
          </p:nvGrpSpPr>
          <p:grpSpPr>
            <a:xfrm rot="-5400000">
              <a:off x="257322" y="502881"/>
              <a:ext cx="4692407" cy="3936950"/>
              <a:chOff x="-4775" y="636650"/>
              <a:chExt cx="9148775" cy="3936950"/>
            </a:xfrm>
          </p:grpSpPr>
          <p:sp>
            <p:nvSpPr>
              <p:cNvPr id="60" name="Google Shape;60;p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 name="Google Shape;61;p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 name="Google Shape;62;p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 name="Google Shape;63;p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 name="Google Shape;64;p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5" name="Google Shape;65;p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66" name="Google Shape;66;p3"/>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 name="Google Shape;67;p3"/>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 name="Google Shape;68;p3"/>
          <p:cNvSpPr txBox="1">
            <a:spLocks noGrp="1"/>
          </p:cNvSpPr>
          <p:nvPr>
            <p:ph type="title"/>
          </p:nvPr>
        </p:nvSpPr>
        <p:spPr>
          <a:xfrm>
            <a:off x="6086333" y="3210767"/>
            <a:ext cx="5152400" cy="1771600"/>
          </a:xfrm>
          <a:prstGeom prst="rect">
            <a:avLst/>
          </a:prstGeom>
        </p:spPr>
        <p:txBody>
          <a:bodyPr spcFirstLastPara="1" wrap="square" lIns="91425" tIns="91425" rIns="91425" bIns="91425" anchor="t" anchorCtr="0">
            <a:noAutofit/>
          </a:bodyPr>
          <a:lstStyle>
            <a:lvl1pPr lvl="0" algn="l" rtl="0">
              <a:lnSpc>
                <a:spcPct val="80000"/>
              </a:lnSpc>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9" name="Google Shape;69;p3"/>
          <p:cNvSpPr txBox="1">
            <a:spLocks noGrp="1"/>
          </p:cNvSpPr>
          <p:nvPr>
            <p:ph type="title" idx="2" hasCustomPrompt="1"/>
          </p:nvPr>
        </p:nvSpPr>
        <p:spPr>
          <a:xfrm>
            <a:off x="6086333" y="1886533"/>
            <a:ext cx="1456000" cy="107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extLst>
      <p:ext uri="{BB962C8B-B14F-4D97-AF65-F5344CB8AC3E}">
        <p14:creationId xmlns:p14="http://schemas.microsoft.com/office/powerpoint/2010/main" val="367883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70"/>
        <p:cNvGrpSpPr/>
        <p:nvPr/>
      </p:nvGrpSpPr>
      <p:grpSpPr>
        <a:xfrm>
          <a:off x="0" y="0"/>
          <a:ext cx="0" cy="0"/>
          <a:chOff x="0" y="0"/>
          <a:chExt cx="0" cy="0"/>
        </a:xfrm>
      </p:grpSpPr>
      <p:sp>
        <p:nvSpPr>
          <p:cNvPr id="71" name="Google Shape;71;p4"/>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2" name="Google Shape;72;p4"/>
          <p:cNvGrpSpPr/>
          <p:nvPr/>
        </p:nvGrpSpPr>
        <p:grpSpPr>
          <a:xfrm>
            <a:off x="-6366" y="166871"/>
            <a:ext cx="12198367" cy="6256543"/>
            <a:chOff x="-4775" y="125152"/>
            <a:chExt cx="9148775" cy="4692407"/>
          </a:xfrm>
        </p:grpSpPr>
        <p:grpSp>
          <p:nvGrpSpPr>
            <p:cNvPr id="73" name="Google Shape;73;p4"/>
            <p:cNvGrpSpPr/>
            <p:nvPr/>
          </p:nvGrpSpPr>
          <p:grpSpPr>
            <a:xfrm>
              <a:off x="-4775" y="636650"/>
              <a:ext cx="9148775" cy="3936950"/>
              <a:chOff x="-4775" y="636650"/>
              <a:chExt cx="9148775" cy="3936950"/>
            </a:xfrm>
          </p:grpSpPr>
          <p:sp>
            <p:nvSpPr>
              <p:cNvPr id="74" name="Google Shape;74;p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 name="Google Shape;75;p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 name="Google Shape;76;p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 name="Google Shape;77;p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 name="Google Shape;78;p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 name="Google Shape;79;p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0" name="Google Shape;80;p4"/>
            <p:cNvGrpSpPr/>
            <p:nvPr/>
          </p:nvGrpSpPr>
          <p:grpSpPr>
            <a:xfrm rot="-5400000">
              <a:off x="4587067" y="895676"/>
              <a:ext cx="4692407" cy="3151360"/>
              <a:chOff x="-4775" y="1422240"/>
              <a:chExt cx="9148775" cy="3151360"/>
            </a:xfrm>
          </p:grpSpPr>
          <p:sp>
            <p:nvSpPr>
              <p:cNvPr id="81" name="Google Shape;81;p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 name="Google Shape;82;p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 name="Google Shape;83;p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4" name="Google Shape;84;p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 name="Google Shape;85;p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6" name="Google Shape;86;p4"/>
            <p:cNvGrpSpPr/>
            <p:nvPr/>
          </p:nvGrpSpPr>
          <p:grpSpPr>
            <a:xfrm rot="-5400000">
              <a:off x="257322" y="502881"/>
              <a:ext cx="4692407" cy="3936950"/>
              <a:chOff x="-4775" y="636650"/>
              <a:chExt cx="9148775" cy="3936950"/>
            </a:xfrm>
          </p:grpSpPr>
          <p:sp>
            <p:nvSpPr>
              <p:cNvPr id="87" name="Google Shape;87;p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 name="Google Shape;88;p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 name="Google Shape;89;p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 name="Google Shape;90;p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 name="Google Shape;91;p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 name="Google Shape;92;p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93" name="Google Shape;93;p4"/>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 name="Google Shape;94;p4"/>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 name="Google Shape;95;p4"/>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6" name="Google Shape;96;p4"/>
          <p:cNvSpPr txBox="1">
            <a:spLocks noGrp="1"/>
          </p:cNvSpPr>
          <p:nvPr>
            <p:ph type="body" idx="1"/>
          </p:nvPr>
        </p:nvSpPr>
        <p:spPr>
          <a:xfrm>
            <a:off x="960000" y="1536633"/>
            <a:ext cx="10272000" cy="4712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04800" algn="ctr" rtl="0">
              <a:lnSpc>
                <a:spcPct val="115000"/>
              </a:lnSpc>
              <a:spcBef>
                <a:spcPts val="0"/>
              </a:spcBef>
              <a:spcAft>
                <a:spcPts val="0"/>
              </a:spcAft>
              <a:buSzPts val="1200"/>
              <a:buChar char="○"/>
              <a:defRPr/>
            </a:lvl2pPr>
            <a:lvl3pPr marL="1371600" lvl="2" indent="-304800" algn="ctr" rtl="0">
              <a:lnSpc>
                <a:spcPct val="115000"/>
              </a:lnSpc>
              <a:spcBef>
                <a:spcPts val="0"/>
              </a:spcBef>
              <a:spcAft>
                <a:spcPts val="0"/>
              </a:spcAft>
              <a:buSzPts val="1200"/>
              <a:buChar char="■"/>
              <a:defRPr/>
            </a:lvl3pPr>
            <a:lvl4pPr marL="1828800" lvl="3" indent="-304800" algn="ctr" rtl="0">
              <a:lnSpc>
                <a:spcPct val="115000"/>
              </a:lnSpc>
              <a:spcBef>
                <a:spcPts val="0"/>
              </a:spcBef>
              <a:spcAft>
                <a:spcPts val="0"/>
              </a:spcAft>
              <a:buSzPts val="1200"/>
              <a:buChar char="●"/>
              <a:defRPr/>
            </a:lvl4pPr>
            <a:lvl5pPr marL="2286000" lvl="4" indent="-304800" algn="ctr" rtl="0">
              <a:lnSpc>
                <a:spcPct val="115000"/>
              </a:lnSpc>
              <a:spcBef>
                <a:spcPts val="0"/>
              </a:spcBef>
              <a:spcAft>
                <a:spcPts val="0"/>
              </a:spcAft>
              <a:buSzPts val="1200"/>
              <a:buChar char="○"/>
              <a:defRPr/>
            </a:lvl5pPr>
            <a:lvl6pPr marL="2743200" lvl="5" indent="-304800" algn="ctr" rtl="0">
              <a:lnSpc>
                <a:spcPct val="115000"/>
              </a:lnSpc>
              <a:spcBef>
                <a:spcPts val="0"/>
              </a:spcBef>
              <a:spcAft>
                <a:spcPts val="0"/>
              </a:spcAft>
              <a:buSzPts val="1200"/>
              <a:buChar char="■"/>
              <a:defRPr/>
            </a:lvl6pPr>
            <a:lvl7pPr marL="3200400" lvl="6" indent="-304800" algn="ctr" rtl="0">
              <a:lnSpc>
                <a:spcPct val="115000"/>
              </a:lnSpc>
              <a:spcBef>
                <a:spcPts val="0"/>
              </a:spcBef>
              <a:spcAft>
                <a:spcPts val="0"/>
              </a:spcAft>
              <a:buSzPts val="1200"/>
              <a:buChar char="●"/>
              <a:defRPr/>
            </a:lvl7pPr>
            <a:lvl8pPr marL="3657600" lvl="7" indent="-304800" algn="ctr" rtl="0">
              <a:lnSpc>
                <a:spcPct val="115000"/>
              </a:lnSpc>
              <a:spcBef>
                <a:spcPts val="0"/>
              </a:spcBef>
              <a:spcAft>
                <a:spcPts val="0"/>
              </a:spcAft>
              <a:buSzPts val="1200"/>
              <a:buChar char="○"/>
              <a:defRPr/>
            </a:lvl8pPr>
            <a:lvl9pPr marL="4114800" lvl="8" indent="-304800" algn="ctr" rtl="0">
              <a:lnSpc>
                <a:spcPct val="115000"/>
              </a:lnSpc>
              <a:spcBef>
                <a:spcPts val="0"/>
              </a:spcBef>
              <a:spcAft>
                <a:spcPts val="0"/>
              </a:spcAft>
              <a:buSzPts val="1200"/>
              <a:buChar char="■"/>
              <a:defRPr/>
            </a:lvl9pPr>
          </a:lstStyle>
          <a:p>
            <a:endParaRPr/>
          </a:p>
        </p:txBody>
      </p:sp>
      <p:grpSp>
        <p:nvGrpSpPr>
          <p:cNvPr id="97" name="Google Shape;97;p4"/>
          <p:cNvGrpSpPr/>
          <p:nvPr/>
        </p:nvGrpSpPr>
        <p:grpSpPr>
          <a:xfrm>
            <a:off x="10512604" y="-67165"/>
            <a:ext cx="1614805" cy="1356909"/>
            <a:chOff x="7884425" y="-50375"/>
            <a:chExt cx="1211104" cy="969406"/>
          </a:xfrm>
        </p:grpSpPr>
        <p:sp>
          <p:nvSpPr>
            <p:cNvPr id="98" name="Google Shape;98;p4"/>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 name="Google Shape;99;p4"/>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 name="Google Shape;100;p4"/>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 name="Google Shape;101;p4"/>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 name="Google Shape;102;p4"/>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 name="Google Shape;103;p4"/>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 name="Google Shape;104;p4"/>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 name="Google Shape;105;p4"/>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 name="Google Shape;106;p4"/>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 name="Google Shape;107;p4"/>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8" name="Google Shape;108;p4"/>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9" name="Google Shape;109;p4"/>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0" name="Google Shape;110;p4"/>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1" name="Google Shape;111;p4"/>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2" name="Google Shape;112;p4"/>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3" name="Google Shape;113;p4"/>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4" name="Google Shape;114;p4"/>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15" name="Google Shape;115;p4"/>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1874006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16"/>
        <p:cNvGrpSpPr/>
        <p:nvPr/>
      </p:nvGrpSpPr>
      <p:grpSpPr>
        <a:xfrm>
          <a:off x="0" y="0"/>
          <a:ext cx="0" cy="0"/>
          <a:chOff x="0" y="0"/>
          <a:chExt cx="0" cy="0"/>
        </a:xfrm>
      </p:grpSpPr>
      <p:sp>
        <p:nvSpPr>
          <p:cNvPr id="117" name="Google Shape;117;p5"/>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18" name="Google Shape;118;p5"/>
          <p:cNvGrpSpPr/>
          <p:nvPr/>
        </p:nvGrpSpPr>
        <p:grpSpPr>
          <a:xfrm>
            <a:off x="-6366" y="166871"/>
            <a:ext cx="12198367" cy="6256543"/>
            <a:chOff x="-4775" y="125152"/>
            <a:chExt cx="9148775" cy="4692407"/>
          </a:xfrm>
        </p:grpSpPr>
        <p:grpSp>
          <p:nvGrpSpPr>
            <p:cNvPr id="119" name="Google Shape;119;p5"/>
            <p:cNvGrpSpPr/>
            <p:nvPr/>
          </p:nvGrpSpPr>
          <p:grpSpPr>
            <a:xfrm>
              <a:off x="-4775" y="636650"/>
              <a:ext cx="9148775" cy="3936950"/>
              <a:chOff x="-4775" y="636650"/>
              <a:chExt cx="9148775" cy="3936950"/>
            </a:xfrm>
          </p:grpSpPr>
          <p:sp>
            <p:nvSpPr>
              <p:cNvPr id="120" name="Google Shape;120;p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1" name="Google Shape;121;p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2" name="Google Shape;122;p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3" name="Google Shape;123;p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4" name="Google Shape;124;p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5" name="Google Shape;125;p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26" name="Google Shape;126;p5"/>
            <p:cNvGrpSpPr/>
            <p:nvPr/>
          </p:nvGrpSpPr>
          <p:grpSpPr>
            <a:xfrm rot="-5400000">
              <a:off x="4587067" y="895676"/>
              <a:ext cx="4692407" cy="3151360"/>
              <a:chOff x="-4775" y="1422240"/>
              <a:chExt cx="9148775" cy="3151360"/>
            </a:xfrm>
          </p:grpSpPr>
          <p:sp>
            <p:nvSpPr>
              <p:cNvPr id="127" name="Google Shape;127;p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8" name="Google Shape;128;p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29" name="Google Shape;129;p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0" name="Google Shape;130;p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1" name="Google Shape;131;p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32" name="Google Shape;132;p5"/>
            <p:cNvGrpSpPr/>
            <p:nvPr/>
          </p:nvGrpSpPr>
          <p:grpSpPr>
            <a:xfrm rot="-5400000">
              <a:off x="257322" y="502881"/>
              <a:ext cx="4692407" cy="3936950"/>
              <a:chOff x="-4775" y="636650"/>
              <a:chExt cx="9148775" cy="3936950"/>
            </a:xfrm>
          </p:grpSpPr>
          <p:sp>
            <p:nvSpPr>
              <p:cNvPr id="133" name="Google Shape;133;p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4" name="Google Shape;134;p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5" name="Google Shape;135;p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6" name="Google Shape;136;p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7" name="Google Shape;137;p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38" name="Google Shape;138;p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139" name="Google Shape;139;p5"/>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0" name="Google Shape;140;p5"/>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41" name="Google Shape;141;p5"/>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2" name="Google Shape;142;p5"/>
          <p:cNvSpPr txBox="1">
            <a:spLocks noGrp="1"/>
          </p:cNvSpPr>
          <p:nvPr>
            <p:ph type="subTitle" idx="1"/>
          </p:nvPr>
        </p:nvSpPr>
        <p:spPr>
          <a:xfrm>
            <a:off x="5568937" y="3509428"/>
            <a:ext cx="3426400" cy="19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3" name="Google Shape;143;p5"/>
          <p:cNvSpPr txBox="1">
            <a:spLocks noGrp="1"/>
          </p:cNvSpPr>
          <p:nvPr>
            <p:ph type="subTitle" idx="2"/>
          </p:nvPr>
        </p:nvSpPr>
        <p:spPr>
          <a:xfrm>
            <a:off x="1554467" y="3509428"/>
            <a:ext cx="3426400" cy="19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5"/>
          <p:cNvSpPr txBox="1">
            <a:spLocks noGrp="1"/>
          </p:cNvSpPr>
          <p:nvPr>
            <p:ph type="subTitle" idx="3"/>
          </p:nvPr>
        </p:nvSpPr>
        <p:spPr>
          <a:xfrm>
            <a:off x="1554467" y="3062233"/>
            <a:ext cx="3426400" cy="55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5" name="Google Shape;145;p5"/>
          <p:cNvSpPr txBox="1">
            <a:spLocks noGrp="1"/>
          </p:cNvSpPr>
          <p:nvPr>
            <p:ph type="subTitle" idx="4"/>
          </p:nvPr>
        </p:nvSpPr>
        <p:spPr>
          <a:xfrm>
            <a:off x="5568841" y="3062233"/>
            <a:ext cx="3426400" cy="55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57882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46"/>
        <p:cNvGrpSpPr/>
        <p:nvPr/>
      </p:nvGrpSpPr>
      <p:grpSpPr>
        <a:xfrm>
          <a:off x="0" y="0"/>
          <a:ext cx="0" cy="0"/>
          <a:chOff x="0" y="0"/>
          <a:chExt cx="0" cy="0"/>
        </a:xfrm>
      </p:grpSpPr>
      <p:sp>
        <p:nvSpPr>
          <p:cNvPr id="147" name="Google Shape;147;p6"/>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48" name="Google Shape;148;p6"/>
          <p:cNvGrpSpPr/>
          <p:nvPr/>
        </p:nvGrpSpPr>
        <p:grpSpPr>
          <a:xfrm>
            <a:off x="-6366" y="166871"/>
            <a:ext cx="12198367" cy="6256543"/>
            <a:chOff x="-4775" y="125152"/>
            <a:chExt cx="9148775" cy="4692407"/>
          </a:xfrm>
        </p:grpSpPr>
        <p:grpSp>
          <p:nvGrpSpPr>
            <p:cNvPr id="149" name="Google Shape;149;p6"/>
            <p:cNvGrpSpPr/>
            <p:nvPr/>
          </p:nvGrpSpPr>
          <p:grpSpPr>
            <a:xfrm>
              <a:off x="-4775" y="636650"/>
              <a:ext cx="9148775" cy="3936950"/>
              <a:chOff x="-4775" y="636650"/>
              <a:chExt cx="9148775" cy="3936950"/>
            </a:xfrm>
          </p:grpSpPr>
          <p:sp>
            <p:nvSpPr>
              <p:cNvPr id="150" name="Google Shape;150;p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1" name="Google Shape;151;p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2" name="Google Shape;152;p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3" name="Google Shape;153;p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4" name="Google Shape;154;p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5" name="Google Shape;155;p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56" name="Google Shape;156;p6"/>
            <p:cNvGrpSpPr/>
            <p:nvPr/>
          </p:nvGrpSpPr>
          <p:grpSpPr>
            <a:xfrm rot="-5400000">
              <a:off x="4587067" y="895676"/>
              <a:ext cx="4692407" cy="3151360"/>
              <a:chOff x="-4775" y="1422240"/>
              <a:chExt cx="9148775" cy="3151360"/>
            </a:xfrm>
          </p:grpSpPr>
          <p:sp>
            <p:nvSpPr>
              <p:cNvPr id="157" name="Google Shape;157;p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8" name="Google Shape;158;p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59" name="Google Shape;159;p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0" name="Google Shape;160;p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1" name="Google Shape;161;p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62" name="Google Shape;162;p6"/>
            <p:cNvGrpSpPr/>
            <p:nvPr/>
          </p:nvGrpSpPr>
          <p:grpSpPr>
            <a:xfrm rot="-5400000">
              <a:off x="257322" y="502881"/>
              <a:ext cx="4692407" cy="3936950"/>
              <a:chOff x="-4775" y="636650"/>
              <a:chExt cx="9148775" cy="3936950"/>
            </a:xfrm>
          </p:grpSpPr>
          <p:sp>
            <p:nvSpPr>
              <p:cNvPr id="163" name="Google Shape;163;p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4" name="Google Shape;164;p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5" name="Google Shape;165;p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6" name="Google Shape;166;p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7" name="Google Shape;167;p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68" name="Google Shape;168;p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169" name="Google Shape;169;p6"/>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0" name="Google Shape;170;p6"/>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1" name="Google Shape;171;p6"/>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172" name="Google Shape;172;p6"/>
          <p:cNvGrpSpPr/>
          <p:nvPr/>
        </p:nvGrpSpPr>
        <p:grpSpPr>
          <a:xfrm rot="-915565">
            <a:off x="11164898" y="-1445"/>
            <a:ext cx="782233" cy="1429583"/>
            <a:chOff x="6663647" y="-670530"/>
            <a:chExt cx="1253302" cy="2349448"/>
          </a:xfrm>
        </p:grpSpPr>
        <p:sp>
          <p:nvSpPr>
            <p:cNvPr id="173" name="Google Shape;173;p6"/>
            <p:cNvSpPr/>
            <p:nvPr/>
          </p:nvSpPr>
          <p:spPr>
            <a:xfrm>
              <a:off x="7792531" y="-670530"/>
              <a:ext cx="37500" cy="87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4" name="Google Shape;174;p6"/>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5" name="Google Shape;175;p6"/>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6" name="Google Shape;176;p6"/>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7" name="Google Shape;177;p6"/>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8" name="Google Shape;178;p6"/>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79" name="Google Shape;179;p6"/>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0" name="Google Shape;180;p6"/>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1" name="Google Shape;181;p6"/>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2" name="Google Shape;182;p6"/>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3" name="Google Shape;183;p6"/>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4" name="Google Shape;184;p6"/>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5" name="Google Shape;185;p6"/>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6" name="Google Shape;186;p6"/>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7" name="Google Shape;187;p6"/>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8" name="Google Shape;188;p6"/>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89" name="Google Shape;189;p6"/>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0" name="Google Shape;190;p6"/>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2659081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91"/>
        <p:cNvGrpSpPr/>
        <p:nvPr/>
      </p:nvGrpSpPr>
      <p:grpSpPr>
        <a:xfrm>
          <a:off x="0" y="0"/>
          <a:ext cx="0" cy="0"/>
          <a:chOff x="0" y="0"/>
          <a:chExt cx="0" cy="0"/>
        </a:xfrm>
      </p:grpSpPr>
      <p:sp>
        <p:nvSpPr>
          <p:cNvPr id="192" name="Google Shape;192;p7"/>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93" name="Google Shape;193;p7"/>
          <p:cNvGrpSpPr/>
          <p:nvPr/>
        </p:nvGrpSpPr>
        <p:grpSpPr>
          <a:xfrm>
            <a:off x="-6366" y="166871"/>
            <a:ext cx="12198367" cy="6256543"/>
            <a:chOff x="-4775" y="125152"/>
            <a:chExt cx="9148775" cy="4692407"/>
          </a:xfrm>
        </p:grpSpPr>
        <p:grpSp>
          <p:nvGrpSpPr>
            <p:cNvPr id="194" name="Google Shape;194;p7"/>
            <p:cNvGrpSpPr/>
            <p:nvPr/>
          </p:nvGrpSpPr>
          <p:grpSpPr>
            <a:xfrm>
              <a:off x="-4775" y="636650"/>
              <a:ext cx="9148775" cy="3936950"/>
              <a:chOff x="-4775" y="636650"/>
              <a:chExt cx="9148775" cy="3936950"/>
            </a:xfrm>
          </p:grpSpPr>
          <p:sp>
            <p:nvSpPr>
              <p:cNvPr id="195" name="Google Shape;195;p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6" name="Google Shape;196;p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7" name="Google Shape;197;p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8" name="Google Shape;198;p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99" name="Google Shape;199;p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0" name="Google Shape;200;p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01" name="Google Shape;201;p7"/>
            <p:cNvGrpSpPr/>
            <p:nvPr/>
          </p:nvGrpSpPr>
          <p:grpSpPr>
            <a:xfrm rot="-5400000">
              <a:off x="4587067" y="895676"/>
              <a:ext cx="4692407" cy="3151360"/>
              <a:chOff x="-4775" y="1422240"/>
              <a:chExt cx="9148775" cy="3151360"/>
            </a:xfrm>
          </p:grpSpPr>
          <p:sp>
            <p:nvSpPr>
              <p:cNvPr id="202" name="Google Shape;202;p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3" name="Google Shape;203;p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4" name="Google Shape;204;p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5" name="Google Shape;205;p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6" name="Google Shape;206;p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07" name="Google Shape;207;p7"/>
            <p:cNvGrpSpPr/>
            <p:nvPr/>
          </p:nvGrpSpPr>
          <p:grpSpPr>
            <a:xfrm rot="-5400000">
              <a:off x="257322" y="502881"/>
              <a:ext cx="4692407" cy="3936950"/>
              <a:chOff x="-4775" y="636650"/>
              <a:chExt cx="9148775" cy="3936950"/>
            </a:xfrm>
          </p:grpSpPr>
          <p:sp>
            <p:nvSpPr>
              <p:cNvPr id="208" name="Google Shape;208;p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09" name="Google Shape;209;p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0" name="Google Shape;210;p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1" name="Google Shape;211;p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2" name="Google Shape;212;p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3" name="Google Shape;213;p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214" name="Google Shape;214;p7"/>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5" name="Google Shape;215;p7"/>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16" name="Google Shape;216;p7"/>
          <p:cNvSpPr txBox="1">
            <a:spLocks noGrp="1"/>
          </p:cNvSpPr>
          <p:nvPr>
            <p:ph type="title"/>
          </p:nvPr>
        </p:nvSpPr>
        <p:spPr>
          <a:xfrm>
            <a:off x="6116967" y="1628967"/>
            <a:ext cx="49812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17" name="Google Shape;217;p7"/>
          <p:cNvSpPr txBox="1">
            <a:spLocks noGrp="1"/>
          </p:cNvSpPr>
          <p:nvPr>
            <p:ph type="body" idx="1"/>
          </p:nvPr>
        </p:nvSpPr>
        <p:spPr>
          <a:xfrm>
            <a:off x="6116967" y="2625333"/>
            <a:ext cx="4981200" cy="2276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218" name="Google Shape;218;p7"/>
          <p:cNvSpPr>
            <a:spLocks noGrp="1"/>
          </p:cNvSpPr>
          <p:nvPr>
            <p:ph type="pic" idx="2"/>
          </p:nvPr>
        </p:nvSpPr>
        <p:spPr>
          <a:xfrm>
            <a:off x="1070033" y="1180000"/>
            <a:ext cx="4293200" cy="4498000"/>
          </a:xfrm>
          <a:prstGeom prst="roundRect">
            <a:avLst>
              <a:gd name="adj" fmla="val 16667"/>
            </a:avLst>
          </a:prstGeom>
          <a:noFill/>
          <a:ln>
            <a:noFill/>
          </a:ln>
        </p:spPr>
        <p:txBody>
          <a:bodyPr/>
          <a:lstStyle/>
          <a:p>
            <a:endParaRPr lang="en-US"/>
          </a:p>
        </p:txBody>
      </p:sp>
      <p:grpSp>
        <p:nvGrpSpPr>
          <p:cNvPr id="219" name="Google Shape;219;p7"/>
          <p:cNvGrpSpPr/>
          <p:nvPr/>
        </p:nvGrpSpPr>
        <p:grpSpPr>
          <a:xfrm flipH="1">
            <a:off x="521671" y="-252265"/>
            <a:ext cx="1614805" cy="1356909"/>
            <a:chOff x="7884425" y="-50375"/>
            <a:chExt cx="1211104" cy="969406"/>
          </a:xfrm>
        </p:grpSpPr>
        <p:sp>
          <p:nvSpPr>
            <p:cNvPr id="220" name="Google Shape;220;p7"/>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1" name="Google Shape;221;p7"/>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2" name="Google Shape;222;p7"/>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3" name="Google Shape;223;p7"/>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4" name="Google Shape;224;p7"/>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5" name="Google Shape;225;p7"/>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6" name="Google Shape;226;p7"/>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7" name="Google Shape;227;p7"/>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8" name="Google Shape;228;p7"/>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29" name="Google Shape;229;p7"/>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0" name="Google Shape;230;p7"/>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1" name="Google Shape;231;p7"/>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2" name="Google Shape;232;p7"/>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3" name="Google Shape;233;p7"/>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4" name="Google Shape;234;p7"/>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5" name="Google Shape;235;p7"/>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6" name="Google Shape;236;p7"/>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37" name="Google Shape;237;p7"/>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38" name="Google Shape;238;p7"/>
          <p:cNvGrpSpPr/>
          <p:nvPr/>
        </p:nvGrpSpPr>
        <p:grpSpPr>
          <a:xfrm>
            <a:off x="11098170" y="363827"/>
            <a:ext cx="816159" cy="816159"/>
            <a:chOff x="715100" y="535000"/>
            <a:chExt cx="512835" cy="512835"/>
          </a:xfrm>
        </p:grpSpPr>
        <p:sp>
          <p:nvSpPr>
            <p:cNvPr id="239" name="Google Shape;239;p7"/>
            <p:cNvSpPr/>
            <p:nvPr/>
          </p:nvSpPr>
          <p:spPr>
            <a:xfrm>
              <a:off x="715100" y="535000"/>
              <a:ext cx="512835" cy="512835"/>
            </a:xfrm>
            <a:custGeom>
              <a:avLst/>
              <a:gdLst/>
              <a:ahLst/>
              <a:cxnLst/>
              <a:rect l="l" t="t" r="r" b="b"/>
              <a:pathLst>
                <a:path w="24620" h="24620" extrusionOk="0">
                  <a:moveTo>
                    <a:pt x="12309" y="1"/>
                  </a:moveTo>
                  <a:cubicBezTo>
                    <a:pt x="5498" y="1"/>
                    <a:pt x="1" y="5518"/>
                    <a:pt x="1" y="12311"/>
                  </a:cubicBezTo>
                  <a:cubicBezTo>
                    <a:pt x="1" y="19122"/>
                    <a:pt x="5498" y="24619"/>
                    <a:pt x="12309" y="24619"/>
                  </a:cubicBezTo>
                  <a:cubicBezTo>
                    <a:pt x="19102" y="24619"/>
                    <a:pt x="24619" y="19122"/>
                    <a:pt x="24619" y="12311"/>
                  </a:cubicBezTo>
                  <a:cubicBezTo>
                    <a:pt x="24619" y="5518"/>
                    <a:pt x="19102" y="1"/>
                    <a:pt x="123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0" name="Google Shape;240;p7"/>
            <p:cNvSpPr/>
            <p:nvPr/>
          </p:nvSpPr>
          <p:spPr>
            <a:xfrm>
              <a:off x="748637" y="568537"/>
              <a:ext cx="445762" cy="445762"/>
            </a:xfrm>
            <a:custGeom>
              <a:avLst/>
              <a:gdLst/>
              <a:ahLst/>
              <a:cxnLst/>
              <a:rect l="l" t="t" r="r" b="b"/>
              <a:pathLst>
                <a:path w="21400" h="21400" extrusionOk="0">
                  <a:moveTo>
                    <a:pt x="10699" y="0"/>
                  </a:moveTo>
                  <a:cubicBezTo>
                    <a:pt x="4791" y="0"/>
                    <a:pt x="0" y="4791"/>
                    <a:pt x="0" y="10701"/>
                  </a:cubicBezTo>
                  <a:cubicBezTo>
                    <a:pt x="0" y="16609"/>
                    <a:pt x="4791" y="21399"/>
                    <a:pt x="10699" y="21399"/>
                  </a:cubicBezTo>
                  <a:cubicBezTo>
                    <a:pt x="16609" y="21399"/>
                    <a:pt x="21399" y="16609"/>
                    <a:pt x="21399" y="10701"/>
                  </a:cubicBezTo>
                  <a:cubicBezTo>
                    <a:pt x="21399" y="4791"/>
                    <a:pt x="16609" y="0"/>
                    <a:pt x="106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1" name="Google Shape;241;p7"/>
            <p:cNvSpPr/>
            <p:nvPr/>
          </p:nvSpPr>
          <p:spPr>
            <a:xfrm>
              <a:off x="768260" y="588160"/>
              <a:ext cx="406497" cy="406497"/>
            </a:xfrm>
            <a:custGeom>
              <a:avLst/>
              <a:gdLst/>
              <a:ahLst/>
              <a:cxnLst/>
              <a:rect l="l" t="t" r="r" b="b"/>
              <a:pathLst>
                <a:path w="19515" h="19515" extrusionOk="0">
                  <a:moveTo>
                    <a:pt x="9443" y="1"/>
                  </a:moveTo>
                  <a:lnTo>
                    <a:pt x="9443" y="2592"/>
                  </a:lnTo>
                  <a:lnTo>
                    <a:pt x="10071" y="2592"/>
                  </a:lnTo>
                  <a:lnTo>
                    <a:pt x="10071" y="1"/>
                  </a:lnTo>
                  <a:close/>
                  <a:moveTo>
                    <a:pt x="1" y="9444"/>
                  </a:moveTo>
                  <a:lnTo>
                    <a:pt x="1" y="10073"/>
                  </a:lnTo>
                  <a:lnTo>
                    <a:pt x="2592" y="10073"/>
                  </a:lnTo>
                  <a:lnTo>
                    <a:pt x="2592" y="9444"/>
                  </a:lnTo>
                  <a:close/>
                  <a:moveTo>
                    <a:pt x="16924" y="9444"/>
                  </a:moveTo>
                  <a:lnTo>
                    <a:pt x="16924" y="10073"/>
                  </a:lnTo>
                  <a:lnTo>
                    <a:pt x="19515" y="10073"/>
                  </a:lnTo>
                  <a:lnTo>
                    <a:pt x="19515" y="9444"/>
                  </a:lnTo>
                  <a:close/>
                  <a:moveTo>
                    <a:pt x="9443" y="16923"/>
                  </a:moveTo>
                  <a:lnTo>
                    <a:pt x="9443" y="19515"/>
                  </a:lnTo>
                  <a:lnTo>
                    <a:pt x="10071" y="19515"/>
                  </a:lnTo>
                  <a:lnTo>
                    <a:pt x="10071" y="1692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2" name="Google Shape;242;p7"/>
            <p:cNvSpPr/>
            <p:nvPr/>
          </p:nvSpPr>
          <p:spPr>
            <a:xfrm>
              <a:off x="871309" y="682647"/>
              <a:ext cx="206529" cy="128417"/>
            </a:xfrm>
            <a:custGeom>
              <a:avLst/>
              <a:gdLst/>
              <a:ahLst/>
              <a:cxnLst/>
              <a:rect l="l" t="t" r="r" b="b"/>
              <a:pathLst>
                <a:path w="9915" h="6165" extrusionOk="0">
                  <a:moveTo>
                    <a:pt x="9542" y="0"/>
                  </a:moveTo>
                  <a:lnTo>
                    <a:pt x="5320" y="4437"/>
                  </a:lnTo>
                  <a:cubicBezTo>
                    <a:pt x="5163" y="4338"/>
                    <a:pt x="4988" y="4280"/>
                    <a:pt x="4810" y="4280"/>
                  </a:cubicBezTo>
                  <a:cubicBezTo>
                    <a:pt x="4673" y="4280"/>
                    <a:pt x="4535" y="4319"/>
                    <a:pt x="4417" y="4359"/>
                  </a:cubicBezTo>
                  <a:lnTo>
                    <a:pt x="570" y="1100"/>
                  </a:lnTo>
                  <a:lnTo>
                    <a:pt x="1" y="1786"/>
                  </a:lnTo>
                  <a:lnTo>
                    <a:pt x="3868" y="5084"/>
                  </a:lnTo>
                  <a:lnTo>
                    <a:pt x="3868" y="5223"/>
                  </a:lnTo>
                  <a:cubicBezTo>
                    <a:pt x="3868" y="5752"/>
                    <a:pt x="4281" y="6165"/>
                    <a:pt x="4810" y="6165"/>
                  </a:cubicBezTo>
                  <a:cubicBezTo>
                    <a:pt x="5320" y="6165"/>
                    <a:pt x="5752" y="5752"/>
                    <a:pt x="5752" y="5223"/>
                  </a:cubicBezTo>
                  <a:cubicBezTo>
                    <a:pt x="5752" y="5084"/>
                    <a:pt x="5713" y="4948"/>
                    <a:pt x="5655" y="4830"/>
                  </a:cubicBezTo>
                  <a:lnTo>
                    <a:pt x="9914" y="354"/>
                  </a:lnTo>
                  <a:lnTo>
                    <a:pt x="95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98733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43"/>
        <p:cNvGrpSpPr/>
        <p:nvPr/>
      </p:nvGrpSpPr>
      <p:grpSpPr>
        <a:xfrm>
          <a:off x="0" y="0"/>
          <a:ext cx="0" cy="0"/>
          <a:chOff x="0" y="0"/>
          <a:chExt cx="0" cy="0"/>
        </a:xfrm>
      </p:grpSpPr>
      <p:sp>
        <p:nvSpPr>
          <p:cNvPr id="244" name="Google Shape;244;p8"/>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45" name="Google Shape;245;p8"/>
          <p:cNvGrpSpPr/>
          <p:nvPr/>
        </p:nvGrpSpPr>
        <p:grpSpPr>
          <a:xfrm>
            <a:off x="-6366" y="166871"/>
            <a:ext cx="12198367" cy="6256543"/>
            <a:chOff x="-4775" y="125152"/>
            <a:chExt cx="9148775" cy="4692407"/>
          </a:xfrm>
        </p:grpSpPr>
        <p:grpSp>
          <p:nvGrpSpPr>
            <p:cNvPr id="246" name="Google Shape;246;p8"/>
            <p:cNvGrpSpPr/>
            <p:nvPr/>
          </p:nvGrpSpPr>
          <p:grpSpPr>
            <a:xfrm>
              <a:off x="-4775" y="636650"/>
              <a:ext cx="9148775" cy="3936950"/>
              <a:chOff x="-4775" y="636650"/>
              <a:chExt cx="9148775" cy="3936950"/>
            </a:xfrm>
          </p:grpSpPr>
          <p:sp>
            <p:nvSpPr>
              <p:cNvPr id="247" name="Google Shape;247;p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8" name="Google Shape;248;p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49" name="Google Shape;249;p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0" name="Google Shape;250;p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1" name="Google Shape;251;p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2" name="Google Shape;252;p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53" name="Google Shape;253;p8"/>
            <p:cNvGrpSpPr/>
            <p:nvPr/>
          </p:nvGrpSpPr>
          <p:grpSpPr>
            <a:xfrm rot="-5400000">
              <a:off x="4587067" y="895676"/>
              <a:ext cx="4692407" cy="3151360"/>
              <a:chOff x="-4775" y="1422240"/>
              <a:chExt cx="9148775" cy="3151360"/>
            </a:xfrm>
          </p:grpSpPr>
          <p:sp>
            <p:nvSpPr>
              <p:cNvPr id="254" name="Google Shape;254;p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5" name="Google Shape;255;p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6" name="Google Shape;256;p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7" name="Google Shape;257;p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58" name="Google Shape;258;p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59" name="Google Shape;259;p8"/>
            <p:cNvGrpSpPr/>
            <p:nvPr/>
          </p:nvGrpSpPr>
          <p:grpSpPr>
            <a:xfrm rot="-5400000">
              <a:off x="257322" y="502881"/>
              <a:ext cx="4692407" cy="3936950"/>
              <a:chOff x="-4775" y="636650"/>
              <a:chExt cx="9148775" cy="3936950"/>
            </a:xfrm>
          </p:grpSpPr>
          <p:sp>
            <p:nvSpPr>
              <p:cNvPr id="260" name="Google Shape;260;p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1" name="Google Shape;261;p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2" name="Google Shape;262;p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3" name="Google Shape;263;p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4" name="Google Shape;264;p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5" name="Google Shape;265;p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266" name="Google Shape;266;p8"/>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7" name="Google Shape;267;p8"/>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68" name="Google Shape;268;p8"/>
          <p:cNvSpPr txBox="1">
            <a:spLocks noGrp="1"/>
          </p:cNvSpPr>
          <p:nvPr>
            <p:ph type="title"/>
          </p:nvPr>
        </p:nvSpPr>
        <p:spPr>
          <a:xfrm>
            <a:off x="3632200" y="1742800"/>
            <a:ext cx="4927600" cy="337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extLst>
      <p:ext uri="{BB962C8B-B14F-4D97-AF65-F5344CB8AC3E}">
        <p14:creationId xmlns:p14="http://schemas.microsoft.com/office/powerpoint/2010/main" val="3951450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69"/>
        <p:cNvGrpSpPr/>
        <p:nvPr/>
      </p:nvGrpSpPr>
      <p:grpSpPr>
        <a:xfrm>
          <a:off x="0" y="0"/>
          <a:ext cx="0" cy="0"/>
          <a:chOff x="0" y="0"/>
          <a:chExt cx="0" cy="0"/>
        </a:xfrm>
      </p:grpSpPr>
      <p:sp>
        <p:nvSpPr>
          <p:cNvPr id="270" name="Google Shape;270;p9"/>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271" name="Google Shape;271;p9"/>
          <p:cNvGrpSpPr/>
          <p:nvPr/>
        </p:nvGrpSpPr>
        <p:grpSpPr>
          <a:xfrm>
            <a:off x="-6366" y="166871"/>
            <a:ext cx="12198367" cy="6256543"/>
            <a:chOff x="-4775" y="125152"/>
            <a:chExt cx="9148775" cy="4692407"/>
          </a:xfrm>
        </p:grpSpPr>
        <p:grpSp>
          <p:nvGrpSpPr>
            <p:cNvPr id="272" name="Google Shape;272;p9"/>
            <p:cNvGrpSpPr/>
            <p:nvPr/>
          </p:nvGrpSpPr>
          <p:grpSpPr>
            <a:xfrm>
              <a:off x="-4775" y="636650"/>
              <a:ext cx="9148775" cy="3936950"/>
              <a:chOff x="-4775" y="636650"/>
              <a:chExt cx="9148775" cy="3936950"/>
            </a:xfrm>
          </p:grpSpPr>
          <p:sp>
            <p:nvSpPr>
              <p:cNvPr id="273" name="Google Shape;273;p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4" name="Google Shape;274;p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5" name="Google Shape;275;p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6" name="Google Shape;276;p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7" name="Google Shape;277;p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78" name="Google Shape;278;p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79" name="Google Shape;279;p9"/>
            <p:cNvGrpSpPr/>
            <p:nvPr/>
          </p:nvGrpSpPr>
          <p:grpSpPr>
            <a:xfrm rot="-5400000">
              <a:off x="4587067" y="895676"/>
              <a:ext cx="4692407" cy="3151360"/>
              <a:chOff x="-4775" y="1422240"/>
              <a:chExt cx="9148775" cy="3151360"/>
            </a:xfrm>
          </p:grpSpPr>
          <p:sp>
            <p:nvSpPr>
              <p:cNvPr id="280" name="Google Shape;280;p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1" name="Google Shape;281;p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2" name="Google Shape;282;p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3" name="Google Shape;283;p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4" name="Google Shape;284;p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285" name="Google Shape;285;p9"/>
            <p:cNvGrpSpPr/>
            <p:nvPr/>
          </p:nvGrpSpPr>
          <p:grpSpPr>
            <a:xfrm rot="-5400000">
              <a:off x="257322" y="502881"/>
              <a:ext cx="4692407" cy="3936950"/>
              <a:chOff x="-4775" y="636650"/>
              <a:chExt cx="9148775" cy="3936950"/>
            </a:xfrm>
          </p:grpSpPr>
          <p:sp>
            <p:nvSpPr>
              <p:cNvPr id="286" name="Google Shape;286;p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7" name="Google Shape;287;p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8" name="Google Shape;288;p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89" name="Google Shape;289;p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0" name="Google Shape;290;p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1" name="Google Shape;291;p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292" name="Google Shape;292;p9"/>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3" name="Google Shape;293;p9"/>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294" name="Google Shape;294;p9"/>
          <p:cNvSpPr txBox="1">
            <a:spLocks noGrp="1"/>
          </p:cNvSpPr>
          <p:nvPr>
            <p:ph type="title"/>
          </p:nvPr>
        </p:nvSpPr>
        <p:spPr>
          <a:xfrm>
            <a:off x="2935800" y="2113165"/>
            <a:ext cx="6320400" cy="11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95" name="Google Shape;295;p9"/>
          <p:cNvSpPr txBox="1">
            <a:spLocks noGrp="1"/>
          </p:cNvSpPr>
          <p:nvPr>
            <p:ph type="subTitle" idx="1"/>
          </p:nvPr>
        </p:nvSpPr>
        <p:spPr>
          <a:xfrm>
            <a:off x="2935900" y="3237235"/>
            <a:ext cx="6320400" cy="500000"/>
          </a:xfrm>
          <a:prstGeom prst="rect">
            <a:avLst/>
          </a:prstGeom>
          <a:solidFill>
            <a:schemeClr val="dk2"/>
          </a:solid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1pPr>
            <a:lvl2pPr lvl="1"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2pPr>
            <a:lvl3pPr lvl="2"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3pPr>
            <a:lvl4pPr lvl="3"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4pPr>
            <a:lvl5pPr lvl="4"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5pPr>
            <a:lvl6pPr lvl="5"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6pPr>
            <a:lvl7pPr lvl="6"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7pPr>
            <a:lvl8pPr lvl="7"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8pPr>
            <a:lvl9pPr lvl="8" algn="ctr" rtl="0">
              <a:lnSpc>
                <a:spcPct val="100000"/>
              </a:lnSpc>
              <a:spcBef>
                <a:spcPts val="0"/>
              </a:spcBef>
              <a:spcAft>
                <a:spcPts val="0"/>
              </a:spcAft>
              <a:buSzPts val="1400"/>
              <a:buFont typeface="Hind Siliguri Medium"/>
              <a:buNone/>
              <a:defRPr sz="1400">
                <a:latin typeface="Hind Siliguri Medium"/>
                <a:ea typeface="Hind Siliguri Medium"/>
                <a:cs typeface="Hind Siliguri Medium"/>
                <a:sym typeface="Hind Siliguri Medium"/>
              </a:defRPr>
            </a:lvl9pPr>
          </a:lstStyle>
          <a:p>
            <a:endParaRPr/>
          </a:p>
        </p:txBody>
      </p:sp>
    </p:spTree>
    <p:extLst>
      <p:ext uri="{BB962C8B-B14F-4D97-AF65-F5344CB8AC3E}">
        <p14:creationId xmlns:p14="http://schemas.microsoft.com/office/powerpoint/2010/main" val="3911066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96"/>
        <p:cNvGrpSpPr/>
        <p:nvPr/>
      </p:nvGrpSpPr>
      <p:grpSpPr>
        <a:xfrm>
          <a:off x="0" y="0"/>
          <a:ext cx="0" cy="0"/>
          <a:chOff x="0" y="0"/>
          <a:chExt cx="0" cy="0"/>
        </a:xfrm>
      </p:grpSpPr>
      <p:sp>
        <p:nvSpPr>
          <p:cNvPr id="297" name="Google Shape;297;p10"/>
          <p:cNvSpPr>
            <a:spLocks noGrp="1"/>
          </p:cNvSpPr>
          <p:nvPr>
            <p:ph type="pic" idx="2"/>
          </p:nvPr>
        </p:nvSpPr>
        <p:spPr>
          <a:xfrm>
            <a:off x="-9167" y="0"/>
            <a:ext cx="12192000" cy="6876400"/>
          </a:xfrm>
          <a:prstGeom prst="rect">
            <a:avLst/>
          </a:prstGeom>
          <a:noFill/>
          <a:ln>
            <a:noFill/>
          </a:ln>
        </p:spPr>
        <p:txBody>
          <a:bodyPr/>
          <a:lstStyle/>
          <a:p>
            <a:endParaRPr lang="en-US"/>
          </a:p>
        </p:txBody>
      </p:sp>
      <p:sp>
        <p:nvSpPr>
          <p:cNvPr id="298" name="Google Shape;298;p10"/>
          <p:cNvSpPr txBox="1">
            <a:spLocks noGrp="1"/>
          </p:cNvSpPr>
          <p:nvPr>
            <p:ph type="title"/>
          </p:nvPr>
        </p:nvSpPr>
        <p:spPr>
          <a:xfrm>
            <a:off x="2249500" y="5384000"/>
            <a:ext cx="7693200" cy="7636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extLst>
      <p:ext uri="{BB962C8B-B14F-4D97-AF65-F5344CB8AC3E}">
        <p14:creationId xmlns:p14="http://schemas.microsoft.com/office/powerpoint/2010/main" val="2621465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99"/>
        <p:cNvGrpSpPr/>
        <p:nvPr/>
      </p:nvGrpSpPr>
      <p:grpSpPr>
        <a:xfrm>
          <a:off x="0" y="0"/>
          <a:ext cx="0" cy="0"/>
          <a:chOff x="0" y="0"/>
          <a:chExt cx="0" cy="0"/>
        </a:xfrm>
      </p:grpSpPr>
      <p:sp>
        <p:nvSpPr>
          <p:cNvPr id="300" name="Google Shape;300;p11"/>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01" name="Google Shape;301;p11"/>
          <p:cNvGrpSpPr/>
          <p:nvPr/>
        </p:nvGrpSpPr>
        <p:grpSpPr>
          <a:xfrm>
            <a:off x="-6366" y="166871"/>
            <a:ext cx="12198367" cy="6256543"/>
            <a:chOff x="-4775" y="125152"/>
            <a:chExt cx="9148775" cy="4692407"/>
          </a:xfrm>
        </p:grpSpPr>
        <p:grpSp>
          <p:nvGrpSpPr>
            <p:cNvPr id="302" name="Google Shape;302;p11"/>
            <p:cNvGrpSpPr/>
            <p:nvPr/>
          </p:nvGrpSpPr>
          <p:grpSpPr>
            <a:xfrm>
              <a:off x="-4775" y="636650"/>
              <a:ext cx="9148775" cy="3936950"/>
              <a:chOff x="-4775" y="636650"/>
              <a:chExt cx="9148775" cy="3936950"/>
            </a:xfrm>
          </p:grpSpPr>
          <p:sp>
            <p:nvSpPr>
              <p:cNvPr id="303" name="Google Shape;303;p1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4" name="Google Shape;304;p1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5" name="Google Shape;305;p1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6" name="Google Shape;306;p1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7" name="Google Shape;307;p1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08" name="Google Shape;308;p1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09" name="Google Shape;309;p11"/>
            <p:cNvGrpSpPr/>
            <p:nvPr/>
          </p:nvGrpSpPr>
          <p:grpSpPr>
            <a:xfrm rot="-5400000">
              <a:off x="4587067" y="895676"/>
              <a:ext cx="4692407" cy="3151360"/>
              <a:chOff x="-4775" y="1422240"/>
              <a:chExt cx="9148775" cy="3151360"/>
            </a:xfrm>
          </p:grpSpPr>
          <p:sp>
            <p:nvSpPr>
              <p:cNvPr id="310" name="Google Shape;310;p1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1" name="Google Shape;311;p1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2" name="Google Shape;312;p1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3" name="Google Shape;313;p1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4" name="Google Shape;314;p1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15" name="Google Shape;315;p11"/>
            <p:cNvGrpSpPr/>
            <p:nvPr/>
          </p:nvGrpSpPr>
          <p:grpSpPr>
            <a:xfrm rot="-5400000">
              <a:off x="257322" y="502881"/>
              <a:ext cx="4692407" cy="3936950"/>
              <a:chOff x="-4775" y="636650"/>
              <a:chExt cx="9148775" cy="3936950"/>
            </a:xfrm>
          </p:grpSpPr>
          <p:sp>
            <p:nvSpPr>
              <p:cNvPr id="316" name="Google Shape;316;p1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7" name="Google Shape;317;p1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8" name="Google Shape;318;p1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19" name="Google Shape;319;p1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0" name="Google Shape;320;p1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1" name="Google Shape;321;p1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322" name="Google Shape;322;p11"/>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3" name="Google Shape;323;p11"/>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24" name="Google Shape;324;p11"/>
          <p:cNvSpPr txBox="1">
            <a:spLocks noGrp="1"/>
          </p:cNvSpPr>
          <p:nvPr>
            <p:ph type="title" hasCustomPrompt="1"/>
          </p:nvPr>
        </p:nvSpPr>
        <p:spPr>
          <a:xfrm>
            <a:off x="6075400" y="2061167"/>
            <a:ext cx="5163200" cy="1297600"/>
          </a:xfrm>
          <a:prstGeom prst="rect">
            <a:avLst/>
          </a:prstGeom>
        </p:spPr>
        <p:txBody>
          <a:bodyPr spcFirstLastPara="1" wrap="square" lIns="91425" tIns="91425" rIns="91425" bIns="91425" anchor="b" anchorCtr="0">
            <a:noAutofit/>
          </a:bodyPr>
          <a:lstStyle>
            <a:lvl1pPr lvl="0" algn="l">
              <a:spcBef>
                <a:spcPts val="0"/>
              </a:spcBef>
              <a:spcAft>
                <a:spcPts val="0"/>
              </a:spcAft>
              <a:buSzPts val="9600"/>
              <a:buNone/>
              <a:defRPr sz="69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25" name="Google Shape;325;p11"/>
          <p:cNvSpPr txBox="1">
            <a:spLocks noGrp="1"/>
          </p:cNvSpPr>
          <p:nvPr>
            <p:ph type="subTitle" idx="1"/>
          </p:nvPr>
        </p:nvSpPr>
        <p:spPr>
          <a:xfrm>
            <a:off x="6075400" y="3367867"/>
            <a:ext cx="5163200" cy="11012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400">
                <a:latin typeface="Hind Siliguri Medium"/>
                <a:ea typeface="Hind Siliguri Medium"/>
                <a:cs typeface="Hind Siliguri Medium"/>
                <a:sym typeface="Hind Siliguri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extLst>
      <p:ext uri="{BB962C8B-B14F-4D97-AF65-F5344CB8AC3E}">
        <p14:creationId xmlns:p14="http://schemas.microsoft.com/office/powerpoint/2010/main" val="797911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26"/>
        <p:cNvGrpSpPr/>
        <p:nvPr/>
      </p:nvGrpSpPr>
      <p:grpSpPr>
        <a:xfrm>
          <a:off x="0" y="0"/>
          <a:ext cx="0" cy="0"/>
          <a:chOff x="0" y="0"/>
          <a:chExt cx="0" cy="0"/>
        </a:xfrm>
      </p:grpSpPr>
    </p:spTree>
    <p:extLst>
      <p:ext uri="{BB962C8B-B14F-4D97-AF65-F5344CB8AC3E}">
        <p14:creationId xmlns:p14="http://schemas.microsoft.com/office/powerpoint/2010/main" val="1621667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27"/>
        <p:cNvGrpSpPr/>
        <p:nvPr/>
      </p:nvGrpSpPr>
      <p:grpSpPr>
        <a:xfrm>
          <a:off x="0" y="0"/>
          <a:ext cx="0" cy="0"/>
          <a:chOff x="0" y="0"/>
          <a:chExt cx="0" cy="0"/>
        </a:xfrm>
      </p:grpSpPr>
      <p:sp>
        <p:nvSpPr>
          <p:cNvPr id="328" name="Google Shape;328;p13"/>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29" name="Google Shape;329;p13"/>
          <p:cNvGrpSpPr/>
          <p:nvPr/>
        </p:nvGrpSpPr>
        <p:grpSpPr>
          <a:xfrm>
            <a:off x="-6366" y="166871"/>
            <a:ext cx="12198367" cy="6256543"/>
            <a:chOff x="-4775" y="125152"/>
            <a:chExt cx="9148775" cy="4692407"/>
          </a:xfrm>
        </p:grpSpPr>
        <p:grpSp>
          <p:nvGrpSpPr>
            <p:cNvPr id="330" name="Google Shape;330;p13"/>
            <p:cNvGrpSpPr/>
            <p:nvPr/>
          </p:nvGrpSpPr>
          <p:grpSpPr>
            <a:xfrm>
              <a:off x="-4775" y="636650"/>
              <a:ext cx="9148775" cy="3936950"/>
              <a:chOff x="-4775" y="636650"/>
              <a:chExt cx="9148775" cy="3936950"/>
            </a:xfrm>
          </p:grpSpPr>
          <p:sp>
            <p:nvSpPr>
              <p:cNvPr id="331" name="Google Shape;331;p1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2" name="Google Shape;332;p1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3" name="Google Shape;333;p1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4" name="Google Shape;334;p1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5" name="Google Shape;335;p1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6" name="Google Shape;336;p1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37" name="Google Shape;337;p13"/>
            <p:cNvGrpSpPr/>
            <p:nvPr/>
          </p:nvGrpSpPr>
          <p:grpSpPr>
            <a:xfrm rot="-5400000">
              <a:off x="4587067" y="895676"/>
              <a:ext cx="4692407" cy="3151360"/>
              <a:chOff x="-4775" y="1422240"/>
              <a:chExt cx="9148775" cy="3151360"/>
            </a:xfrm>
          </p:grpSpPr>
          <p:sp>
            <p:nvSpPr>
              <p:cNvPr id="338" name="Google Shape;338;p1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39" name="Google Shape;339;p1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0" name="Google Shape;340;p1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1" name="Google Shape;341;p1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2" name="Google Shape;342;p1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43" name="Google Shape;343;p13"/>
            <p:cNvGrpSpPr/>
            <p:nvPr/>
          </p:nvGrpSpPr>
          <p:grpSpPr>
            <a:xfrm rot="-5400000">
              <a:off x="257322" y="502881"/>
              <a:ext cx="4692407" cy="3936950"/>
              <a:chOff x="-4775" y="636650"/>
              <a:chExt cx="9148775" cy="3936950"/>
            </a:xfrm>
          </p:grpSpPr>
          <p:sp>
            <p:nvSpPr>
              <p:cNvPr id="344" name="Google Shape;344;p1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5" name="Google Shape;345;p1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6" name="Google Shape;346;p1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7" name="Google Shape;347;p1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8" name="Google Shape;348;p1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49" name="Google Shape;349;p1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350" name="Google Shape;350;p13"/>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51" name="Google Shape;351;p13"/>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52" name="Google Shape;352;p13"/>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53" name="Google Shape;353;p13"/>
          <p:cNvSpPr txBox="1">
            <a:spLocks noGrp="1"/>
          </p:cNvSpPr>
          <p:nvPr>
            <p:ph type="title" idx="2" hasCustomPrompt="1"/>
          </p:nvPr>
        </p:nvSpPr>
        <p:spPr>
          <a:xfrm>
            <a:off x="6073633" y="2075044"/>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4" name="Google Shape;354;p13"/>
          <p:cNvSpPr txBox="1">
            <a:spLocks noGrp="1"/>
          </p:cNvSpPr>
          <p:nvPr>
            <p:ph type="title" idx="3" hasCustomPrompt="1"/>
          </p:nvPr>
        </p:nvSpPr>
        <p:spPr>
          <a:xfrm>
            <a:off x="6073633" y="3946429"/>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5" name="Google Shape;355;p13"/>
          <p:cNvSpPr txBox="1">
            <a:spLocks noGrp="1"/>
          </p:cNvSpPr>
          <p:nvPr>
            <p:ph type="title" idx="4" hasCustomPrompt="1"/>
          </p:nvPr>
        </p:nvSpPr>
        <p:spPr>
          <a:xfrm>
            <a:off x="6073633" y="3010736"/>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6" name="Google Shape;356;p13"/>
          <p:cNvSpPr txBox="1">
            <a:spLocks noGrp="1"/>
          </p:cNvSpPr>
          <p:nvPr>
            <p:ph type="title" idx="5" hasCustomPrompt="1"/>
          </p:nvPr>
        </p:nvSpPr>
        <p:spPr>
          <a:xfrm>
            <a:off x="6073633" y="4882121"/>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7" name="Google Shape;357;p13"/>
          <p:cNvSpPr txBox="1">
            <a:spLocks noGrp="1"/>
          </p:cNvSpPr>
          <p:nvPr>
            <p:ph type="subTitle" idx="1"/>
          </p:nvPr>
        </p:nvSpPr>
        <p:spPr>
          <a:xfrm>
            <a:off x="7144567" y="2075033"/>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8" name="Google Shape;358;p13"/>
          <p:cNvSpPr txBox="1">
            <a:spLocks noGrp="1"/>
          </p:cNvSpPr>
          <p:nvPr>
            <p:ph type="subTitle" idx="6"/>
          </p:nvPr>
        </p:nvSpPr>
        <p:spPr>
          <a:xfrm>
            <a:off x="7144567" y="3010732"/>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9" name="Google Shape;359;p13"/>
          <p:cNvSpPr txBox="1">
            <a:spLocks noGrp="1"/>
          </p:cNvSpPr>
          <p:nvPr>
            <p:ph type="subTitle" idx="7"/>
          </p:nvPr>
        </p:nvSpPr>
        <p:spPr>
          <a:xfrm>
            <a:off x="7144567" y="3946431"/>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60" name="Google Shape;360;p13"/>
          <p:cNvSpPr txBox="1">
            <a:spLocks noGrp="1"/>
          </p:cNvSpPr>
          <p:nvPr>
            <p:ph type="subTitle" idx="8"/>
          </p:nvPr>
        </p:nvSpPr>
        <p:spPr>
          <a:xfrm>
            <a:off x="7144567" y="4882129"/>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61" name="Google Shape;361;p13"/>
          <p:cNvGrpSpPr/>
          <p:nvPr/>
        </p:nvGrpSpPr>
        <p:grpSpPr>
          <a:xfrm flipH="1">
            <a:off x="2" y="838101"/>
            <a:ext cx="867700" cy="682867"/>
            <a:chOff x="8534500" y="730800"/>
            <a:chExt cx="650775" cy="512150"/>
          </a:xfrm>
        </p:grpSpPr>
        <p:sp>
          <p:nvSpPr>
            <p:cNvPr id="362" name="Google Shape;362;p13"/>
            <p:cNvSpPr/>
            <p:nvPr/>
          </p:nvSpPr>
          <p:spPr>
            <a:xfrm>
              <a:off x="8534500" y="743450"/>
              <a:ext cx="25200" cy="49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3" name="Google Shape;363;p13"/>
            <p:cNvSpPr/>
            <p:nvPr/>
          </p:nvSpPr>
          <p:spPr>
            <a:xfrm rot="5400000">
              <a:off x="8847325" y="418050"/>
              <a:ext cx="25200" cy="650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64" name="Google Shape;364;p13"/>
          <p:cNvGrpSpPr/>
          <p:nvPr/>
        </p:nvGrpSpPr>
        <p:grpSpPr>
          <a:xfrm>
            <a:off x="691034" y="1516069"/>
            <a:ext cx="315327" cy="607851"/>
            <a:chOff x="478600" y="1180727"/>
            <a:chExt cx="236495" cy="455888"/>
          </a:xfrm>
        </p:grpSpPr>
        <p:sp>
          <p:nvSpPr>
            <p:cNvPr id="365" name="Google Shape;365;p13"/>
            <p:cNvSpPr/>
            <p:nvPr/>
          </p:nvSpPr>
          <p:spPr>
            <a:xfrm>
              <a:off x="478600" y="1180727"/>
              <a:ext cx="236495" cy="455888"/>
            </a:xfrm>
            <a:custGeom>
              <a:avLst/>
              <a:gdLst/>
              <a:ahLst/>
              <a:cxnLst/>
              <a:rect l="l" t="t" r="r" b="b"/>
              <a:pathLst>
                <a:path w="5144" h="9916" extrusionOk="0">
                  <a:moveTo>
                    <a:pt x="765" y="1"/>
                  </a:moveTo>
                  <a:cubicBezTo>
                    <a:pt x="333" y="1"/>
                    <a:pt x="0" y="335"/>
                    <a:pt x="0" y="747"/>
                  </a:cubicBezTo>
                  <a:lnTo>
                    <a:pt x="0" y="9149"/>
                  </a:lnTo>
                  <a:cubicBezTo>
                    <a:pt x="0" y="9562"/>
                    <a:pt x="333" y="9916"/>
                    <a:pt x="765" y="9916"/>
                  </a:cubicBezTo>
                  <a:lnTo>
                    <a:pt x="4398" y="9916"/>
                  </a:lnTo>
                  <a:cubicBezTo>
                    <a:pt x="4809" y="9916"/>
                    <a:pt x="5144" y="9562"/>
                    <a:pt x="5144" y="9149"/>
                  </a:cubicBezTo>
                  <a:lnTo>
                    <a:pt x="5144" y="747"/>
                  </a:lnTo>
                  <a:cubicBezTo>
                    <a:pt x="5144" y="335"/>
                    <a:pt x="4809" y="1"/>
                    <a:pt x="43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6" name="Google Shape;366;p13"/>
            <p:cNvSpPr/>
            <p:nvPr/>
          </p:nvSpPr>
          <p:spPr>
            <a:xfrm>
              <a:off x="502923" y="1206935"/>
              <a:ext cx="187762" cy="402603"/>
            </a:xfrm>
            <a:custGeom>
              <a:avLst/>
              <a:gdLst/>
              <a:ahLst/>
              <a:cxnLst/>
              <a:rect l="l" t="t" r="r" b="b"/>
              <a:pathLst>
                <a:path w="4084" h="8757" extrusionOk="0">
                  <a:moveTo>
                    <a:pt x="0" y="1"/>
                  </a:moveTo>
                  <a:lnTo>
                    <a:pt x="0" y="8757"/>
                  </a:lnTo>
                  <a:lnTo>
                    <a:pt x="4084" y="8757"/>
                  </a:lnTo>
                  <a:lnTo>
                    <a:pt x="40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7" name="Google Shape;367;p13"/>
            <p:cNvSpPr/>
            <p:nvPr/>
          </p:nvSpPr>
          <p:spPr>
            <a:xfrm>
              <a:off x="547199" y="1457887"/>
              <a:ext cx="99306" cy="98386"/>
            </a:xfrm>
            <a:custGeom>
              <a:avLst/>
              <a:gdLst/>
              <a:ahLst/>
              <a:cxnLst/>
              <a:rect l="l" t="t" r="r" b="b"/>
              <a:pathLst>
                <a:path w="2160" h="2140" extrusionOk="0">
                  <a:moveTo>
                    <a:pt x="1079" y="0"/>
                  </a:moveTo>
                  <a:cubicBezTo>
                    <a:pt x="490" y="0"/>
                    <a:pt x="0" y="472"/>
                    <a:pt x="0" y="1061"/>
                  </a:cubicBezTo>
                  <a:cubicBezTo>
                    <a:pt x="0" y="1668"/>
                    <a:pt x="490" y="2140"/>
                    <a:pt x="1079" y="2140"/>
                  </a:cubicBezTo>
                  <a:cubicBezTo>
                    <a:pt x="1668" y="2140"/>
                    <a:pt x="2160" y="1668"/>
                    <a:pt x="2160" y="1061"/>
                  </a:cubicBezTo>
                  <a:cubicBezTo>
                    <a:pt x="2160" y="472"/>
                    <a:pt x="1668" y="0"/>
                    <a:pt x="1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68" name="Google Shape;368;p13"/>
            <p:cNvSpPr/>
            <p:nvPr/>
          </p:nvSpPr>
          <p:spPr>
            <a:xfrm>
              <a:off x="547199" y="1271949"/>
              <a:ext cx="99306" cy="98386"/>
            </a:xfrm>
            <a:custGeom>
              <a:avLst/>
              <a:gdLst/>
              <a:ahLst/>
              <a:cxnLst/>
              <a:rect l="l" t="t" r="r" b="b"/>
              <a:pathLst>
                <a:path w="2160" h="2140" extrusionOk="0">
                  <a:moveTo>
                    <a:pt x="1079" y="0"/>
                  </a:moveTo>
                  <a:cubicBezTo>
                    <a:pt x="490" y="0"/>
                    <a:pt x="0" y="490"/>
                    <a:pt x="0" y="1079"/>
                  </a:cubicBezTo>
                  <a:cubicBezTo>
                    <a:pt x="0" y="1668"/>
                    <a:pt x="490" y="2139"/>
                    <a:pt x="1079" y="2139"/>
                  </a:cubicBezTo>
                  <a:cubicBezTo>
                    <a:pt x="1668" y="2139"/>
                    <a:pt x="2160" y="1668"/>
                    <a:pt x="2160" y="1079"/>
                  </a:cubicBezTo>
                  <a:cubicBezTo>
                    <a:pt x="2160" y="490"/>
                    <a:pt x="1668" y="0"/>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2527180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369"/>
        <p:cNvGrpSpPr/>
        <p:nvPr/>
      </p:nvGrpSpPr>
      <p:grpSpPr>
        <a:xfrm>
          <a:off x="0" y="0"/>
          <a:ext cx="0" cy="0"/>
          <a:chOff x="0" y="0"/>
          <a:chExt cx="0" cy="0"/>
        </a:xfrm>
      </p:grpSpPr>
      <p:sp>
        <p:nvSpPr>
          <p:cNvPr id="370" name="Google Shape;370;p14"/>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371" name="Google Shape;371;p14"/>
          <p:cNvGrpSpPr/>
          <p:nvPr/>
        </p:nvGrpSpPr>
        <p:grpSpPr>
          <a:xfrm>
            <a:off x="-6366" y="166871"/>
            <a:ext cx="12198367" cy="6256543"/>
            <a:chOff x="-4775" y="125152"/>
            <a:chExt cx="9148775" cy="4692407"/>
          </a:xfrm>
        </p:grpSpPr>
        <p:grpSp>
          <p:nvGrpSpPr>
            <p:cNvPr id="372" name="Google Shape;372;p14"/>
            <p:cNvGrpSpPr/>
            <p:nvPr/>
          </p:nvGrpSpPr>
          <p:grpSpPr>
            <a:xfrm>
              <a:off x="-4775" y="636650"/>
              <a:ext cx="9148775" cy="3936950"/>
              <a:chOff x="-4775" y="636650"/>
              <a:chExt cx="9148775" cy="3936950"/>
            </a:xfrm>
          </p:grpSpPr>
          <p:sp>
            <p:nvSpPr>
              <p:cNvPr id="373" name="Google Shape;373;p1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4" name="Google Shape;374;p1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5" name="Google Shape;375;p1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6" name="Google Shape;376;p1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7" name="Google Shape;377;p1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78" name="Google Shape;378;p1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79" name="Google Shape;379;p14"/>
            <p:cNvGrpSpPr/>
            <p:nvPr/>
          </p:nvGrpSpPr>
          <p:grpSpPr>
            <a:xfrm rot="-5400000">
              <a:off x="4587067" y="895676"/>
              <a:ext cx="4692407" cy="3151360"/>
              <a:chOff x="-4775" y="1422240"/>
              <a:chExt cx="9148775" cy="3151360"/>
            </a:xfrm>
          </p:grpSpPr>
          <p:sp>
            <p:nvSpPr>
              <p:cNvPr id="380" name="Google Shape;380;p1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1" name="Google Shape;381;p1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2" name="Google Shape;382;p1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3" name="Google Shape;383;p1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4" name="Google Shape;384;p1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385" name="Google Shape;385;p14"/>
            <p:cNvGrpSpPr/>
            <p:nvPr/>
          </p:nvGrpSpPr>
          <p:grpSpPr>
            <a:xfrm rot="-5400000">
              <a:off x="257322" y="502881"/>
              <a:ext cx="4692407" cy="3936950"/>
              <a:chOff x="-4775" y="636650"/>
              <a:chExt cx="9148775" cy="3936950"/>
            </a:xfrm>
          </p:grpSpPr>
          <p:sp>
            <p:nvSpPr>
              <p:cNvPr id="386" name="Google Shape;386;p1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7" name="Google Shape;387;p1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8" name="Google Shape;388;p1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89" name="Google Shape;389;p1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0" name="Google Shape;390;p1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1" name="Google Shape;391;p1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392" name="Google Shape;392;p14"/>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3" name="Google Shape;393;p14"/>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4" name="Google Shape;394;p14"/>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395" name="Google Shape;395;p14"/>
          <p:cNvGrpSpPr/>
          <p:nvPr/>
        </p:nvGrpSpPr>
        <p:grpSpPr>
          <a:xfrm flipH="1">
            <a:off x="10894567" y="3047713"/>
            <a:ext cx="1194456" cy="3445501"/>
            <a:chOff x="5394075" y="2405534"/>
            <a:chExt cx="895842" cy="2584126"/>
          </a:xfrm>
        </p:grpSpPr>
        <p:sp>
          <p:nvSpPr>
            <p:cNvPr id="396" name="Google Shape;396;p14"/>
            <p:cNvSpPr/>
            <p:nvPr/>
          </p:nvSpPr>
          <p:spPr>
            <a:xfrm>
              <a:off x="5722787" y="2662705"/>
              <a:ext cx="124570" cy="69939"/>
            </a:xfrm>
            <a:custGeom>
              <a:avLst/>
              <a:gdLst/>
              <a:ahLst/>
              <a:cxnLst/>
              <a:rect l="l" t="t" r="r" b="b"/>
              <a:pathLst>
                <a:path w="2730" h="1533" extrusionOk="0">
                  <a:moveTo>
                    <a:pt x="2705" y="1482"/>
                  </a:moveTo>
                  <a:cubicBezTo>
                    <a:pt x="2716" y="1490"/>
                    <a:pt x="2725" y="1501"/>
                    <a:pt x="2730" y="1513"/>
                  </a:cubicBezTo>
                  <a:lnTo>
                    <a:pt x="2730" y="1493"/>
                  </a:lnTo>
                  <a:cubicBezTo>
                    <a:pt x="2721" y="1488"/>
                    <a:pt x="2712" y="1485"/>
                    <a:pt x="2705" y="1482"/>
                  </a:cubicBezTo>
                  <a:close/>
                  <a:moveTo>
                    <a:pt x="0" y="1"/>
                  </a:moveTo>
                  <a:lnTo>
                    <a:pt x="0" y="1"/>
                  </a:lnTo>
                  <a:cubicBezTo>
                    <a:pt x="21" y="296"/>
                    <a:pt x="60" y="629"/>
                    <a:pt x="275" y="885"/>
                  </a:cubicBezTo>
                  <a:cubicBezTo>
                    <a:pt x="492" y="1121"/>
                    <a:pt x="785" y="1278"/>
                    <a:pt x="1100" y="1375"/>
                  </a:cubicBezTo>
                  <a:cubicBezTo>
                    <a:pt x="1374" y="1454"/>
                    <a:pt x="1689" y="1532"/>
                    <a:pt x="1963" y="1532"/>
                  </a:cubicBezTo>
                  <a:lnTo>
                    <a:pt x="2278" y="1532"/>
                  </a:lnTo>
                  <a:cubicBezTo>
                    <a:pt x="2395" y="1532"/>
                    <a:pt x="2513" y="1474"/>
                    <a:pt x="2631" y="1474"/>
                  </a:cubicBezTo>
                  <a:cubicBezTo>
                    <a:pt x="2661" y="1474"/>
                    <a:pt x="2680" y="1474"/>
                    <a:pt x="2705" y="1482"/>
                  </a:cubicBezTo>
                  <a:lnTo>
                    <a:pt x="2705" y="1482"/>
                  </a:lnTo>
                  <a:cubicBezTo>
                    <a:pt x="2676" y="1463"/>
                    <a:pt x="2630" y="1456"/>
                    <a:pt x="2580" y="1456"/>
                  </a:cubicBezTo>
                  <a:cubicBezTo>
                    <a:pt x="2495" y="1456"/>
                    <a:pt x="2399" y="1474"/>
                    <a:pt x="2356" y="1474"/>
                  </a:cubicBezTo>
                  <a:cubicBezTo>
                    <a:pt x="2141" y="1474"/>
                    <a:pt x="1924" y="1474"/>
                    <a:pt x="1709" y="1414"/>
                  </a:cubicBezTo>
                  <a:cubicBezTo>
                    <a:pt x="1335" y="1336"/>
                    <a:pt x="943" y="1199"/>
                    <a:pt x="610" y="1003"/>
                  </a:cubicBezTo>
                  <a:cubicBezTo>
                    <a:pt x="236" y="767"/>
                    <a:pt x="39" y="414"/>
                    <a:pt x="0" y="1"/>
                  </a:cubicBezTo>
                  <a:close/>
                </a:path>
              </a:pathLst>
            </a:custGeom>
            <a:solidFill>
              <a:srgbClr val="905C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7" name="Google Shape;397;p14"/>
            <p:cNvSpPr/>
            <p:nvPr/>
          </p:nvSpPr>
          <p:spPr>
            <a:xfrm>
              <a:off x="5785481" y="2609920"/>
              <a:ext cx="9947" cy="94986"/>
            </a:xfrm>
            <a:custGeom>
              <a:avLst/>
              <a:gdLst/>
              <a:ahLst/>
              <a:cxnLst/>
              <a:rect l="l" t="t" r="r" b="b"/>
              <a:pathLst>
                <a:path w="218" h="2082" extrusionOk="0">
                  <a:moveTo>
                    <a:pt x="79" y="0"/>
                  </a:moveTo>
                  <a:lnTo>
                    <a:pt x="0" y="2081"/>
                  </a:lnTo>
                  <a:lnTo>
                    <a:pt x="99" y="2081"/>
                  </a:lnTo>
                  <a:lnTo>
                    <a:pt x="217" y="0"/>
                  </a:lnTo>
                  <a:close/>
                </a:path>
              </a:pathLst>
            </a:custGeom>
            <a:solidFill>
              <a:srgbClr val="4C9C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8" name="Google Shape;398;p14"/>
            <p:cNvSpPr/>
            <p:nvPr/>
          </p:nvSpPr>
          <p:spPr>
            <a:xfrm>
              <a:off x="5597353" y="3752388"/>
              <a:ext cx="375444" cy="1151329"/>
            </a:xfrm>
            <a:custGeom>
              <a:avLst/>
              <a:gdLst/>
              <a:ahLst/>
              <a:cxnLst/>
              <a:rect l="l" t="t" r="r" b="b"/>
              <a:pathLst>
                <a:path w="8228" h="25236" extrusionOk="0">
                  <a:moveTo>
                    <a:pt x="2372" y="0"/>
                  </a:moveTo>
                  <a:cubicBezTo>
                    <a:pt x="1982" y="0"/>
                    <a:pt x="1523" y="81"/>
                    <a:pt x="1317" y="420"/>
                  </a:cubicBezTo>
                  <a:cubicBezTo>
                    <a:pt x="1" y="2580"/>
                    <a:pt x="2160" y="10786"/>
                    <a:pt x="2160" y="10786"/>
                  </a:cubicBezTo>
                  <a:cubicBezTo>
                    <a:pt x="1984" y="11984"/>
                    <a:pt x="1592" y="14772"/>
                    <a:pt x="1592" y="15871"/>
                  </a:cubicBezTo>
                  <a:cubicBezTo>
                    <a:pt x="1611" y="18050"/>
                    <a:pt x="1317" y="25157"/>
                    <a:pt x="1317" y="25157"/>
                  </a:cubicBezTo>
                  <a:lnTo>
                    <a:pt x="8227" y="25235"/>
                  </a:lnTo>
                  <a:cubicBezTo>
                    <a:pt x="8227" y="25235"/>
                    <a:pt x="6539" y="14183"/>
                    <a:pt x="6617" y="10924"/>
                  </a:cubicBezTo>
                  <a:lnTo>
                    <a:pt x="6421" y="9825"/>
                  </a:lnTo>
                  <a:lnTo>
                    <a:pt x="3024" y="67"/>
                  </a:lnTo>
                  <a:cubicBezTo>
                    <a:pt x="3024" y="67"/>
                    <a:pt x="2726" y="0"/>
                    <a:pt x="2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399" name="Google Shape;399;p14"/>
            <p:cNvSpPr/>
            <p:nvPr/>
          </p:nvSpPr>
          <p:spPr>
            <a:xfrm>
              <a:off x="5712977" y="4842755"/>
              <a:ext cx="338620" cy="138738"/>
            </a:xfrm>
            <a:custGeom>
              <a:avLst/>
              <a:gdLst/>
              <a:ahLst/>
              <a:cxnLst/>
              <a:rect l="l" t="t" r="r" b="b"/>
              <a:pathLst>
                <a:path w="7421" h="3041" extrusionOk="0">
                  <a:moveTo>
                    <a:pt x="3356" y="0"/>
                  </a:moveTo>
                  <a:lnTo>
                    <a:pt x="3377" y="21"/>
                  </a:lnTo>
                  <a:cubicBezTo>
                    <a:pt x="3348" y="8"/>
                    <a:pt x="3318" y="3"/>
                    <a:pt x="3287" y="3"/>
                  </a:cubicBezTo>
                  <a:cubicBezTo>
                    <a:pt x="3168" y="3"/>
                    <a:pt x="3038" y="84"/>
                    <a:pt x="2945" y="178"/>
                  </a:cubicBezTo>
                  <a:cubicBezTo>
                    <a:pt x="2645" y="458"/>
                    <a:pt x="2469" y="848"/>
                    <a:pt x="2009" y="848"/>
                  </a:cubicBezTo>
                  <a:cubicBezTo>
                    <a:pt x="1988" y="848"/>
                    <a:pt x="1966" y="847"/>
                    <a:pt x="1943" y="845"/>
                  </a:cubicBezTo>
                  <a:cubicBezTo>
                    <a:pt x="1688" y="825"/>
                    <a:pt x="1414" y="746"/>
                    <a:pt x="1178" y="668"/>
                  </a:cubicBezTo>
                  <a:cubicBezTo>
                    <a:pt x="1000" y="609"/>
                    <a:pt x="843" y="531"/>
                    <a:pt x="686" y="432"/>
                  </a:cubicBezTo>
                  <a:cubicBezTo>
                    <a:pt x="589" y="374"/>
                    <a:pt x="451" y="217"/>
                    <a:pt x="353" y="178"/>
                  </a:cubicBezTo>
                  <a:cubicBezTo>
                    <a:pt x="157" y="531"/>
                    <a:pt x="39" y="1002"/>
                    <a:pt x="39" y="1414"/>
                  </a:cubicBezTo>
                  <a:cubicBezTo>
                    <a:pt x="39" y="1571"/>
                    <a:pt x="0" y="1944"/>
                    <a:pt x="58" y="2062"/>
                  </a:cubicBezTo>
                  <a:cubicBezTo>
                    <a:pt x="79" y="2081"/>
                    <a:pt x="79" y="2102"/>
                    <a:pt x="97" y="2120"/>
                  </a:cubicBezTo>
                  <a:lnTo>
                    <a:pt x="97" y="2160"/>
                  </a:lnTo>
                  <a:cubicBezTo>
                    <a:pt x="97" y="2337"/>
                    <a:pt x="118" y="2690"/>
                    <a:pt x="275" y="2769"/>
                  </a:cubicBezTo>
                  <a:cubicBezTo>
                    <a:pt x="490" y="2906"/>
                    <a:pt x="785" y="2866"/>
                    <a:pt x="1021" y="2887"/>
                  </a:cubicBezTo>
                  <a:cubicBezTo>
                    <a:pt x="1169" y="2898"/>
                    <a:pt x="1330" y="2909"/>
                    <a:pt x="1501" y="2909"/>
                  </a:cubicBezTo>
                  <a:cubicBezTo>
                    <a:pt x="1625" y="2909"/>
                    <a:pt x="1753" y="2903"/>
                    <a:pt x="1885" y="2887"/>
                  </a:cubicBezTo>
                  <a:cubicBezTo>
                    <a:pt x="1845" y="2769"/>
                    <a:pt x="1825" y="2592"/>
                    <a:pt x="1963" y="2552"/>
                  </a:cubicBezTo>
                  <a:cubicBezTo>
                    <a:pt x="1982" y="2545"/>
                    <a:pt x="2006" y="2541"/>
                    <a:pt x="2032" y="2541"/>
                  </a:cubicBezTo>
                  <a:cubicBezTo>
                    <a:pt x="2141" y="2541"/>
                    <a:pt x="2296" y="2596"/>
                    <a:pt x="2375" y="2612"/>
                  </a:cubicBezTo>
                  <a:cubicBezTo>
                    <a:pt x="2689" y="2690"/>
                    <a:pt x="3023" y="2848"/>
                    <a:pt x="3356" y="2906"/>
                  </a:cubicBezTo>
                  <a:cubicBezTo>
                    <a:pt x="3857" y="3003"/>
                    <a:pt x="4373" y="3040"/>
                    <a:pt x="4889" y="3040"/>
                  </a:cubicBezTo>
                  <a:cubicBezTo>
                    <a:pt x="5204" y="3040"/>
                    <a:pt x="5518" y="3027"/>
                    <a:pt x="5830" y="3005"/>
                  </a:cubicBezTo>
                  <a:cubicBezTo>
                    <a:pt x="6223" y="2984"/>
                    <a:pt x="6636" y="2866"/>
                    <a:pt x="7008" y="2749"/>
                  </a:cubicBezTo>
                  <a:cubicBezTo>
                    <a:pt x="7146" y="2709"/>
                    <a:pt x="7361" y="2670"/>
                    <a:pt x="7401" y="2552"/>
                  </a:cubicBezTo>
                  <a:cubicBezTo>
                    <a:pt x="7421" y="2513"/>
                    <a:pt x="7401" y="2356"/>
                    <a:pt x="7361" y="2317"/>
                  </a:cubicBezTo>
                  <a:cubicBezTo>
                    <a:pt x="7369" y="2302"/>
                    <a:pt x="7363" y="2298"/>
                    <a:pt x="7352" y="2298"/>
                  </a:cubicBezTo>
                  <a:cubicBezTo>
                    <a:pt x="7341" y="2298"/>
                    <a:pt x="7323" y="2303"/>
                    <a:pt x="7313" y="2303"/>
                  </a:cubicBezTo>
                  <a:cubicBezTo>
                    <a:pt x="7307" y="2303"/>
                    <a:pt x="7303" y="2302"/>
                    <a:pt x="7303" y="2298"/>
                  </a:cubicBezTo>
                  <a:cubicBezTo>
                    <a:pt x="7342" y="2141"/>
                    <a:pt x="7165" y="1806"/>
                    <a:pt x="7068" y="1728"/>
                  </a:cubicBezTo>
                  <a:cubicBezTo>
                    <a:pt x="6928" y="1635"/>
                    <a:pt x="6716" y="1604"/>
                    <a:pt x="6537" y="1604"/>
                  </a:cubicBezTo>
                  <a:cubicBezTo>
                    <a:pt x="6488" y="1604"/>
                    <a:pt x="6442" y="1606"/>
                    <a:pt x="6400" y="1610"/>
                  </a:cubicBezTo>
                  <a:cubicBezTo>
                    <a:pt x="6281" y="1624"/>
                    <a:pt x="6165" y="1632"/>
                    <a:pt x="6051" y="1632"/>
                  </a:cubicBezTo>
                  <a:cubicBezTo>
                    <a:pt x="5691" y="1632"/>
                    <a:pt x="5349" y="1558"/>
                    <a:pt x="5005" y="1395"/>
                  </a:cubicBezTo>
                  <a:cubicBezTo>
                    <a:pt x="4672" y="1257"/>
                    <a:pt x="4398" y="982"/>
                    <a:pt x="4142" y="727"/>
                  </a:cubicBezTo>
                  <a:cubicBezTo>
                    <a:pt x="4005" y="589"/>
                    <a:pt x="3848" y="452"/>
                    <a:pt x="3710" y="295"/>
                  </a:cubicBezTo>
                  <a:cubicBezTo>
                    <a:pt x="3592" y="196"/>
                    <a:pt x="3495" y="39"/>
                    <a:pt x="3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solidFill>
                  <a:schemeClr val="dk1"/>
                </a:solidFill>
              </a:endParaRPr>
            </a:p>
          </p:txBody>
        </p:sp>
        <p:sp>
          <p:nvSpPr>
            <p:cNvPr id="400" name="Google Shape;400;p14"/>
            <p:cNvSpPr/>
            <p:nvPr/>
          </p:nvSpPr>
          <p:spPr>
            <a:xfrm>
              <a:off x="5660047" y="3771549"/>
              <a:ext cx="516988" cy="1109813"/>
            </a:xfrm>
            <a:custGeom>
              <a:avLst/>
              <a:gdLst/>
              <a:ahLst/>
              <a:cxnLst/>
              <a:rect l="l" t="t" r="r" b="b"/>
              <a:pathLst>
                <a:path w="11330" h="24326" extrusionOk="0">
                  <a:moveTo>
                    <a:pt x="5597" y="0"/>
                  </a:moveTo>
                  <a:lnTo>
                    <a:pt x="1" y="1670"/>
                  </a:lnTo>
                  <a:lnTo>
                    <a:pt x="5262" y="10759"/>
                  </a:lnTo>
                  <a:cubicBezTo>
                    <a:pt x="5145" y="11957"/>
                    <a:pt x="4870" y="14764"/>
                    <a:pt x="4929" y="15844"/>
                  </a:cubicBezTo>
                  <a:cubicBezTo>
                    <a:pt x="5047" y="18022"/>
                    <a:pt x="5930" y="24325"/>
                    <a:pt x="5930" y="24325"/>
                  </a:cubicBezTo>
                  <a:lnTo>
                    <a:pt x="11329" y="23402"/>
                  </a:lnTo>
                  <a:cubicBezTo>
                    <a:pt x="11329" y="23402"/>
                    <a:pt x="9798" y="13939"/>
                    <a:pt x="9720" y="10680"/>
                  </a:cubicBezTo>
                  <a:cubicBezTo>
                    <a:pt x="9720" y="10661"/>
                    <a:pt x="9484" y="9581"/>
                    <a:pt x="9484" y="9581"/>
                  </a:cubicBezTo>
                  <a:lnTo>
                    <a:pt x="55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1" name="Google Shape;401;p14"/>
            <p:cNvSpPr/>
            <p:nvPr/>
          </p:nvSpPr>
          <p:spPr>
            <a:xfrm>
              <a:off x="5949426" y="4851697"/>
              <a:ext cx="340491" cy="137962"/>
            </a:xfrm>
            <a:custGeom>
              <a:avLst/>
              <a:gdLst/>
              <a:ahLst/>
              <a:cxnLst/>
              <a:rect l="l" t="t" r="r" b="b"/>
              <a:pathLst>
                <a:path w="7462" h="3024" extrusionOk="0">
                  <a:moveTo>
                    <a:pt x="3279" y="0"/>
                  </a:moveTo>
                  <a:lnTo>
                    <a:pt x="3299" y="21"/>
                  </a:lnTo>
                  <a:cubicBezTo>
                    <a:pt x="3270" y="10"/>
                    <a:pt x="3240" y="5"/>
                    <a:pt x="3211" y="5"/>
                  </a:cubicBezTo>
                  <a:cubicBezTo>
                    <a:pt x="3084" y="5"/>
                    <a:pt x="2963" y="98"/>
                    <a:pt x="2867" y="178"/>
                  </a:cubicBezTo>
                  <a:cubicBezTo>
                    <a:pt x="2560" y="485"/>
                    <a:pt x="2421" y="904"/>
                    <a:pt x="1939" y="904"/>
                  </a:cubicBezTo>
                  <a:cubicBezTo>
                    <a:pt x="1928" y="904"/>
                    <a:pt x="1916" y="904"/>
                    <a:pt x="1904" y="903"/>
                  </a:cubicBezTo>
                  <a:cubicBezTo>
                    <a:pt x="1650" y="885"/>
                    <a:pt x="1375" y="825"/>
                    <a:pt x="1119" y="746"/>
                  </a:cubicBezTo>
                  <a:cubicBezTo>
                    <a:pt x="943" y="707"/>
                    <a:pt x="786" y="649"/>
                    <a:pt x="629" y="550"/>
                  </a:cubicBezTo>
                  <a:cubicBezTo>
                    <a:pt x="511" y="492"/>
                    <a:pt x="394" y="335"/>
                    <a:pt x="276" y="315"/>
                  </a:cubicBezTo>
                  <a:cubicBezTo>
                    <a:pt x="98" y="688"/>
                    <a:pt x="1" y="1159"/>
                    <a:pt x="20" y="1571"/>
                  </a:cubicBezTo>
                  <a:cubicBezTo>
                    <a:pt x="20" y="1728"/>
                    <a:pt x="1" y="2102"/>
                    <a:pt x="79" y="2220"/>
                  </a:cubicBezTo>
                  <a:cubicBezTo>
                    <a:pt x="98" y="2238"/>
                    <a:pt x="98" y="2259"/>
                    <a:pt x="119" y="2259"/>
                  </a:cubicBezTo>
                  <a:lnTo>
                    <a:pt x="119" y="2317"/>
                  </a:lnTo>
                  <a:cubicBezTo>
                    <a:pt x="138" y="2494"/>
                    <a:pt x="177" y="2827"/>
                    <a:pt x="334" y="2906"/>
                  </a:cubicBezTo>
                  <a:cubicBezTo>
                    <a:pt x="551" y="3024"/>
                    <a:pt x="825" y="2984"/>
                    <a:pt x="1080" y="3005"/>
                  </a:cubicBezTo>
                  <a:cubicBezTo>
                    <a:pt x="1336" y="3005"/>
                    <a:pt x="1630" y="3005"/>
                    <a:pt x="1944" y="2945"/>
                  </a:cubicBezTo>
                  <a:cubicBezTo>
                    <a:pt x="1904" y="2827"/>
                    <a:pt x="1865" y="2670"/>
                    <a:pt x="2003" y="2612"/>
                  </a:cubicBezTo>
                  <a:cubicBezTo>
                    <a:pt x="2029" y="2596"/>
                    <a:pt x="2064" y="2590"/>
                    <a:pt x="2102" y="2590"/>
                  </a:cubicBezTo>
                  <a:cubicBezTo>
                    <a:pt x="2208" y="2590"/>
                    <a:pt x="2343" y="2637"/>
                    <a:pt x="2415" y="2652"/>
                  </a:cubicBezTo>
                  <a:cubicBezTo>
                    <a:pt x="2749" y="2710"/>
                    <a:pt x="3063" y="2848"/>
                    <a:pt x="3396" y="2906"/>
                  </a:cubicBezTo>
                  <a:cubicBezTo>
                    <a:pt x="3744" y="2948"/>
                    <a:pt x="4095" y="2965"/>
                    <a:pt x="4447" y="2965"/>
                  </a:cubicBezTo>
                  <a:cubicBezTo>
                    <a:pt x="4930" y="2965"/>
                    <a:pt x="5414" y="2933"/>
                    <a:pt x="5890" y="2887"/>
                  </a:cubicBezTo>
                  <a:cubicBezTo>
                    <a:pt x="6283" y="2827"/>
                    <a:pt x="6695" y="2710"/>
                    <a:pt x="7068" y="2553"/>
                  </a:cubicBezTo>
                  <a:cubicBezTo>
                    <a:pt x="7186" y="2513"/>
                    <a:pt x="7401" y="2474"/>
                    <a:pt x="7441" y="2356"/>
                  </a:cubicBezTo>
                  <a:cubicBezTo>
                    <a:pt x="7461" y="2298"/>
                    <a:pt x="7422" y="2160"/>
                    <a:pt x="7383" y="2102"/>
                  </a:cubicBezTo>
                  <a:cubicBezTo>
                    <a:pt x="7387" y="2097"/>
                    <a:pt x="7386" y="2096"/>
                    <a:pt x="7383" y="2096"/>
                  </a:cubicBezTo>
                  <a:cubicBezTo>
                    <a:pt x="7374" y="2096"/>
                    <a:pt x="7346" y="2107"/>
                    <a:pt x="7331" y="2107"/>
                  </a:cubicBezTo>
                  <a:cubicBezTo>
                    <a:pt x="7326" y="2107"/>
                    <a:pt x="7323" y="2106"/>
                    <a:pt x="7323" y="2102"/>
                  </a:cubicBezTo>
                  <a:cubicBezTo>
                    <a:pt x="7343" y="1945"/>
                    <a:pt x="7166" y="1610"/>
                    <a:pt x="7068" y="1532"/>
                  </a:cubicBezTo>
                  <a:cubicBezTo>
                    <a:pt x="6960" y="1472"/>
                    <a:pt x="6800" y="1449"/>
                    <a:pt x="6648" y="1449"/>
                  </a:cubicBezTo>
                  <a:cubicBezTo>
                    <a:pt x="6551" y="1449"/>
                    <a:pt x="6457" y="1458"/>
                    <a:pt x="6381" y="1474"/>
                  </a:cubicBezTo>
                  <a:cubicBezTo>
                    <a:pt x="6243" y="1496"/>
                    <a:pt x="6106" y="1508"/>
                    <a:pt x="5970" y="1508"/>
                  </a:cubicBezTo>
                  <a:cubicBezTo>
                    <a:pt x="5637" y="1508"/>
                    <a:pt x="5307" y="1441"/>
                    <a:pt x="4987" y="1317"/>
                  </a:cubicBezTo>
                  <a:cubicBezTo>
                    <a:pt x="4653" y="1199"/>
                    <a:pt x="4359" y="924"/>
                    <a:pt x="4103" y="688"/>
                  </a:cubicBezTo>
                  <a:lnTo>
                    <a:pt x="3632" y="275"/>
                  </a:lnTo>
                  <a:cubicBezTo>
                    <a:pt x="3514" y="178"/>
                    <a:pt x="3417" y="40"/>
                    <a:pt x="3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solidFill>
                  <a:schemeClr val="dk1"/>
                </a:solidFill>
              </a:endParaRPr>
            </a:p>
          </p:txBody>
        </p:sp>
        <p:sp>
          <p:nvSpPr>
            <p:cNvPr id="402" name="Google Shape;402;p14"/>
            <p:cNvSpPr/>
            <p:nvPr/>
          </p:nvSpPr>
          <p:spPr>
            <a:xfrm>
              <a:off x="5573215" y="2448692"/>
              <a:ext cx="346697" cy="380583"/>
            </a:xfrm>
            <a:custGeom>
              <a:avLst/>
              <a:gdLst/>
              <a:ahLst/>
              <a:cxnLst/>
              <a:rect l="l" t="t" r="r" b="b"/>
              <a:pathLst>
                <a:path w="7598" h="8342" extrusionOk="0">
                  <a:moveTo>
                    <a:pt x="3573" y="1"/>
                  </a:moveTo>
                  <a:cubicBezTo>
                    <a:pt x="3338" y="1"/>
                    <a:pt x="3121" y="1"/>
                    <a:pt x="2886" y="40"/>
                  </a:cubicBezTo>
                  <a:cubicBezTo>
                    <a:pt x="2454" y="98"/>
                    <a:pt x="2042" y="137"/>
                    <a:pt x="1629" y="255"/>
                  </a:cubicBezTo>
                  <a:cubicBezTo>
                    <a:pt x="1158" y="412"/>
                    <a:pt x="647" y="668"/>
                    <a:pt x="373" y="1100"/>
                  </a:cubicBezTo>
                  <a:cubicBezTo>
                    <a:pt x="79" y="1571"/>
                    <a:pt x="0" y="2218"/>
                    <a:pt x="19" y="2788"/>
                  </a:cubicBezTo>
                  <a:cubicBezTo>
                    <a:pt x="19" y="3377"/>
                    <a:pt x="255" y="3907"/>
                    <a:pt x="569" y="4417"/>
                  </a:cubicBezTo>
                  <a:cubicBezTo>
                    <a:pt x="883" y="4909"/>
                    <a:pt x="1453" y="5124"/>
                    <a:pt x="1904" y="5477"/>
                  </a:cubicBezTo>
                  <a:cubicBezTo>
                    <a:pt x="2414" y="5851"/>
                    <a:pt x="2513" y="6518"/>
                    <a:pt x="2827" y="7029"/>
                  </a:cubicBezTo>
                  <a:cubicBezTo>
                    <a:pt x="3121" y="7480"/>
                    <a:pt x="3475" y="7853"/>
                    <a:pt x="3848" y="8246"/>
                  </a:cubicBezTo>
                  <a:cubicBezTo>
                    <a:pt x="3901" y="8320"/>
                    <a:pt x="3982" y="8337"/>
                    <a:pt x="4071" y="8337"/>
                  </a:cubicBezTo>
                  <a:cubicBezTo>
                    <a:pt x="4146" y="8337"/>
                    <a:pt x="4227" y="8325"/>
                    <a:pt x="4299" y="8325"/>
                  </a:cubicBezTo>
                  <a:cubicBezTo>
                    <a:pt x="4427" y="8325"/>
                    <a:pt x="4585" y="8342"/>
                    <a:pt x="4733" y="8342"/>
                  </a:cubicBezTo>
                  <a:cubicBezTo>
                    <a:pt x="4858" y="8342"/>
                    <a:pt x="4976" y="8330"/>
                    <a:pt x="5065" y="8285"/>
                  </a:cubicBezTo>
                  <a:cubicBezTo>
                    <a:pt x="5202" y="8246"/>
                    <a:pt x="5223" y="8029"/>
                    <a:pt x="5262" y="7912"/>
                  </a:cubicBezTo>
                  <a:cubicBezTo>
                    <a:pt x="5320" y="7696"/>
                    <a:pt x="5359" y="7461"/>
                    <a:pt x="5398" y="7244"/>
                  </a:cubicBezTo>
                  <a:cubicBezTo>
                    <a:pt x="5458" y="6990"/>
                    <a:pt x="5458" y="6636"/>
                    <a:pt x="5654" y="6420"/>
                  </a:cubicBezTo>
                  <a:cubicBezTo>
                    <a:pt x="5792" y="6265"/>
                    <a:pt x="6020" y="6201"/>
                    <a:pt x="6233" y="6201"/>
                  </a:cubicBezTo>
                  <a:cubicBezTo>
                    <a:pt x="6263" y="6201"/>
                    <a:pt x="6293" y="6202"/>
                    <a:pt x="6322" y="6204"/>
                  </a:cubicBezTo>
                  <a:cubicBezTo>
                    <a:pt x="6377" y="6209"/>
                    <a:pt x="6438" y="6213"/>
                    <a:pt x="6501" y="6213"/>
                  </a:cubicBezTo>
                  <a:cubicBezTo>
                    <a:pt x="6681" y="6213"/>
                    <a:pt x="6878" y="6183"/>
                    <a:pt x="7008" y="6066"/>
                  </a:cubicBezTo>
                  <a:cubicBezTo>
                    <a:pt x="7186" y="5890"/>
                    <a:pt x="7186" y="5615"/>
                    <a:pt x="7087" y="5399"/>
                  </a:cubicBezTo>
                  <a:cubicBezTo>
                    <a:pt x="7008" y="5223"/>
                    <a:pt x="6832" y="5144"/>
                    <a:pt x="6969" y="4928"/>
                  </a:cubicBezTo>
                  <a:cubicBezTo>
                    <a:pt x="7029" y="4849"/>
                    <a:pt x="7068" y="4791"/>
                    <a:pt x="7008" y="4673"/>
                  </a:cubicBezTo>
                  <a:cubicBezTo>
                    <a:pt x="6969" y="4535"/>
                    <a:pt x="6950" y="4595"/>
                    <a:pt x="7029" y="4477"/>
                  </a:cubicBezTo>
                  <a:cubicBezTo>
                    <a:pt x="7126" y="4299"/>
                    <a:pt x="6950" y="4181"/>
                    <a:pt x="7008" y="4024"/>
                  </a:cubicBezTo>
                  <a:cubicBezTo>
                    <a:pt x="7087" y="3867"/>
                    <a:pt x="7322" y="3809"/>
                    <a:pt x="7401" y="3632"/>
                  </a:cubicBezTo>
                  <a:cubicBezTo>
                    <a:pt x="7597" y="3299"/>
                    <a:pt x="6950" y="3024"/>
                    <a:pt x="6754" y="2828"/>
                  </a:cubicBezTo>
                  <a:cubicBezTo>
                    <a:pt x="6597" y="2671"/>
                    <a:pt x="6498" y="2514"/>
                    <a:pt x="6459" y="2317"/>
                  </a:cubicBezTo>
                  <a:cubicBezTo>
                    <a:pt x="6440" y="2061"/>
                    <a:pt x="6380" y="1807"/>
                    <a:pt x="6302" y="1551"/>
                  </a:cubicBezTo>
                  <a:cubicBezTo>
                    <a:pt x="6074" y="963"/>
                    <a:pt x="5645" y="411"/>
                    <a:pt x="5066" y="145"/>
                  </a:cubicBezTo>
                  <a:lnTo>
                    <a:pt x="5066" y="145"/>
                  </a:lnTo>
                  <a:cubicBezTo>
                    <a:pt x="5079" y="149"/>
                    <a:pt x="5092" y="153"/>
                    <a:pt x="5105" y="158"/>
                  </a:cubicBezTo>
                  <a:lnTo>
                    <a:pt x="5006" y="118"/>
                  </a:lnTo>
                  <a:lnTo>
                    <a:pt x="5006" y="118"/>
                  </a:lnTo>
                  <a:cubicBezTo>
                    <a:pt x="5026" y="127"/>
                    <a:pt x="5046" y="136"/>
                    <a:pt x="5066" y="145"/>
                  </a:cubicBezTo>
                  <a:lnTo>
                    <a:pt x="5066" y="145"/>
                  </a:lnTo>
                  <a:cubicBezTo>
                    <a:pt x="4961" y="110"/>
                    <a:pt x="4856" y="77"/>
                    <a:pt x="4751" y="59"/>
                  </a:cubicBezTo>
                  <a:cubicBezTo>
                    <a:pt x="4359" y="1"/>
                    <a:pt x="3985" y="20"/>
                    <a:pt x="3573" y="1"/>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3" name="Google Shape;403;p14"/>
            <p:cNvSpPr/>
            <p:nvPr/>
          </p:nvSpPr>
          <p:spPr>
            <a:xfrm>
              <a:off x="5573215" y="2454075"/>
              <a:ext cx="326985" cy="375199"/>
            </a:xfrm>
            <a:custGeom>
              <a:avLst/>
              <a:gdLst/>
              <a:ahLst/>
              <a:cxnLst/>
              <a:rect l="l" t="t" r="r" b="b"/>
              <a:pathLst>
                <a:path w="7166" h="8224" extrusionOk="0">
                  <a:moveTo>
                    <a:pt x="2375" y="0"/>
                  </a:moveTo>
                  <a:lnTo>
                    <a:pt x="2375" y="0"/>
                  </a:lnTo>
                  <a:cubicBezTo>
                    <a:pt x="2121" y="19"/>
                    <a:pt x="1865" y="59"/>
                    <a:pt x="1629" y="137"/>
                  </a:cubicBezTo>
                  <a:cubicBezTo>
                    <a:pt x="1158" y="294"/>
                    <a:pt x="647" y="550"/>
                    <a:pt x="373" y="982"/>
                  </a:cubicBezTo>
                  <a:cubicBezTo>
                    <a:pt x="79" y="1453"/>
                    <a:pt x="0" y="2100"/>
                    <a:pt x="19" y="2670"/>
                  </a:cubicBezTo>
                  <a:cubicBezTo>
                    <a:pt x="19" y="3259"/>
                    <a:pt x="255" y="3789"/>
                    <a:pt x="569" y="4299"/>
                  </a:cubicBezTo>
                  <a:cubicBezTo>
                    <a:pt x="883" y="4791"/>
                    <a:pt x="1453" y="5006"/>
                    <a:pt x="1904" y="5359"/>
                  </a:cubicBezTo>
                  <a:cubicBezTo>
                    <a:pt x="2414" y="5733"/>
                    <a:pt x="2513" y="6400"/>
                    <a:pt x="2827" y="6911"/>
                  </a:cubicBezTo>
                  <a:cubicBezTo>
                    <a:pt x="3121" y="7362"/>
                    <a:pt x="3475" y="7735"/>
                    <a:pt x="3848" y="8128"/>
                  </a:cubicBezTo>
                  <a:cubicBezTo>
                    <a:pt x="3901" y="8202"/>
                    <a:pt x="3982" y="8219"/>
                    <a:pt x="4071" y="8219"/>
                  </a:cubicBezTo>
                  <a:cubicBezTo>
                    <a:pt x="4146" y="8219"/>
                    <a:pt x="4227" y="8207"/>
                    <a:pt x="4299" y="8207"/>
                  </a:cubicBezTo>
                  <a:cubicBezTo>
                    <a:pt x="4427" y="8207"/>
                    <a:pt x="4585" y="8224"/>
                    <a:pt x="4733" y="8224"/>
                  </a:cubicBezTo>
                  <a:cubicBezTo>
                    <a:pt x="4858" y="8224"/>
                    <a:pt x="4976" y="8212"/>
                    <a:pt x="5065" y="8167"/>
                  </a:cubicBezTo>
                  <a:cubicBezTo>
                    <a:pt x="5202" y="8128"/>
                    <a:pt x="5223" y="7911"/>
                    <a:pt x="5262" y="7794"/>
                  </a:cubicBezTo>
                  <a:cubicBezTo>
                    <a:pt x="5320" y="7578"/>
                    <a:pt x="5359" y="7343"/>
                    <a:pt x="5398" y="7126"/>
                  </a:cubicBezTo>
                  <a:cubicBezTo>
                    <a:pt x="5458" y="6872"/>
                    <a:pt x="5458" y="6518"/>
                    <a:pt x="5654" y="6302"/>
                  </a:cubicBezTo>
                  <a:cubicBezTo>
                    <a:pt x="5792" y="6147"/>
                    <a:pt x="6020" y="6083"/>
                    <a:pt x="6233" y="6083"/>
                  </a:cubicBezTo>
                  <a:cubicBezTo>
                    <a:pt x="6263" y="6083"/>
                    <a:pt x="6293" y="6084"/>
                    <a:pt x="6322" y="6086"/>
                  </a:cubicBezTo>
                  <a:cubicBezTo>
                    <a:pt x="6377" y="6091"/>
                    <a:pt x="6438" y="6095"/>
                    <a:pt x="6501" y="6095"/>
                  </a:cubicBezTo>
                  <a:cubicBezTo>
                    <a:pt x="6681" y="6095"/>
                    <a:pt x="6878" y="6065"/>
                    <a:pt x="7008" y="5948"/>
                  </a:cubicBezTo>
                  <a:cubicBezTo>
                    <a:pt x="7126" y="5812"/>
                    <a:pt x="7165" y="5634"/>
                    <a:pt x="7146" y="5477"/>
                  </a:cubicBezTo>
                  <a:lnTo>
                    <a:pt x="7146" y="5477"/>
                  </a:lnTo>
                  <a:cubicBezTo>
                    <a:pt x="6838" y="5564"/>
                    <a:pt x="6526" y="5606"/>
                    <a:pt x="6217" y="5606"/>
                  </a:cubicBezTo>
                  <a:cubicBezTo>
                    <a:pt x="4572" y="5606"/>
                    <a:pt x="2993" y="4428"/>
                    <a:pt x="2414" y="2611"/>
                  </a:cubicBezTo>
                  <a:cubicBezTo>
                    <a:pt x="2121" y="1708"/>
                    <a:pt x="2140" y="786"/>
                    <a:pt x="2375" y="0"/>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4" name="Google Shape;404;p14"/>
            <p:cNvSpPr/>
            <p:nvPr/>
          </p:nvSpPr>
          <p:spPr>
            <a:xfrm>
              <a:off x="5656488" y="2694093"/>
              <a:ext cx="149666" cy="135179"/>
            </a:xfrm>
            <a:custGeom>
              <a:avLst/>
              <a:gdLst/>
              <a:ahLst/>
              <a:cxnLst/>
              <a:rect l="l" t="t" r="r" b="b"/>
              <a:pathLst>
                <a:path w="3280" h="2963" extrusionOk="0">
                  <a:moveTo>
                    <a:pt x="21" y="1"/>
                  </a:moveTo>
                  <a:lnTo>
                    <a:pt x="0" y="40"/>
                  </a:lnTo>
                  <a:cubicBezTo>
                    <a:pt x="571" y="354"/>
                    <a:pt x="354" y="1257"/>
                    <a:pt x="256" y="1787"/>
                  </a:cubicBezTo>
                  <a:cubicBezTo>
                    <a:pt x="236" y="1925"/>
                    <a:pt x="178" y="2082"/>
                    <a:pt x="157" y="2218"/>
                  </a:cubicBezTo>
                  <a:cubicBezTo>
                    <a:pt x="157" y="2336"/>
                    <a:pt x="139" y="2297"/>
                    <a:pt x="197" y="2396"/>
                  </a:cubicBezTo>
                  <a:cubicBezTo>
                    <a:pt x="236" y="2435"/>
                    <a:pt x="315" y="2493"/>
                    <a:pt x="374" y="2533"/>
                  </a:cubicBezTo>
                  <a:cubicBezTo>
                    <a:pt x="629" y="2671"/>
                    <a:pt x="982" y="2768"/>
                    <a:pt x="1277" y="2847"/>
                  </a:cubicBezTo>
                  <a:cubicBezTo>
                    <a:pt x="1598" y="2932"/>
                    <a:pt x="1919" y="2962"/>
                    <a:pt x="2239" y="2962"/>
                  </a:cubicBezTo>
                  <a:cubicBezTo>
                    <a:pt x="2586" y="2962"/>
                    <a:pt x="2933" y="2927"/>
                    <a:pt x="3280" y="2886"/>
                  </a:cubicBezTo>
                  <a:cubicBezTo>
                    <a:pt x="2966" y="2789"/>
                    <a:pt x="2631" y="2454"/>
                    <a:pt x="2435" y="2200"/>
                  </a:cubicBezTo>
                  <a:cubicBezTo>
                    <a:pt x="2141" y="1826"/>
                    <a:pt x="1885" y="1433"/>
                    <a:pt x="1552" y="1119"/>
                  </a:cubicBezTo>
                  <a:cubicBezTo>
                    <a:pt x="1277" y="865"/>
                    <a:pt x="1002" y="629"/>
                    <a:pt x="707" y="412"/>
                  </a:cubicBezTo>
                  <a:cubicBezTo>
                    <a:pt x="571" y="334"/>
                    <a:pt x="453" y="276"/>
                    <a:pt x="315" y="197"/>
                  </a:cubicBezTo>
                  <a:cubicBezTo>
                    <a:pt x="217" y="137"/>
                    <a:pt x="118" y="40"/>
                    <a:pt x="21" y="1"/>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5" name="Google Shape;405;p14"/>
            <p:cNvSpPr/>
            <p:nvPr/>
          </p:nvSpPr>
          <p:spPr>
            <a:xfrm>
              <a:off x="5560667" y="2782737"/>
              <a:ext cx="433622" cy="1049774"/>
            </a:xfrm>
            <a:custGeom>
              <a:avLst/>
              <a:gdLst/>
              <a:ahLst/>
              <a:cxnLst/>
              <a:rect l="l" t="t" r="r" b="b"/>
              <a:pathLst>
                <a:path w="9503" h="23010" extrusionOk="0">
                  <a:moveTo>
                    <a:pt x="2278" y="1"/>
                  </a:moveTo>
                  <a:cubicBezTo>
                    <a:pt x="2278" y="1"/>
                    <a:pt x="1276" y="1003"/>
                    <a:pt x="1061" y="1414"/>
                  </a:cubicBezTo>
                  <a:cubicBezTo>
                    <a:pt x="844" y="1827"/>
                    <a:pt x="550" y="3358"/>
                    <a:pt x="550" y="3398"/>
                  </a:cubicBezTo>
                  <a:cubicBezTo>
                    <a:pt x="550" y="3437"/>
                    <a:pt x="315" y="6833"/>
                    <a:pt x="354" y="7696"/>
                  </a:cubicBezTo>
                  <a:cubicBezTo>
                    <a:pt x="511" y="11505"/>
                    <a:pt x="1" y="23009"/>
                    <a:pt x="1" y="23009"/>
                  </a:cubicBezTo>
                  <a:lnTo>
                    <a:pt x="9502" y="23009"/>
                  </a:lnTo>
                  <a:cubicBezTo>
                    <a:pt x="9502" y="23009"/>
                    <a:pt x="7990" y="13371"/>
                    <a:pt x="9110" y="6165"/>
                  </a:cubicBezTo>
                  <a:cubicBezTo>
                    <a:pt x="9267" y="5165"/>
                    <a:pt x="6734" y="2887"/>
                    <a:pt x="5673" y="1120"/>
                  </a:cubicBezTo>
                  <a:cubicBezTo>
                    <a:pt x="5144" y="257"/>
                    <a:pt x="2611" y="118"/>
                    <a:pt x="2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6" name="Google Shape;406;p14"/>
            <p:cNvSpPr/>
            <p:nvPr/>
          </p:nvSpPr>
          <p:spPr>
            <a:xfrm>
              <a:off x="5560667" y="2782737"/>
              <a:ext cx="629785" cy="2123682"/>
            </a:xfrm>
            <a:custGeom>
              <a:avLst/>
              <a:gdLst/>
              <a:ahLst/>
              <a:cxnLst/>
              <a:rect l="l" t="t" r="r" b="b"/>
              <a:pathLst>
                <a:path w="13802" h="46549" extrusionOk="0">
                  <a:moveTo>
                    <a:pt x="2278" y="1"/>
                  </a:moveTo>
                  <a:lnTo>
                    <a:pt x="2278" y="1"/>
                  </a:lnTo>
                  <a:cubicBezTo>
                    <a:pt x="1904" y="217"/>
                    <a:pt x="1237" y="1100"/>
                    <a:pt x="1061" y="1414"/>
                  </a:cubicBezTo>
                  <a:cubicBezTo>
                    <a:pt x="844" y="1827"/>
                    <a:pt x="550" y="3299"/>
                    <a:pt x="550" y="3338"/>
                  </a:cubicBezTo>
                  <a:cubicBezTo>
                    <a:pt x="550" y="3377"/>
                    <a:pt x="315" y="6793"/>
                    <a:pt x="354" y="7638"/>
                  </a:cubicBezTo>
                  <a:cubicBezTo>
                    <a:pt x="511" y="11466"/>
                    <a:pt x="1" y="23462"/>
                    <a:pt x="1" y="23462"/>
                  </a:cubicBezTo>
                  <a:lnTo>
                    <a:pt x="2179" y="23462"/>
                  </a:lnTo>
                  <a:lnTo>
                    <a:pt x="7362" y="32433"/>
                  </a:lnTo>
                  <a:cubicBezTo>
                    <a:pt x="7244" y="33631"/>
                    <a:pt x="6990" y="36419"/>
                    <a:pt x="7048" y="37518"/>
                  </a:cubicBezTo>
                  <a:cubicBezTo>
                    <a:pt x="7165" y="39696"/>
                    <a:pt x="8343" y="46549"/>
                    <a:pt x="8343" y="46549"/>
                  </a:cubicBezTo>
                  <a:lnTo>
                    <a:pt x="13801" y="46411"/>
                  </a:lnTo>
                  <a:cubicBezTo>
                    <a:pt x="13801" y="46411"/>
                    <a:pt x="12958" y="42131"/>
                    <a:pt x="12526" y="38971"/>
                  </a:cubicBezTo>
                  <a:cubicBezTo>
                    <a:pt x="10406" y="37165"/>
                    <a:pt x="8383" y="33728"/>
                    <a:pt x="7147" y="29527"/>
                  </a:cubicBezTo>
                  <a:cubicBezTo>
                    <a:pt x="6537" y="27407"/>
                    <a:pt x="6184" y="25326"/>
                    <a:pt x="6105" y="23462"/>
                  </a:cubicBezTo>
                  <a:lnTo>
                    <a:pt x="9502" y="23462"/>
                  </a:lnTo>
                  <a:cubicBezTo>
                    <a:pt x="9502" y="23462"/>
                    <a:pt x="9267" y="20163"/>
                    <a:pt x="8992" y="16590"/>
                  </a:cubicBezTo>
                  <a:cubicBezTo>
                    <a:pt x="6694" y="15353"/>
                    <a:pt x="4574" y="13174"/>
                    <a:pt x="3121" y="10327"/>
                  </a:cubicBezTo>
                  <a:cubicBezTo>
                    <a:pt x="1394" y="6911"/>
                    <a:pt x="1414" y="2848"/>
                    <a:pt x="2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7" name="Google Shape;407;p14"/>
            <p:cNvSpPr/>
            <p:nvPr/>
          </p:nvSpPr>
          <p:spPr>
            <a:xfrm>
              <a:off x="5394075" y="3439284"/>
              <a:ext cx="507908" cy="316164"/>
            </a:xfrm>
            <a:custGeom>
              <a:avLst/>
              <a:gdLst/>
              <a:ahLst/>
              <a:cxnLst/>
              <a:rect l="l" t="t" r="r" b="b"/>
              <a:pathLst>
                <a:path w="11131" h="6930" extrusionOk="0">
                  <a:moveTo>
                    <a:pt x="0" y="1"/>
                  </a:moveTo>
                  <a:lnTo>
                    <a:pt x="0" y="6930"/>
                  </a:lnTo>
                  <a:lnTo>
                    <a:pt x="11131" y="6930"/>
                  </a:lnTo>
                  <a:lnTo>
                    <a:pt x="11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8" name="Google Shape;408;p14"/>
            <p:cNvSpPr/>
            <p:nvPr/>
          </p:nvSpPr>
          <p:spPr>
            <a:xfrm>
              <a:off x="5419126" y="3457213"/>
              <a:ext cx="461365" cy="274967"/>
            </a:xfrm>
            <a:custGeom>
              <a:avLst/>
              <a:gdLst/>
              <a:ahLst/>
              <a:cxnLst/>
              <a:rect l="l" t="t" r="r" b="b"/>
              <a:pathLst>
                <a:path w="10111" h="6027" extrusionOk="0">
                  <a:moveTo>
                    <a:pt x="1" y="0"/>
                  </a:moveTo>
                  <a:lnTo>
                    <a:pt x="1" y="6026"/>
                  </a:lnTo>
                  <a:lnTo>
                    <a:pt x="10110" y="6026"/>
                  </a:lnTo>
                  <a:lnTo>
                    <a:pt x="101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09" name="Google Shape;409;p14"/>
            <p:cNvSpPr/>
            <p:nvPr/>
          </p:nvSpPr>
          <p:spPr>
            <a:xfrm>
              <a:off x="5867887" y="3525281"/>
              <a:ext cx="57403" cy="127241"/>
            </a:xfrm>
            <a:custGeom>
              <a:avLst/>
              <a:gdLst/>
              <a:ahLst/>
              <a:cxnLst/>
              <a:rect l="l" t="t" r="r" b="b"/>
              <a:pathLst>
                <a:path w="1258" h="2789" extrusionOk="0">
                  <a:moveTo>
                    <a:pt x="1" y="0"/>
                  </a:moveTo>
                  <a:lnTo>
                    <a:pt x="1" y="2788"/>
                  </a:lnTo>
                  <a:lnTo>
                    <a:pt x="1257" y="2788"/>
                  </a:lnTo>
                  <a:lnTo>
                    <a:pt x="12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0" name="Google Shape;410;p14"/>
            <p:cNvSpPr/>
            <p:nvPr/>
          </p:nvSpPr>
          <p:spPr>
            <a:xfrm>
              <a:off x="5630525" y="3548549"/>
              <a:ext cx="154138" cy="223048"/>
            </a:xfrm>
            <a:custGeom>
              <a:avLst/>
              <a:gdLst/>
              <a:ahLst/>
              <a:cxnLst/>
              <a:rect l="l" t="t" r="r" b="b"/>
              <a:pathLst>
                <a:path w="3378" h="4889" extrusionOk="0">
                  <a:moveTo>
                    <a:pt x="1140" y="1"/>
                  </a:moveTo>
                  <a:cubicBezTo>
                    <a:pt x="805" y="98"/>
                    <a:pt x="295" y="393"/>
                    <a:pt x="1" y="629"/>
                  </a:cubicBezTo>
                  <a:cubicBezTo>
                    <a:pt x="433" y="1119"/>
                    <a:pt x="786" y="1747"/>
                    <a:pt x="1119" y="2317"/>
                  </a:cubicBezTo>
                  <a:cubicBezTo>
                    <a:pt x="1336" y="2690"/>
                    <a:pt x="1158" y="2788"/>
                    <a:pt x="1237" y="3161"/>
                  </a:cubicBezTo>
                  <a:cubicBezTo>
                    <a:pt x="1297" y="3534"/>
                    <a:pt x="1669" y="3652"/>
                    <a:pt x="1886" y="3907"/>
                  </a:cubicBezTo>
                  <a:cubicBezTo>
                    <a:pt x="1768" y="3907"/>
                    <a:pt x="1630" y="3867"/>
                    <a:pt x="1512" y="3809"/>
                  </a:cubicBezTo>
                  <a:lnTo>
                    <a:pt x="1512" y="3809"/>
                  </a:lnTo>
                  <a:cubicBezTo>
                    <a:pt x="923" y="4182"/>
                    <a:pt x="1846" y="4869"/>
                    <a:pt x="2239" y="4888"/>
                  </a:cubicBezTo>
                  <a:cubicBezTo>
                    <a:pt x="2246" y="4889"/>
                    <a:pt x="2252" y="4889"/>
                    <a:pt x="2259" y="4889"/>
                  </a:cubicBezTo>
                  <a:cubicBezTo>
                    <a:pt x="2724" y="4889"/>
                    <a:pt x="3221" y="4196"/>
                    <a:pt x="3279" y="3809"/>
                  </a:cubicBezTo>
                  <a:cubicBezTo>
                    <a:pt x="3378" y="3121"/>
                    <a:pt x="2632" y="2631"/>
                    <a:pt x="2239" y="2160"/>
                  </a:cubicBezTo>
                  <a:cubicBezTo>
                    <a:pt x="1787" y="1590"/>
                    <a:pt x="1454" y="786"/>
                    <a:pt x="1257" y="59"/>
                  </a:cubicBezTo>
                  <a:lnTo>
                    <a:pt x="1140" y="1"/>
                  </a:lnTo>
                  <a:close/>
                </a:path>
              </a:pathLst>
            </a:custGeom>
            <a:solidFill>
              <a:srgbClr val="EBC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1" name="Google Shape;411;p14"/>
            <p:cNvSpPr/>
            <p:nvPr/>
          </p:nvSpPr>
          <p:spPr>
            <a:xfrm>
              <a:off x="5462975" y="2843597"/>
              <a:ext cx="323471" cy="817875"/>
            </a:xfrm>
            <a:custGeom>
              <a:avLst/>
              <a:gdLst/>
              <a:ahLst/>
              <a:cxnLst/>
              <a:rect l="l" t="t" r="r" b="b"/>
              <a:pathLst>
                <a:path w="7089" h="17927" extrusionOk="0">
                  <a:moveTo>
                    <a:pt x="5597" y="0"/>
                  </a:moveTo>
                  <a:cubicBezTo>
                    <a:pt x="4831" y="0"/>
                    <a:pt x="4241" y="807"/>
                    <a:pt x="4241" y="807"/>
                  </a:cubicBezTo>
                  <a:cubicBezTo>
                    <a:pt x="4241" y="807"/>
                    <a:pt x="1" y="8464"/>
                    <a:pt x="610" y="11624"/>
                  </a:cubicBezTo>
                  <a:cubicBezTo>
                    <a:pt x="1042" y="13744"/>
                    <a:pt x="3084" y="17926"/>
                    <a:pt x="3084" y="17926"/>
                  </a:cubicBezTo>
                  <a:lnTo>
                    <a:pt x="5832" y="16689"/>
                  </a:lnTo>
                  <a:lnTo>
                    <a:pt x="4340" y="10053"/>
                  </a:lnTo>
                  <a:cubicBezTo>
                    <a:pt x="4340" y="10053"/>
                    <a:pt x="5262" y="7836"/>
                    <a:pt x="6008" y="5773"/>
                  </a:cubicBezTo>
                  <a:cubicBezTo>
                    <a:pt x="6362" y="4831"/>
                    <a:pt x="6676" y="3928"/>
                    <a:pt x="6853" y="3281"/>
                  </a:cubicBezTo>
                  <a:lnTo>
                    <a:pt x="6853" y="3242"/>
                  </a:lnTo>
                  <a:cubicBezTo>
                    <a:pt x="6872" y="3221"/>
                    <a:pt x="6872" y="3202"/>
                    <a:pt x="6872" y="3182"/>
                  </a:cubicBezTo>
                  <a:cubicBezTo>
                    <a:pt x="6951" y="2888"/>
                    <a:pt x="7089" y="2357"/>
                    <a:pt x="7089" y="1828"/>
                  </a:cubicBezTo>
                  <a:cubicBezTo>
                    <a:pt x="7089" y="1140"/>
                    <a:pt x="6853" y="433"/>
                    <a:pt x="6029" y="101"/>
                  </a:cubicBezTo>
                  <a:cubicBezTo>
                    <a:pt x="6008" y="80"/>
                    <a:pt x="5969" y="80"/>
                    <a:pt x="5950" y="80"/>
                  </a:cubicBezTo>
                  <a:cubicBezTo>
                    <a:pt x="5930" y="61"/>
                    <a:pt x="5911" y="61"/>
                    <a:pt x="5891" y="61"/>
                  </a:cubicBezTo>
                  <a:lnTo>
                    <a:pt x="5891" y="41"/>
                  </a:lnTo>
                  <a:cubicBezTo>
                    <a:pt x="5790" y="13"/>
                    <a:pt x="5692" y="0"/>
                    <a:pt x="55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2" name="Google Shape;412;p14"/>
            <p:cNvSpPr/>
            <p:nvPr/>
          </p:nvSpPr>
          <p:spPr>
            <a:xfrm>
              <a:off x="5544560" y="2405534"/>
              <a:ext cx="321600" cy="387153"/>
            </a:xfrm>
            <a:custGeom>
              <a:avLst/>
              <a:gdLst/>
              <a:ahLst/>
              <a:cxnLst/>
              <a:rect l="l" t="t" r="r" b="b"/>
              <a:pathLst>
                <a:path w="7048" h="8486" extrusionOk="0">
                  <a:moveTo>
                    <a:pt x="4148" y="1"/>
                  </a:moveTo>
                  <a:cubicBezTo>
                    <a:pt x="3987" y="1"/>
                    <a:pt x="3827" y="7"/>
                    <a:pt x="3671" y="23"/>
                  </a:cubicBezTo>
                  <a:cubicBezTo>
                    <a:pt x="3121" y="83"/>
                    <a:pt x="2807" y="141"/>
                    <a:pt x="2453" y="259"/>
                  </a:cubicBezTo>
                  <a:cubicBezTo>
                    <a:pt x="1315" y="612"/>
                    <a:pt x="354" y="1457"/>
                    <a:pt x="118" y="2693"/>
                  </a:cubicBezTo>
                  <a:cubicBezTo>
                    <a:pt x="0" y="3342"/>
                    <a:pt x="137" y="4009"/>
                    <a:pt x="372" y="4617"/>
                  </a:cubicBezTo>
                  <a:cubicBezTo>
                    <a:pt x="412" y="4735"/>
                    <a:pt x="471" y="4873"/>
                    <a:pt x="529" y="4991"/>
                  </a:cubicBezTo>
                  <a:lnTo>
                    <a:pt x="529" y="5010"/>
                  </a:lnTo>
                  <a:cubicBezTo>
                    <a:pt x="529" y="5010"/>
                    <a:pt x="550" y="5030"/>
                    <a:pt x="550" y="5049"/>
                  </a:cubicBezTo>
                  <a:cubicBezTo>
                    <a:pt x="707" y="5541"/>
                    <a:pt x="864" y="6208"/>
                    <a:pt x="785" y="6737"/>
                  </a:cubicBezTo>
                  <a:cubicBezTo>
                    <a:pt x="726" y="7169"/>
                    <a:pt x="176" y="7739"/>
                    <a:pt x="176" y="8132"/>
                  </a:cubicBezTo>
                  <a:cubicBezTo>
                    <a:pt x="184" y="8312"/>
                    <a:pt x="233" y="8363"/>
                    <a:pt x="301" y="8363"/>
                  </a:cubicBezTo>
                  <a:cubicBezTo>
                    <a:pt x="394" y="8363"/>
                    <a:pt x="523" y="8265"/>
                    <a:pt x="635" y="8265"/>
                  </a:cubicBezTo>
                  <a:cubicBezTo>
                    <a:pt x="646" y="8265"/>
                    <a:pt x="657" y="8266"/>
                    <a:pt x="668" y="8269"/>
                  </a:cubicBezTo>
                  <a:cubicBezTo>
                    <a:pt x="961" y="8328"/>
                    <a:pt x="1040" y="8485"/>
                    <a:pt x="1374" y="8485"/>
                  </a:cubicBezTo>
                  <a:cubicBezTo>
                    <a:pt x="1629" y="8485"/>
                    <a:pt x="1885" y="8368"/>
                    <a:pt x="2139" y="8347"/>
                  </a:cubicBezTo>
                  <a:cubicBezTo>
                    <a:pt x="2172" y="8345"/>
                    <a:pt x="2205" y="8343"/>
                    <a:pt x="2239" y="8343"/>
                  </a:cubicBezTo>
                  <a:cubicBezTo>
                    <a:pt x="2446" y="8343"/>
                    <a:pt x="2666" y="8386"/>
                    <a:pt x="2885" y="8386"/>
                  </a:cubicBezTo>
                  <a:cubicBezTo>
                    <a:pt x="2964" y="8397"/>
                    <a:pt x="3038" y="8402"/>
                    <a:pt x="3102" y="8402"/>
                  </a:cubicBezTo>
                  <a:cubicBezTo>
                    <a:pt x="3166" y="8402"/>
                    <a:pt x="3220" y="8397"/>
                    <a:pt x="3259" y="8386"/>
                  </a:cubicBezTo>
                  <a:cubicBezTo>
                    <a:pt x="3298" y="7640"/>
                    <a:pt x="3239" y="6876"/>
                    <a:pt x="3220" y="6130"/>
                  </a:cubicBezTo>
                  <a:cubicBezTo>
                    <a:pt x="3317" y="5933"/>
                    <a:pt x="3356" y="5737"/>
                    <a:pt x="3220" y="5541"/>
                  </a:cubicBezTo>
                  <a:cubicBezTo>
                    <a:pt x="3141" y="5402"/>
                    <a:pt x="3063" y="5324"/>
                    <a:pt x="2984" y="5226"/>
                  </a:cubicBezTo>
                  <a:cubicBezTo>
                    <a:pt x="2827" y="5049"/>
                    <a:pt x="2592" y="4795"/>
                    <a:pt x="2552" y="4578"/>
                  </a:cubicBezTo>
                  <a:cubicBezTo>
                    <a:pt x="2482" y="4262"/>
                    <a:pt x="2647" y="3977"/>
                    <a:pt x="2964" y="3977"/>
                  </a:cubicBezTo>
                  <a:cubicBezTo>
                    <a:pt x="3001" y="3977"/>
                    <a:pt x="3040" y="3981"/>
                    <a:pt x="3082" y="3989"/>
                  </a:cubicBezTo>
                  <a:cubicBezTo>
                    <a:pt x="3435" y="4067"/>
                    <a:pt x="3730" y="4656"/>
                    <a:pt x="4063" y="4813"/>
                  </a:cubicBezTo>
                  <a:cubicBezTo>
                    <a:pt x="4127" y="4853"/>
                    <a:pt x="4184" y="4867"/>
                    <a:pt x="4242" y="4867"/>
                  </a:cubicBezTo>
                  <a:cubicBezTo>
                    <a:pt x="4328" y="4867"/>
                    <a:pt x="4417" y="4837"/>
                    <a:pt x="4534" y="4813"/>
                  </a:cubicBezTo>
                  <a:cubicBezTo>
                    <a:pt x="4809" y="4755"/>
                    <a:pt x="4888" y="4421"/>
                    <a:pt x="4830" y="4206"/>
                  </a:cubicBezTo>
                  <a:cubicBezTo>
                    <a:pt x="4790" y="3989"/>
                    <a:pt x="4673" y="3774"/>
                    <a:pt x="4731" y="3557"/>
                  </a:cubicBezTo>
                  <a:cubicBezTo>
                    <a:pt x="4790" y="3303"/>
                    <a:pt x="5084" y="2968"/>
                    <a:pt x="5320" y="2871"/>
                  </a:cubicBezTo>
                  <a:cubicBezTo>
                    <a:pt x="5477" y="2792"/>
                    <a:pt x="5673" y="2792"/>
                    <a:pt x="5830" y="2693"/>
                  </a:cubicBezTo>
                  <a:cubicBezTo>
                    <a:pt x="5968" y="2615"/>
                    <a:pt x="5948" y="2478"/>
                    <a:pt x="6026" y="2360"/>
                  </a:cubicBezTo>
                  <a:cubicBezTo>
                    <a:pt x="6081" y="2288"/>
                    <a:pt x="6146" y="2267"/>
                    <a:pt x="6217" y="2267"/>
                  </a:cubicBezTo>
                  <a:cubicBezTo>
                    <a:pt x="6310" y="2267"/>
                    <a:pt x="6413" y="2303"/>
                    <a:pt x="6512" y="2303"/>
                  </a:cubicBezTo>
                  <a:cubicBezTo>
                    <a:pt x="6582" y="2303"/>
                    <a:pt x="6652" y="2285"/>
                    <a:pt x="6714" y="2222"/>
                  </a:cubicBezTo>
                  <a:cubicBezTo>
                    <a:pt x="7047" y="1889"/>
                    <a:pt x="6733" y="1280"/>
                    <a:pt x="6518" y="986"/>
                  </a:cubicBezTo>
                  <a:cubicBezTo>
                    <a:pt x="6419" y="848"/>
                    <a:pt x="6301" y="730"/>
                    <a:pt x="6144" y="612"/>
                  </a:cubicBezTo>
                  <a:cubicBezTo>
                    <a:pt x="6144" y="612"/>
                    <a:pt x="6125" y="612"/>
                    <a:pt x="6105" y="593"/>
                  </a:cubicBezTo>
                  <a:lnTo>
                    <a:pt x="6105" y="593"/>
                  </a:lnTo>
                  <a:lnTo>
                    <a:pt x="6144" y="612"/>
                  </a:lnTo>
                  <a:cubicBezTo>
                    <a:pt x="6026" y="534"/>
                    <a:pt x="5909" y="455"/>
                    <a:pt x="5772" y="377"/>
                  </a:cubicBezTo>
                  <a:cubicBezTo>
                    <a:pt x="5615" y="279"/>
                    <a:pt x="5458" y="180"/>
                    <a:pt x="5379" y="141"/>
                  </a:cubicBezTo>
                  <a:cubicBezTo>
                    <a:pt x="5202" y="62"/>
                    <a:pt x="5006" y="44"/>
                    <a:pt x="4809" y="23"/>
                  </a:cubicBezTo>
                  <a:cubicBezTo>
                    <a:pt x="4593" y="12"/>
                    <a:pt x="4370" y="1"/>
                    <a:pt x="41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3" name="Google Shape;413;p14"/>
            <p:cNvSpPr/>
            <p:nvPr/>
          </p:nvSpPr>
          <p:spPr>
            <a:xfrm>
              <a:off x="5789998" y="2569591"/>
              <a:ext cx="158564" cy="163055"/>
            </a:xfrm>
            <a:custGeom>
              <a:avLst/>
              <a:gdLst/>
              <a:ahLst/>
              <a:cxnLst/>
              <a:rect l="l" t="t" r="r" b="b"/>
              <a:pathLst>
                <a:path w="3475" h="3574" extrusionOk="0">
                  <a:moveTo>
                    <a:pt x="2532" y="0"/>
                  </a:moveTo>
                  <a:lnTo>
                    <a:pt x="118" y="884"/>
                  </a:lnTo>
                  <a:lnTo>
                    <a:pt x="0" y="2965"/>
                  </a:lnTo>
                  <a:lnTo>
                    <a:pt x="2375" y="3573"/>
                  </a:lnTo>
                  <a:lnTo>
                    <a:pt x="3181" y="3437"/>
                  </a:lnTo>
                  <a:lnTo>
                    <a:pt x="3181" y="2474"/>
                  </a:lnTo>
                  <a:lnTo>
                    <a:pt x="3474" y="1963"/>
                  </a:lnTo>
                  <a:lnTo>
                    <a:pt x="3278" y="1434"/>
                  </a:lnTo>
                  <a:lnTo>
                    <a:pt x="3278" y="825"/>
                  </a:lnTo>
                  <a:cubicBezTo>
                    <a:pt x="3278" y="825"/>
                    <a:pt x="2670" y="236"/>
                    <a:pt x="2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4" name="Google Shape;414;p14"/>
            <p:cNvSpPr/>
            <p:nvPr/>
          </p:nvSpPr>
          <p:spPr>
            <a:xfrm>
              <a:off x="5668169" y="2685151"/>
              <a:ext cx="137985" cy="47493"/>
            </a:xfrm>
            <a:custGeom>
              <a:avLst/>
              <a:gdLst/>
              <a:ahLst/>
              <a:cxnLst/>
              <a:rect l="l" t="t" r="r" b="b"/>
              <a:pathLst>
                <a:path w="3024" h="1041" extrusionOk="0">
                  <a:moveTo>
                    <a:pt x="3024" y="1"/>
                  </a:moveTo>
                  <a:cubicBezTo>
                    <a:pt x="2906" y="1"/>
                    <a:pt x="530" y="589"/>
                    <a:pt x="0" y="747"/>
                  </a:cubicBezTo>
                  <a:cubicBezTo>
                    <a:pt x="19" y="844"/>
                    <a:pt x="19" y="943"/>
                    <a:pt x="40" y="1040"/>
                  </a:cubicBezTo>
                  <a:lnTo>
                    <a:pt x="2964" y="472"/>
                  </a:lnTo>
                  <a:lnTo>
                    <a:pt x="3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5" name="Google Shape;415;p14"/>
            <p:cNvSpPr/>
            <p:nvPr/>
          </p:nvSpPr>
          <p:spPr>
            <a:xfrm>
              <a:off x="5561530" y="2613489"/>
              <a:ext cx="269697" cy="17055"/>
            </a:xfrm>
            <a:custGeom>
              <a:avLst/>
              <a:gdLst/>
              <a:ahLst/>
              <a:cxnLst/>
              <a:rect l="l" t="t" r="r" b="b"/>
              <a:pathLst>
                <a:path w="5105" h="374" extrusionOk="0">
                  <a:moveTo>
                    <a:pt x="5086" y="1"/>
                  </a:moveTo>
                  <a:lnTo>
                    <a:pt x="0" y="59"/>
                  </a:lnTo>
                  <a:cubicBezTo>
                    <a:pt x="118" y="354"/>
                    <a:pt x="40" y="59"/>
                    <a:pt x="99" y="373"/>
                  </a:cubicBezTo>
                  <a:lnTo>
                    <a:pt x="118" y="373"/>
                  </a:lnTo>
                  <a:lnTo>
                    <a:pt x="5105" y="255"/>
                  </a:lnTo>
                  <a:lnTo>
                    <a:pt x="50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16" name="Google Shape;416;p14"/>
            <p:cNvSpPr/>
            <p:nvPr/>
          </p:nvSpPr>
          <p:spPr>
            <a:xfrm>
              <a:off x="5394075" y="3749194"/>
              <a:ext cx="14373" cy="6250"/>
            </a:xfrm>
            <a:custGeom>
              <a:avLst/>
              <a:gdLst/>
              <a:ahLst/>
              <a:cxnLst/>
              <a:rect l="l" t="t" r="r" b="b"/>
              <a:pathLst>
                <a:path w="315" h="137" extrusionOk="0">
                  <a:moveTo>
                    <a:pt x="0" y="0"/>
                  </a:moveTo>
                  <a:lnTo>
                    <a:pt x="0" y="137"/>
                  </a:lnTo>
                  <a:lnTo>
                    <a:pt x="314" y="137"/>
                  </a:lnTo>
                  <a:lnTo>
                    <a:pt x="0" y="0"/>
                  </a:lnTo>
                  <a:close/>
                </a:path>
              </a:pathLst>
            </a:custGeom>
            <a:solidFill>
              <a:srgbClr val="2D4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3360934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417"/>
        <p:cNvGrpSpPr/>
        <p:nvPr/>
      </p:nvGrpSpPr>
      <p:grpSpPr>
        <a:xfrm>
          <a:off x="0" y="0"/>
          <a:ext cx="0" cy="0"/>
          <a:chOff x="0" y="0"/>
          <a:chExt cx="0" cy="0"/>
        </a:xfrm>
      </p:grpSpPr>
      <p:sp>
        <p:nvSpPr>
          <p:cNvPr id="418" name="Google Shape;418;p15"/>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19" name="Google Shape;419;p15"/>
          <p:cNvGrpSpPr/>
          <p:nvPr/>
        </p:nvGrpSpPr>
        <p:grpSpPr>
          <a:xfrm>
            <a:off x="-6366" y="166871"/>
            <a:ext cx="12198367" cy="6256543"/>
            <a:chOff x="-4775" y="125152"/>
            <a:chExt cx="9148775" cy="4692407"/>
          </a:xfrm>
        </p:grpSpPr>
        <p:grpSp>
          <p:nvGrpSpPr>
            <p:cNvPr id="420" name="Google Shape;420;p15"/>
            <p:cNvGrpSpPr/>
            <p:nvPr/>
          </p:nvGrpSpPr>
          <p:grpSpPr>
            <a:xfrm>
              <a:off x="-4775" y="636650"/>
              <a:ext cx="9148775" cy="3936950"/>
              <a:chOff x="-4775" y="636650"/>
              <a:chExt cx="9148775" cy="3936950"/>
            </a:xfrm>
          </p:grpSpPr>
          <p:sp>
            <p:nvSpPr>
              <p:cNvPr id="421" name="Google Shape;421;p1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2" name="Google Shape;422;p1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3" name="Google Shape;423;p1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4" name="Google Shape;424;p1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5" name="Google Shape;425;p1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6" name="Google Shape;426;p1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27" name="Google Shape;427;p15"/>
            <p:cNvGrpSpPr/>
            <p:nvPr/>
          </p:nvGrpSpPr>
          <p:grpSpPr>
            <a:xfrm rot="-5400000">
              <a:off x="4587067" y="895676"/>
              <a:ext cx="4692407" cy="3151360"/>
              <a:chOff x="-4775" y="1422240"/>
              <a:chExt cx="9148775" cy="3151360"/>
            </a:xfrm>
          </p:grpSpPr>
          <p:sp>
            <p:nvSpPr>
              <p:cNvPr id="428" name="Google Shape;428;p1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29" name="Google Shape;429;p1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0" name="Google Shape;430;p1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1" name="Google Shape;431;p1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2" name="Google Shape;432;p1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33" name="Google Shape;433;p15"/>
            <p:cNvGrpSpPr/>
            <p:nvPr/>
          </p:nvGrpSpPr>
          <p:grpSpPr>
            <a:xfrm rot="-5400000">
              <a:off x="257322" y="502881"/>
              <a:ext cx="4692407" cy="3936950"/>
              <a:chOff x="-4775" y="636650"/>
              <a:chExt cx="9148775" cy="3936950"/>
            </a:xfrm>
          </p:grpSpPr>
          <p:sp>
            <p:nvSpPr>
              <p:cNvPr id="434" name="Google Shape;434;p1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5" name="Google Shape;435;p1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6" name="Google Shape;436;p1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7" name="Google Shape;437;p1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8" name="Google Shape;438;p1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39" name="Google Shape;439;p1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440" name="Google Shape;440;p15"/>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1" name="Google Shape;441;p15"/>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2" name="Google Shape;442;p15"/>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443" name="Google Shape;443;p15"/>
          <p:cNvGrpSpPr/>
          <p:nvPr/>
        </p:nvGrpSpPr>
        <p:grpSpPr>
          <a:xfrm flipH="1">
            <a:off x="176370" y="3098131"/>
            <a:ext cx="783581" cy="3570295"/>
            <a:chOff x="2591549" y="1556285"/>
            <a:chExt cx="734699" cy="3347570"/>
          </a:xfrm>
        </p:grpSpPr>
        <p:sp>
          <p:nvSpPr>
            <p:cNvPr id="444" name="Google Shape;444;p15"/>
            <p:cNvSpPr/>
            <p:nvPr/>
          </p:nvSpPr>
          <p:spPr>
            <a:xfrm>
              <a:off x="2875540" y="4652756"/>
              <a:ext cx="186275" cy="221683"/>
            </a:xfrm>
            <a:custGeom>
              <a:avLst/>
              <a:gdLst/>
              <a:ahLst/>
              <a:cxnLst/>
              <a:rect l="l" t="t" r="r" b="b"/>
              <a:pathLst>
                <a:path w="7181" h="8546" extrusionOk="0">
                  <a:moveTo>
                    <a:pt x="94" y="8378"/>
                  </a:moveTo>
                  <a:lnTo>
                    <a:pt x="94" y="8378"/>
                  </a:lnTo>
                  <a:cubicBezTo>
                    <a:pt x="77" y="8384"/>
                    <a:pt x="60" y="8389"/>
                    <a:pt x="43" y="8395"/>
                  </a:cubicBezTo>
                  <a:lnTo>
                    <a:pt x="132" y="8438"/>
                  </a:lnTo>
                  <a:cubicBezTo>
                    <a:pt x="118" y="8428"/>
                    <a:pt x="106" y="8408"/>
                    <a:pt x="94" y="8378"/>
                  </a:cubicBezTo>
                  <a:close/>
                  <a:moveTo>
                    <a:pt x="3782" y="1"/>
                  </a:moveTo>
                  <a:cubicBezTo>
                    <a:pt x="3431" y="1"/>
                    <a:pt x="3089" y="48"/>
                    <a:pt x="2837" y="194"/>
                  </a:cubicBezTo>
                  <a:cubicBezTo>
                    <a:pt x="2128" y="637"/>
                    <a:pt x="1639" y="1524"/>
                    <a:pt x="1330" y="2322"/>
                  </a:cubicBezTo>
                  <a:cubicBezTo>
                    <a:pt x="799" y="3828"/>
                    <a:pt x="221" y="5335"/>
                    <a:pt x="1" y="6977"/>
                  </a:cubicBezTo>
                  <a:cubicBezTo>
                    <a:pt x="1" y="7253"/>
                    <a:pt x="1" y="8131"/>
                    <a:pt x="94" y="8378"/>
                  </a:cubicBezTo>
                  <a:lnTo>
                    <a:pt x="94" y="8378"/>
                  </a:lnTo>
                  <a:cubicBezTo>
                    <a:pt x="364" y="8292"/>
                    <a:pt x="665" y="8260"/>
                    <a:pt x="979" y="8260"/>
                  </a:cubicBezTo>
                  <a:cubicBezTo>
                    <a:pt x="1691" y="8260"/>
                    <a:pt x="2468" y="8424"/>
                    <a:pt x="3103" y="8484"/>
                  </a:cubicBezTo>
                  <a:cubicBezTo>
                    <a:pt x="3498" y="8518"/>
                    <a:pt x="3920" y="8546"/>
                    <a:pt x="4346" y="8546"/>
                  </a:cubicBezTo>
                  <a:cubicBezTo>
                    <a:pt x="5017" y="8546"/>
                    <a:pt x="5698" y="8477"/>
                    <a:pt x="6294" y="8261"/>
                  </a:cubicBezTo>
                  <a:cubicBezTo>
                    <a:pt x="7181" y="7952"/>
                    <a:pt x="7003" y="6800"/>
                    <a:pt x="7003" y="5956"/>
                  </a:cubicBezTo>
                  <a:cubicBezTo>
                    <a:pt x="7003" y="5647"/>
                    <a:pt x="7046" y="5293"/>
                    <a:pt x="7003" y="4981"/>
                  </a:cubicBezTo>
                  <a:cubicBezTo>
                    <a:pt x="6915" y="4584"/>
                    <a:pt x="6691" y="4360"/>
                    <a:pt x="6514" y="4006"/>
                  </a:cubicBezTo>
                  <a:cubicBezTo>
                    <a:pt x="6383" y="3697"/>
                    <a:pt x="6294" y="3385"/>
                    <a:pt x="6160" y="3077"/>
                  </a:cubicBezTo>
                  <a:cubicBezTo>
                    <a:pt x="5982" y="2765"/>
                    <a:pt x="5674" y="2456"/>
                    <a:pt x="5585" y="2056"/>
                  </a:cubicBezTo>
                  <a:cubicBezTo>
                    <a:pt x="5408" y="1304"/>
                    <a:pt x="5894" y="240"/>
                    <a:pt x="4876" y="106"/>
                  </a:cubicBezTo>
                  <a:cubicBezTo>
                    <a:pt x="4572" y="59"/>
                    <a:pt x="4171" y="1"/>
                    <a:pt x="37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5" name="Google Shape;445;p15"/>
            <p:cNvSpPr/>
            <p:nvPr/>
          </p:nvSpPr>
          <p:spPr>
            <a:xfrm>
              <a:off x="2843349" y="4541709"/>
              <a:ext cx="162099" cy="220775"/>
            </a:xfrm>
            <a:custGeom>
              <a:avLst/>
              <a:gdLst/>
              <a:ahLst/>
              <a:cxnLst/>
              <a:rect l="l" t="t" r="r" b="b"/>
              <a:pathLst>
                <a:path w="6249" h="8511" extrusionOk="0">
                  <a:moveTo>
                    <a:pt x="178" y="1"/>
                  </a:moveTo>
                  <a:lnTo>
                    <a:pt x="1" y="8333"/>
                  </a:lnTo>
                  <a:lnTo>
                    <a:pt x="6071" y="8510"/>
                  </a:lnTo>
                  <a:lnTo>
                    <a:pt x="6248" y="132"/>
                  </a:lnTo>
                  <a:lnTo>
                    <a:pt x="178" y="1"/>
                  </a:ln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6" name="Google Shape;446;p15"/>
            <p:cNvSpPr/>
            <p:nvPr/>
          </p:nvSpPr>
          <p:spPr>
            <a:xfrm>
              <a:off x="2641016" y="3277109"/>
              <a:ext cx="416207" cy="1429009"/>
            </a:xfrm>
            <a:custGeom>
              <a:avLst/>
              <a:gdLst/>
              <a:ahLst/>
              <a:cxnLst/>
              <a:rect l="l" t="t" r="r" b="b"/>
              <a:pathLst>
                <a:path w="16045" h="55089" extrusionOk="0">
                  <a:moveTo>
                    <a:pt x="2217" y="0"/>
                  </a:moveTo>
                  <a:lnTo>
                    <a:pt x="1" y="23533"/>
                  </a:lnTo>
                  <a:cubicBezTo>
                    <a:pt x="1" y="23533"/>
                    <a:pt x="132" y="26061"/>
                    <a:pt x="132" y="26103"/>
                  </a:cubicBezTo>
                  <a:cubicBezTo>
                    <a:pt x="1951" y="33329"/>
                    <a:pt x="4475" y="55089"/>
                    <a:pt x="4475" y="55089"/>
                  </a:cubicBezTo>
                  <a:lnTo>
                    <a:pt x="16044" y="53628"/>
                  </a:lnTo>
                  <a:cubicBezTo>
                    <a:pt x="16044" y="53628"/>
                    <a:pt x="14094" y="39268"/>
                    <a:pt x="13031" y="34393"/>
                  </a:cubicBezTo>
                  <a:cubicBezTo>
                    <a:pt x="12453" y="31953"/>
                    <a:pt x="10283" y="25972"/>
                    <a:pt x="9308" y="23401"/>
                  </a:cubicBezTo>
                  <a:lnTo>
                    <a:pt x="14626" y="43"/>
                  </a:lnTo>
                  <a:lnTo>
                    <a:pt x="2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7" name="Google Shape;447;p15"/>
            <p:cNvSpPr/>
            <p:nvPr/>
          </p:nvSpPr>
          <p:spPr>
            <a:xfrm>
              <a:off x="2681198" y="1613533"/>
              <a:ext cx="419709" cy="495610"/>
            </a:xfrm>
            <a:custGeom>
              <a:avLst/>
              <a:gdLst/>
              <a:ahLst/>
              <a:cxnLst/>
              <a:rect l="l" t="t" r="r" b="b"/>
              <a:pathLst>
                <a:path w="16180" h="19106" extrusionOk="0">
                  <a:moveTo>
                    <a:pt x="8557" y="0"/>
                  </a:moveTo>
                  <a:cubicBezTo>
                    <a:pt x="7713" y="46"/>
                    <a:pt x="6915" y="0"/>
                    <a:pt x="6075" y="135"/>
                  </a:cubicBezTo>
                  <a:cubicBezTo>
                    <a:pt x="5809" y="223"/>
                    <a:pt x="5585" y="312"/>
                    <a:pt x="5319" y="355"/>
                  </a:cubicBezTo>
                  <a:lnTo>
                    <a:pt x="5497" y="266"/>
                  </a:lnTo>
                  <a:lnTo>
                    <a:pt x="5497" y="266"/>
                  </a:lnTo>
                  <a:cubicBezTo>
                    <a:pt x="4213" y="844"/>
                    <a:pt x="3281" y="2173"/>
                    <a:pt x="2795" y="3592"/>
                  </a:cubicBezTo>
                  <a:cubicBezTo>
                    <a:pt x="2572" y="4166"/>
                    <a:pt x="2483" y="4698"/>
                    <a:pt x="2440" y="5276"/>
                  </a:cubicBezTo>
                  <a:cubicBezTo>
                    <a:pt x="2394" y="5762"/>
                    <a:pt x="2128" y="6116"/>
                    <a:pt x="1820" y="6471"/>
                  </a:cubicBezTo>
                  <a:cubicBezTo>
                    <a:pt x="1419" y="6914"/>
                    <a:pt x="1" y="7534"/>
                    <a:pt x="444" y="8332"/>
                  </a:cubicBezTo>
                  <a:cubicBezTo>
                    <a:pt x="621" y="8733"/>
                    <a:pt x="1111" y="8822"/>
                    <a:pt x="1242" y="9219"/>
                  </a:cubicBezTo>
                  <a:cubicBezTo>
                    <a:pt x="1419" y="9573"/>
                    <a:pt x="1022" y="9885"/>
                    <a:pt x="1242" y="10240"/>
                  </a:cubicBezTo>
                  <a:cubicBezTo>
                    <a:pt x="1419" y="10506"/>
                    <a:pt x="1377" y="10417"/>
                    <a:pt x="1242" y="10683"/>
                  </a:cubicBezTo>
                  <a:cubicBezTo>
                    <a:pt x="1153" y="10949"/>
                    <a:pt x="1242" y="11080"/>
                    <a:pt x="1377" y="11303"/>
                  </a:cubicBezTo>
                  <a:cubicBezTo>
                    <a:pt x="1643" y="11747"/>
                    <a:pt x="1288" y="11924"/>
                    <a:pt x="1111" y="12367"/>
                  </a:cubicBezTo>
                  <a:cubicBezTo>
                    <a:pt x="887" y="12853"/>
                    <a:pt x="887" y="13473"/>
                    <a:pt x="1288" y="13874"/>
                  </a:cubicBezTo>
                  <a:cubicBezTo>
                    <a:pt x="1549" y="14135"/>
                    <a:pt x="1976" y="14204"/>
                    <a:pt x="2343" y="14204"/>
                  </a:cubicBezTo>
                  <a:cubicBezTo>
                    <a:pt x="2476" y="14204"/>
                    <a:pt x="2600" y="14195"/>
                    <a:pt x="2706" y="14183"/>
                  </a:cubicBezTo>
                  <a:cubicBezTo>
                    <a:pt x="2758" y="14178"/>
                    <a:pt x="2810" y="14176"/>
                    <a:pt x="2862" y="14176"/>
                  </a:cubicBezTo>
                  <a:cubicBezTo>
                    <a:pt x="3347" y="14176"/>
                    <a:pt x="3847" y="14356"/>
                    <a:pt x="4167" y="14714"/>
                  </a:cubicBezTo>
                  <a:cubicBezTo>
                    <a:pt x="4568" y="15204"/>
                    <a:pt x="4568" y="16001"/>
                    <a:pt x="4699" y="16622"/>
                  </a:cubicBezTo>
                  <a:lnTo>
                    <a:pt x="4965" y="18083"/>
                  </a:lnTo>
                  <a:cubicBezTo>
                    <a:pt x="5053" y="18395"/>
                    <a:pt x="5100" y="18880"/>
                    <a:pt x="5366" y="18969"/>
                  </a:cubicBezTo>
                  <a:cubicBezTo>
                    <a:pt x="5566" y="19070"/>
                    <a:pt x="5831" y="19098"/>
                    <a:pt x="6101" y="19098"/>
                  </a:cubicBezTo>
                  <a:cubicBezTo>
                    <a:pt x="6427" y="19098"/>
                    <a:pt x="6761" y="19058"/>
                    <a:pt x="7004" y="19058"/>
                  </a:cubicBezTo>
                  <a:cubicBezTo>
                    <a:pt x="7157" y="19078"/>
                    <a:pt x="7319" y="19106"/>
                    <a:pt x="7475" y="19106"/>
                  </a:cubicBezTo>
                  <a:cubicBezTo>
                    <a:pt x="7679" y="19106"/>
                    <a:pt x="7874" y="19058"/>
                    <a:pt x="8025" y="18880"/>
                  </a:cubicBezTo>
                  <a:cubicBezTo>
                    <a:pt x="8776" y="17994"/>
                    <a:pt x="9574" y="17154"/>
                    <a:pt x="10152" y="16090"/>
                  </a:cubicBezTo>
                  <a:cubicBezTo>
                    <a:pt x="10815" y="14892"/>
                    <a:pt x="11038" y="13385"/>
                    <a:pt x="12102" y="12544"/>
                  </a:cubicBezTo>
                  <a:cubicBezTo>
                    <a:pt x="13120" y="11747"/>
                    <a:pt x="14318" y="11257"/>
                    <a:pt x="14981" y="10105"/>
                  </a:cubicBezTo>
                  <a:cubicBezTo>
                    <a:pt x="15648" y="8953"/>
                    <a:pt x="16134" y="7712"/>
                    <a:pt x="16134" y="6382"/>
                  </a:cubicBezTo>
                  <a:cubicBezTo>
                    <a:pt x="16180" y="5099"/>
                    <a:pt x="16002" y="3592"/>
                    <a:pt x="15382" y="2528"/>
                  </a:cubicBezTo>
                  <a:cubicBezTo>
                    <a:pt x="14804" y="1507"/>
                    <a:pt x="13740" y="933"/>
                    <a:pt x="12723" y="578"/>
                  </a:cubicBezTo>
                  <a:cubicBezTo>
                    <a:pt x="11836" y="312"/>
                    <a:pt x="10950" y="223"/>
                    <a:pt x="10063" y="89"/>
                  </a:cubicBezTo>
                  <a:cubicBezTo>
                    <a:pt x="9532" y="0"/>
                    <a:pt x="9088" y="0"/>
                    <a:pt x="8557" y="0"/>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8" name="Google Shape;448;p15"/>
            <p:cNvSpPr/>
            <p:nvPr/>
          </p:nvSpPr>
          <p:spPr>
            <a:xfrm>
              <a:off x="2705400" y="1620407"/>
              <a:ext cx="395507" cy="488736"/>
            </a:xfrm>
            <a:custGeom>
              <a:avLst/>
              <a:gdLst/>
              <a:ahLst/>
              <a:cxnLst/>
              <a:rect l="l" t="t" r="r" b="b"/>
              <a:pathLst>
                <a:path w="15247" h="18841" extrusionOk="0">
                  <a:moveTo>
                    <a:pt x="10194" y="1"/>
                  </a:moveTo>
                  <a:lnTo>
                    <a:pt x="10194" y="1"/>
                  </a:lnTo>
                  <a:cubicBezTo>
                    <a:pt x="10726" y="1820"/>
                    <a:pt x="10726" y="3901"/>
                    <a:pt x="10105" y="5986"/>
                  </a:cubicBezTo>
                  <a:cubicBezTo>
                    <a:pt x="8874" y="10121"/>
                    <a:pt x="5515" y="12847"/>
                    <a:pt x="2025" y="12847"/>
                  </a:cubicBezTo>
                  <a:cubicBezTo>
                    <a:pt x="1364" y="12847"/>
                    <a:pt x="699" y="12750"/>
                    <a:pt x="43" y="12545"/>
                  </a:cubicBezTo>
                  <a:lnTo>
                    <a:pt x="43" y="12545"/>
                  </a:lnTo>
                  <a:cubicBezTo>
                    <a:pt x="0" y="12900"/>
                    <a:pt x="89" y="13297"/>
                    <a:pt x="355" y="13609"/>
                  </a:cubicBezTo>
                  <a:cubicBezTo>
                    <a:pt x="616" y="13870"/>
                    <a:pt x="1043" y="13939"/>
                    <a:pt x="1410" y="13939"/>
                  </a:cubicBezTo>
                  <a:cubicBezTo>
                    <a:pt x="1543" y="13939"/>
                    <a:pt x="1667" y="13930"/>
                    <a:pt x="1773" y="13918"/>
                  </a:cubicBezTo>
                  <a:cubicBezTo>
                    <a:pt x="1825" y="13913"/>
                    <a:pt x="1877" y="13911"/>
                    <a:pt x="1929" y="13911"/>
                  </a:cubicBezTo>
                  <a:cubicBezTo>
                    <a:pt x="2414" y="13911"/>
                    <a:pt x="2914" y="14091"/>
                    <a:pt x="3234" y="14449"/>
                  </a:cubicBezTo>
                  <a:cubicBezTo>
                    <a:pt x="3635" y="14939"/>
                    <a:pt x="3635" y="15736"/>
                    <a:pt x="3766" y="16357"/>
                  </a:cubicBezTo>
                  <a:lnTo>
                    <a:pt x="4032" y="17818"/>
                  </a:lnTo>
                  <a:cubicBezTo>
                    <a:pt x="4120" y="18130"/>
                    <a:pt x="4167" y="18615"/>
                    <a:pt x="4433" y="18704"/>
                  </a:cubicBezTo>
                  <a:cubicBezTo>
                    <a:pt x="4633" y="18805"/>
                    <a:pt x="4898" y="18833"/>
                    <a:pt x="5168" y="18833"/>
                  </a:cubicBezTo>
                  <a:cubicBezTo>
                    <a:pt x="5494" y="18833"/>
                    <a:pt x="5828" y="18793"/>
                    <a:pt x="6071" y="18793"/>
                  </a:cubicBezTo>
                  <a:cubicBezTo>
                    <a:pt x="6224" y="18813"/>
                    <a:pt x="6386" y="18841"/>
                    <a:pt x="6542" y="18841"/>
                  </a:cubicBezTo>
                  <a:cubicBezTo>
                    <a:pt x="6746" y="18841"/>
                    <a:pt x="6941" y="18793"/>
                    <a:pt x="7092" y="18615"/>
                  </a:cubicBezTo>
                  <a:cubicBezTo>
                    <a:pt x="7843" y="17729"/>
                    <a:pt x="8641" y="16889"/>
                    <a:pt x="9219" y="15825"/>
                  </a:cubicBezTo>
                  <a:cubicBezTo>
                    <a:pt x="9882" y="14627"/>
                    <a:pt x="10105" y="13120"/>
                    <a:pt x="11169" y="12279"/>
                  </a:cubicBezTo>
                  <a:cubicBezTo>
                    <a:pt x="12187" y="11482"/>
                    <a:pt x="13385" y="10992"/>
                    <a:pt x="14048" y="9840"/>
                  </a:cubicBezTo>
                  <a:cubicBezTo>
                    <a:pt x="14715" y="8688"/>
                    <a:pt x="15201" y="7447"/>
                    <a:pt x="15201" y="6117"/>
                  </a:cubicBezTo>
                  <a:cubicBezTo>
                    <a:pt x="15247" y="4834"/>
                    <a:pt x="15069" y="3327"/>
                    <a:pt x="14449" y="2263"/>
                  </a:cubicBezTo>
                  <a:cubicBezTo>
                    <a:pt x="13871" y="1242"/>
                    <a:pt x="12807" y="668"/>
                    <a:pt x="11790" y="313"/>
                  </a:cubicBezTo>
                  <a:cubicBezTo>
                    <a:pt x="11258" y="136"/>
                    <a:pt x="10726" y="47"/>
                    <a:pt x="10194" y="1"/>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49" name="Google Shape;449;p15"/>
            <p:cNvSpPr/>
            <p:nvPr/>
          </p:nvSpPr>
          <p:spPr>
            <a:xfrm>
              <a:off x="2819173" y="1933133"/>
              <a:ext cx="181684" cy="176366"/>
            </a:xfrm>
            <a:custGeom>
              <a:avLst/>
              <a:gdLst/>
              <a:ahLst/>
              <a:cxnLst/>
              <a:rect l="l" t="t" r="r" b="b"/>
              <a:pathLst>
                <a:path w="7004" h="6799" extrusionOk="0">
                  <a:moveTo>
                    <a:pt x="6960" y="0"/>
                  </a:moveTo>
                  <a:cubicBezTo>
                    <a:pt x="6737" y="89"/>
                    <a:pt x="6517" y="312"/>
                    <a:pt x="6294" y="443"/>
                  </a:cubicBezTo>
                  <a:cubicBezTo>
                    <a:pt x="6028" y="621"/>
                    <a:pt x="5762" y="755"/>
                    <a:pt x="5496" y="933"/>
                  </a:cubicBezTo>
                  <a:cubicBezTo>
                    <a:pt x="4833" y="1418"/>
                    <a:pt x="4255" y="1950"/>
                    <a:pt x="3681" y="2528"/>
                  </a:cubicBezTo>
                  <a:cubicBezTo>
                    <a:pt x="2972" y="3280"/>
                    <a:pt x="2440" y="4212"/>
                    <a:pt x="1819" y="5010"/>
                  </a:cubicBezTo>
                  <a:cubicBezTo>
                    <a:pt x="1376" y="5584"/>
                    <a:pt x="667" y="6382"/>
                    <a:pt x="0" y="6648"/>
                  </a:cubicBezTo>
                  <a:cubicBezTo>
                    <a:pt x="683" y="6733"/>
                    <a:pt x="1365" y="6798"/>
                    <a:pt x="2048" y="6798"/>
                  </a:cubicBezTo>
                  <a:cubicBezTo>
                    <a:pt x="2784" y="6798"/>
                    <a:pt x="3519" y="6723"/>
                    <a:pt x="4255" y="6517"/>
                  </a:cubicBezTo>
                  <a:cubicBezTo>
                    <a:pt x="4876" y="6340"/>
                    <a:pt x="5631" y="6116"/>
                    <a:pt x="6205" y="5762"/>
                  </a:cubicBezTo>
                  <a:cubicBezTo>
                    <a:pt x="6294" y="5719"/>
                    <a:pt x="6517" y="5584"/>
                    <a:pt x="6560" y="5453"/>
                  </a:cubicBezTo>
                  <a:cubicBezTo>
                    <a:pt x="6695" y="5276"/>
                    <a:pt x="6648" y="5319"/>
                    <a:pt x="6648" y="5099"/>
                  </a:cubicBezTo>
                  <a:cubicBezTo>
                    <a:pt x="6606" y="4744"/>
                    <a:pt x="6471" y="4432"/>
                    <a:pt x="6429" y="4078"/>
                  </a:cubicBezTo>
                  <a:cubicBezTo>
                    <a:pt x="6251" y="2883"/>
                    <a:pt x="5762" y="798"/>
                    <a:pt x="7003" y="89"/>
                  </a:cubicBezTo>
                  <a:lnTo>
                    <a:pt x="6960" y="0"/>
                  </a:lnTo>
                  <a:close/>
                </a:path>
              </a:pathLst>
            </a:custGeom>
            <a:solidFill>
              <a:srgbClr val="B67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0" name="Google Shape;450;p15"/>
            <p:cNvSpPr/>
            <p:nvPr/>
          </p:nvSpPr>
          <p:spPr>
            <a:xfrm>
              <a:off x="2746800" y="1557349"/>
              <a:ext cx="388607" cy="414755"/>
            </a:xfrm>
            <a:custGeom>
              <a:avLst/>
              <a:gdLst/>
              <a:ahLst/>
              <a:cxnLst/>
              <a:rect l="l" t="t" r="r" b="b"/>
              <a:pathLst>
                <a:path w="14981" h="15989" extrusionOk="0">
                  <a:moveTo>
                    <a:pt x="2054" y="1325"/>
                  </a:moveTo>
                  <a:cubicBezTo>
                    <a:pt x="1992" y="1365"/>
                    <a:pt x="1940" y="1396"/>
                    <a:pt x="1904" y="1414"/>
                  </a:cubicBezTo>
                  <a:lnTo>
                    <a:pt x="2054" y="1325"/>
                  </a:lnTo>
                  <a:close/>
                  <a:moveTo>
                    <a:pt x="6429" y="1"/>
                  </a:moveTo>
                  <a:cubicBezTo>
                    <a:pt x="5864" y="1"/>
                    <a:pt x="5292" y="53"/>
                    <a:pt x="4741" y="85"/>
                  </a:cubicBezTo>
                  <a:cubicBezTo>
                    <a:pt x="4343" y="85"/>
                    <a:pt x="3943" y="127"/>
                    <a:pt x="3546" y="305"/>
                  </a:cubicBezTo>
                  <a:cubicBezTo>
                    <a:pt x="3402" y="386"/>
                    <a:pt x="3097" y="600"/>
                    <a:pt x="2785" y="820"/>
                  </a:cubicBezTo>
                  <a:lnTo>
                    <a:pt x="2785" y="820"/>
                  </a:lnTo>
                  <a:cubicBezTo>
                    <a:pt x="2150" y="1163"/>
                    <a:pt x="1521" y="1669"/>
                    <a:pt x="1106" y="2255"/>
                  </a:cubicBezTo>
                  <a:cubicBezTo>
                    <a:pt x="663" y="2964"/>
                    <a:pt x="0" y="4339"/>
                    <a:pt x="709" y="5091"/>
                  </a:cubicBezTo>
                  <a:cubicBezTo>
                    <a:pt x="837" y="5233"/>
                    <a:pt x="984" y="5274"/>
                    <a:pt x="1135" y="5274"/>
                  </a:cubicBezTo>
                  <a:cubicBezTo>
                    <a:pt x="1346" y="5274"/>
                    <a:pt x="1566" y="5194"/>
                    <a:pt x="1758" y="5194"/>
                  </a:cubicBezTo>
                  <a:cubicBezTo>
                    <a:pt x="1903" y="5194"/>
                    <a:pt x="2032" y="5240"/>
                    <a:pt x="2127" y="5403"/>
                  </a:cubicBezTo>
                  <a:cubicBezTo>
                    <a:pt x="2347" y="5669"/>
                    <a:pt x="2305" y="5978"/>
                    <a:pt x="2613" y="6201"/>
                  </a:cubicBezTo>
                  <a:cubicBezTo>
                    <a:pt x="2925" y="6378"/>
                    <a:pt x="3322" y="6421"/>
                    <a:pt x="3677" y="6556"/>
                  </a:cubicBezTo>
                  <a:cubicBezTo>
                    <a:pt x="4166" y="6821"/>
                    <a:pt x="4829" y="7573"/>
                    <a:pt x="4918" y="8151"/>
                  </a:cubicBezTo>
                  <a:cubicBezTo>
                    <a:pt x="5053" y="8637"/>
                    <a:pt x="4787" y="9126"/>
                    <a:pt x="4698" y="9612"/>
                  </a:cubicBezTo>
                  <a:cubicBezTo>
                    <a:pt x="4609" y="10144"/>
                    <a:pt x="4787" y="10853"/>
                    <a:pt x="5318" y="11030"/>
                  </a:cubicBezTo>
                  <a:cubicBezTo>
                    <a:pt x="5583" y="11083"/>
                    <a:pt x="5784" y="11152"/>
                    <a:pt x="5969" y="11152"/>
                  </a:cubicBezTo>
                  <a:cubicBezTo>
                    <a:pt x="6094" y="11152"/>
                    <a:pt x="6211" y="11120"/>
                    <a:pt x="6336" y="11030"/>
                  </a:cubicBezTo>
                  <a:cubicBezTo>
                    <a:pt x="7045" y="10676"/>
                    <a:pt x="7666" y="9303"/>
                    <a:pt x="8421" y="9126"/>
                  </a:cubicBezTo>
                  <a:cubicBezTo>
                    <a:pt x="8509" y="9108"/>
                    <a:pt x="8593" y="9099"/>
                    <a:pt x="8673" y="9099"/>
                  </a:cubicBezTo>
                  <a:cubicBezTo>
                    <a:pt x="9356" y="9099"/>
                    <a:pt x="9732" y="9746"/>
                    <a:pt x="9573" y="10498"/>
                  </a:cubicBezTo>
                  <a:cubicBezTo>
                    <a:pt x="9485" y="10988"/>
                    <a:pt x="8995" y="11562"/>
                    <a:pt x="8641" y="11963"/>
                  </a:cubicBezTo>
                  <a:cubicBezTo>
                    <a:pt x="8463" y="12229"/>
                    <a:pt x="8286" y="12360"/>
                    <a:pt x="8109" y="12672"/>
                  </a:cubicBezTo>
                  <a:cubicBezTo>
                    <a:pt x="7712" y="13423"/>
                    <a:pt x="8155" y="14090"/>
                    <a:pt x="8463" y="14842"/>
                  </a:cubicBezTo>
                  <a:cubicBezTo>
                    <a:pt x="8641" y="15154"/>
                    <a:pt x="8818" y="15508"/>
                    <a:pt x="8995" y="15774"/>
                  </a:cubicBezTo>
                  <a:cubicBezTo>
                    <a:pt x="9115" y="15927"/>
                    <a:pt x="9182" y="15988"/>
                    <a:pt x="9232" y="15988"/>
                  </a:cubicBezTo>
                  <a:cubicBezTo>
                    <a:pt x="9312" y="15988"/>
                    <a:pt x="9347" y="15831"/>
                    <a:pt x="9485" y="15639"/>
                  </a:cubicBezTo>
                  <a:cubicBezTo>
                    <a:pt x="10059" y="14799"/>
                    <a:pt x="10945" y="14445"/>
                    <a:pt x="11789" y="14001"/>
                  </a:cubicBezTo>
                  <a:cubicBezTo>
                    <a:pt x="12984" y="13381"/>
                    <a:pt x="13739" y="11874"/>
                    <a:pt x="14225" y="10587"/>
                  </a:cubicBezTo>
                  <a:cubicBezTo>
                    <a:pt x="14714" y="9169"/>
                    <a:pt x="14980" y="7662"/>
                    <a:pt x="14714" y="6155"/>
                  </a:cubicBezTo>
                  <a:cubicBezTo>
                    <a:pt x="14225" y="3318"/>
                    <a:pt x="12186" y="1414"/>
                    <a:pt x="9793" y="617"/>
                  </a:cubicBezTo>
                  <a:cubicBezTo>
                    <a:pt x="8995" y="351"/>
                    <a:pt x="8332" y="173"/>
                    <a:pt x="7180" y="39"/>
                  </a:cubicBezTo>
                  <a:cubicBezTo>
                    <a:pt x="6933" y="11"/>
                    <a:pt x="6682" y="1"/>
                    <a:pt x="6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1" name="Google Shape;451;p15"/>
            <p:cNvSpPr/>
            <p:nvPr/>
          </p:nvSpPr>
          <p:spPr>
            <a:xfrm>
              <a:off x="2591549" y="2049290"/>
              <a:ext cx="525467" cy="1365819"/>
            </a:xfrm>
            <a:custGeom>
              <a:avLst/>
              <a:gdLst/>
              <a:ahLst/>
              <a:cxnLst/>
              <a:rect l="l" t="t" r="r" b="b"/>
              <a:pathLst>
                <a:path w="20257" h="52653" extrusionOk="0">
                  <a:moveTo>
                    <a:pt x="15381" y="0"/>
                  </a:moveTo>
                  <a:cubicBezTo>
                    <a:pt x="14672" y="220"/>
                    <a:pt x="9265" y="575"/>
                    <a:pt x="8155" y="2525"/>
                  </a:cubicBezTo>
                  <a:cubicBezTo>
                    <a:pt x="5896" y="6560"/>
                    <a:pt x="532" y="11789"/>
                    <a:pt x="844" y="14094"/>
                  </a:cubicBezTo>
                  <a:cubicBezTo>
                    <a:pt x="3237" y="30581"/>
                    <a:pt x="0" y="52653"/>
                    <a:pt x="0" y="52653"/>
                  </a:cubicBezTo>
                  <a:lnTo>
                    <a:pt x="20256" y="52653"/>
                  </a:lnTo>
                  <a:cubicBezTo>
                    <a:pt x="20256" y="52653"/>
                    <a:pt x="19104" y="26326"/>
                    <a:pt x="19458" y="17594"/>
                  </a:cubicBezTo>
                  <a:cubicBezTo>
                    <a:pt x="19547" y="15643"/>
                    <a:pt x="19058" y="7843"/>
                    <a:pt x="19058" y="7712"/>
                  </a:cubicBezTo>
                  <a:cubicBezTo>
                    <a:pt x="19058" y="7623"/>
                    <a:pt x="18437" y="4166"/>
                    <a:pt x="17951" y="3191"/>
                  </a:cubicBezTo>
                  <a:cubicBezTo>
                    <a:pt x="17508" y="2259"/>
                    <a:pt x="15381" y="0"/>
                    <a:pt x="153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2" name="Google Shape;452;p15"/>
            <p:cNvSpPr/>
            <p:nvPr/>
          </p:nvSpPr>
          <p:spPr>
            <a:xfrm>
              <a:off x="2591549" y="2049290"/>
              <a:ext cx="525467" cy="2666061"/>
            </a:xfrm>
            <a:custGeom>
              <a:avLst/>
              <a:gdLst/>
              <a:ahLst/>
              <a:cxnLst/>
              <a:rect l="l" t="t" r="r" b="b"/>
              <a:pathLst>
                <a:path w="20257" h="102778" extrusionOk="0">
                  <a:moveTo>
                    <a:pt x="15381" y="0"/>
                  </a:moveTo>
                  <a:lnTo>
                    <a:pt x="15381" y="0"/>
                  </a:lnTo>
                  <a:cubicBezTo>
                    <a:pt x="17196" y="6471"/>
                    <a:pt x="17242" y="15821"/>
                    <a:pt x="13562" y="23621"/>
                  </a:cubicBezTo>
                  <a:cubicBezTo>
                    <a:pt x="10506" y="30138"/>
                    <a:pt x="5985" y="35144"/>
                    <a:pt x="1110" y="37938"/>
                  </a:cubicBezTo>
                  <a:cubicBezTo>
                    <a:pt x="489" y="46136"/>
                    <a:pt x="0" y="53050"/>
                    <a:pt x="0" y="53050"/>
                  </a:cubicBezTo>
                  <a:lnTo>
                    <a:pt x="9176" y="53050"/>
                  </a:lnTo>
                  <a:cubicBezTo>
                    <a:pt x="9353" y="54025"/>
                    <a:pt x="9485" y="55089"/>
                    <a:pt x="9619" y="56110"/>
                  </a:cubicBezTo>
                  <a:cubicBezTo>
                    <a:pt x="7846" y="61382"/>
                    <a:pt x="6914" y="66700"/>
                    <a:pt x="7049" y="72420"/>
                  </a:cubicBezTo>
                  <a:cubicBezTo>
                    <a:pt x="7137" y="75299"/>
                    <a:pt x="7269" y="78135"/>
                    <a:pt x="7534" y="80929"/>
                  </a:cubicBezTo>
                  <a:cubicBezTo>
                    <a:pt x="6694" y="83542"/>
                    <a:pt x="5630" y="85804"/>
                    <a:pt x="4478" y="87708"/>
                  </a:cubicBezTo>
                  <a:cubicBezTo>
                    <a:pt x="5496" y="94977"/>
                    <a:pt x="6251" y="102777"/>
                    <a:pt x="6251" y="102777"/>
                  </a:cubicBezTo>
                  <a:lnTo>
                    <a:pt x="18083" y="100916"/>
                  </a:lnTo>
                  <a:cubicBezTo>
                    <a:pt x="18083" y="100916"/>
                    <a:pt x="16133" y="86513"/>
                    <a:pt x="15069" y="81681"/>
                  </a:cubicBezTo>
                  <a:cubicBezTo>
                    <a:pt x="15026" y="81503"/>
                    <a:pt x="14980" y="81284"/>
                    <a:pt x="14892" y="81060"/>
                  </a:cubicBezTo>
                  <a:cubicBezTo>
                    <a:pt x="14980" y="78270"/>
                    <a:pt x="14980" y="75433"/>
                    <a:pt x="14849" y="72686"/>
                  </a:cubicBezTo>
                  <a:cubicBezTo>
                    <a:pt x="14760" y="71445"/>
                    <a:pt x="14317" y="70381"/>
                    <a:pt x="14140" y="69182"/>
                  </a:cubicBezTo>
                  <a:cubicBezTo>
                    <a:pt x="13917" y="67810"/>
                    <a:pt x="14094" y="67190"/>
                    <a:pt x="14360" y="65814"/>
                  </a:cubicBezTo>
                  <a:cubicBezTo>
                    <a:pt x="15026" y="62534"/>
                    <a:pt x="15735" y="57351"/>
                    <a:pt x="15778" y="53050"/>
                  </a:cubicBezTo>
                  <a:lnTo>
                    <a:pt x="20256" y="53050"/>
                  </a:lnTo>
                  <a:cubicBezTo>
                    <a:pt x="20256" y="53050"/>
                    <a:pt x="19104" y="26238"/>
                    <a:pt x="19458" y="17462"/>
                  </a:cubicBezTo>
                  <a:cubicBezTo>
                    <a:pt x="19547" y="15512"/>
                    <a:pt x="19058" y="7712"/>
                    <a:pt x="19058" y="7623"/>
                  </a:cubicBezTo>
                  <a:cubicBezTo>
                    <a:pt x="19058" y="7535"/>
                    <a:pt x="18437" y="4166"/>
                    <a:pt x="17951" y="3191"/>
                  </a:cubicBezTo>
                  <a:cubicBezTo>
                    <a:pt x="17597" y="2482"/>
                    <a:pt x="16133" y="443"/>
                    <a:pt x="153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3" name="Google Shape;453;p15"/>
            <p:cNvSpPr/>
            <p:nvPr/>
          </p:nvSpPr>
          <p:spPr>
            <a:xfrm>
              <a:off x="2693908" y="2891934"/>
              <a:ext cx="632339" cy="430007"/>
            </a:xfrm>
            <a:custGeom>
              <a:avLst/>
              <a:gdLst/>
              <a:ahLst/>
              <a:cxnLst/>
              <a:rect l="l" t="t" r="r" b="b"/>
              <a:pathLst>
                <a:path w="24377" h="16577" extrusionOk="0">
                  <a:moveTo>
                    <a:pt x="0" y="0"/>
                  </a:moveTo>
                  <a:lnTo>
                    <a:pt x="0" y="16576"/>
                  </a:lnTo>
                  <a:lnTo>
                    <a:pt x="24376" y="16576"/>
                  </a:lnTo>
                  <a:lnTo>
                    <a:pt x="24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4" name="Google Shape;454;p15"/>
            <p:cNvSpPr/>
            <p:nvPr/>
          </p:nvSpPr>
          <p:spPr>
            <a:xfrm>
              <a:off x="2729498" y="2926407"/>
              <a:ext cx="557658" cy="357635"/>
            </a:xfrm>
            <a:custGeom>
              <a:avLst/>
              <a:gdLst/>
              <a:ahLst/>
              <a:cxnLst/>
              <a:rect l="l" t="t" r="r" b="b"/>
              <a:pathLst>
                <a:path w="21498" h="13787" extrusionOk="0">
                  <a:moveTo>
                    <a:pt x="0" y="1"/>
                  </a:moveTo>
                  <a:lnTo>
                    <a:pt x="0" y="13786"/>
                  </a:lnTo>
                  <a:lnTo>
                    <a:pt x="21498" y="13786"/>
                  </a:lnTo>
                  <a:lnTo>
                    <a:pt x="214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5" name="Google Shape;455;p15"/>
            <p:cNvSpPr/>
            <p:nvPr/>
          </p:nvSpPr>
          <p:spPr>
            <a:xfrm>
              <a:off x="2675517" y="3016080"/>
              <a:ext cx="69000" cy="164486"/>
            </a:xfrm>
            <a:custGeom>
              <a:avLst/>
              <a:gdLst/>
              <a:ahLst/>
              <a:cxnLst/>
              <a:rect l="l" t="t" r="r" b="b"/>
              <a:pathLst>
                <a:path w="2660" h="6341" extrusionOk="0">
                  <a:moveTo>
                    <a:pt x="0" y="1"/>
                  </a:moveTo>
                  <a:lnTo>
                    <a:pt x="0" y="6340"/>
                  </a:lnTo>
                  <a:lnTo>
                    <a:pt x="2659" y="6340"/>
                  </a:lnTo>
                  <a:lnTo>
                    <a:pt x="26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6" name="Google Shape;456;p15"/>
            <p:cNvSpPr/>
            <p:nvPr/>
          </p:nvSpPr>
          <p:spPr>
            <a:xfrm>
              <a:off x="2844464" y="3045988"/>
              <a:ext cx="186275" cy="290917"/>
            </a:xfrm>
            <a:custGeom>
              <a:avLst/>
              <a:gdLst/>
              <a:ahLst/>
              <a:cxnLst/>
              <a:rect l="l" t="t" r="r" b="b"/>
              <a:pathLst>
                <a:path w="7181" h="11215" extrusionOk="0">
                  <a:moveTo>
                    <a:pt x="4787" y="0"/>
                  </a:moveTo>
                  <a:lnTo>
                    <a:pt x="4567" y="135"/>
                  </a:lnTo>
                  <a:cubicBezTo>
                    <a:pt x="4124" y="1773"/>
                    <a:pt x="3415" y="3634"/>
                    <a:pt x="2440" y="4921"/>
                  </a:cubicBezTo>
                  <a:cubicBezTo>
                    <a:pt x="1642" y="5985"/>
                    <a:pt x="0" y="7137"/>
                    <a:pt x="224" y="8687"/>
                  </a:cubicBezTo>
                  <a:cubicBezTo>
                    <a:pt x="355" y="9619"/>
                    <a:pt x="1465" y="11215"/>
                    <a:pt x="2440" y="11215"/>
                  </a:cubicBezTo>
                  <a:cubicBezTo>
                    <a:pt x="3326" y="11169"/>
                    <a:pt x="5276" y="9573"/>
                    <a:pt x="3989" y="8733"/>
                  </a:cubicBezTo>
                  <a:lnTo>
                    <a:pt x="3989" y="8733"/>
                  </a:lnTo>
                  <a:cubicBezTo>
                    <a:pt x="3723" y="8864"/>
                    <a:pt x="3457" y="8953"/>
                    <a:pt x="3192" y="8953"/>
                  </a:cubicBezTo>
                  <a:cubicBezTo>
                    <a:pt x="3681" y="8378"/>
                    <a:pt x="4479" y="8066"/>
                    <a:pt x="4610" y="7226"/>
                  </a:cubicBezTo>
                  <a:cubicBezTo>
                    <a:pt x="4744" y="6340"/>
                    <a:pt x="4344" y="6162"/>
                    <a:pt x="4833" y="5276"/>
                  </a:cubicBezTo>
                  <a:cubicBezTo>
                    <a:pt x="5542" y="3989"/>
                    <a:pt x="6294" y="2571"/>
                    <a:pt x="7180" y="1418"/>
                  </a:cubicBezTo>
                  <a:cubicBezTo>
                    <a:pt x="6560" y="887"/>
                    <a:pt x="5496" y="224"/>
                    <a:pt x="4787" y="0"/>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7" name="Google Shape;457;p15"/>
            <p:cNvSpPr/>
            <p:nvPr/>
          </p:nvSpPr>
          <p:spPr>
            <a:xfrm>
              <a:off x="2818057" y="2128302"/>
              <a:ext cx="416207" cy="1064889"/>
            </a:xfrm>
            <a:custGeom>
              <a:avLst/>
              <a:gdLst/>
              <a:ahLst/>
              <a:cxnLst/>
              <a:rect l="l" t="t" r="r" b="b"/>
              <a:pathLst>
                <a:path w="16045" h="41052" extrusionOk="0">
                  <a:moveTo>
                    <a:pt x="4148" y="0"/>
                  </a:moveTo>
                  <a:cubicBezTo>
                    <a:pt x="3897" y="0"/>
                    <a:pt x="3636" y="44"/>
                    <a:pt x="3369" y="145"/>
                  </a:cubicBezTo>
                  <a:cubicBezTo>
                    <a:pt x="1" y="1429"/>
                    <a:pt x="1065" y="5730"/>
                    <a:pt x="1419" y="7279"/>
                  </a:cubicBezTo>
                  <a:cubicBezTo>
                    <a:pt x="2525" y="11757"/>
                    <a:pt x="6780" y="23015"/>
                    <a:pt x="6780" y="23015"/>
                  </a:cubicBezTo>
                  <a:lnTo>
                    <a:pt x="3635" y="38215"/>
                  </a:lnTo>
                  <a:lnTo>
                    <a:pt x="9485" y="41051"/>
                  </a:lnTo>
                  <a:cubicBezTo>
                    <a:pt x="9485" y="41051"/>
                    <a:pt x="13829" y="31478"/>
                    <a:pt x="14715" y="26560"/>
                  </a:cubicBezTo>
                  <a:cubicBezTo>
                    <a:pt x="16045" y="19380"/>
                    <a:pt x="7003" y="1829"/>
                    <a:pt x="7003" y="1829"/>
                  </a:cubicBezTo>
                  <a:cubicBezTo>
                    <a:pt x="7003" y="1829"/>
                    <a:pt x="5772" y="0"/>
                    <a:pt x="41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8" name="Google Shape;458;p15"/>
            <p:cNvSpPr/>
            <p:nvPr/>
          </p:nvSpPr>
          <p:spPr>
            <a:xfrm>
              <a:off x="2670899" y="1556285"/>
              <a:ext cx="472497" cy="941414"/>
            </a:xfrm>
            <a:custGeom>
              <a:avLst/>
              <a:gdLst/>
              <a:ahLst/>
              <a:cxnLst/>
              <a:rect l="l" t="t" r="r" b="b"/>
              <a:pathLst>
                <a:path w="18215" h="36292" extrusionOk="0">
                  <a:moveTo>
                    <a:pt x="10121" y="1"/>
                  </a:moveTo>
                  <a:cubicBezTo>
                    <a:pt x="9485" y="1"/>
                    <a:pt x="8842" y="101"/>
                    <a:pt x="8110" y="257"/>
                  </a:cubicBezTo>
                  <a:cubicBezTo>
                    <a:pt x="6649" y="611"/>
                    <a:pt x="6426" y="1189"/>
                    <a:pt x="5716" y="2519"/>
                  </a:cubicBezTo>
                  <a:cubicBezTo>
                    <a:pt x="5374" y="3158"/>
                    <a:pt x="4620" y="4213"/>
                    <a:pt x="4885" y="5003"/>
                  </a:cubicBezTo>
                  <a:lnTo>
                    <a:pt x="4885" y="5003"/>
                  </a:lnTo>
                  <a:lnTo>
                    <a:pt x="4876" y="5044"/>
                  </a:lnTo>
                  <a:cubicBezTo>
                    <a:pt x="5319" y="5887"/>
                    <a:pt x="6248" y="6419"/>
                    <a:pt x="6691" y="7394"/>
                  </a:cubicBezTo>
                  <a:cubicBezTo>
                    <a:pt x="7269" y="8547"/>
                    <a:pt x="7624" y="9965"/>
                    <a:pt x="7713" y="11248"/>
                  </a:cubicBezTo>
                  <a:cubicBezTo>
                    <a:pt x="7801" y="13599"/>
                    <a:pt x="7181" y="15549"/>
                    <a:pt x="5894" y="17411"/>
                  </a:cubicBezTo>
                  <a:cubicBezTo>
                    <a:pt x="4653" y="19272"/>
                    <a:pt x="3146" y="20733"/>
                    <a:pt x="2082" y="22729"/>
                  </a:cubicBezTo>
                  <a:cubicBezTo>
                    <a:pt x="1107" y="24633"/>
                    <a:pt x="43" y="26895"/>
                    <a:pt x="1" y="29111"/>
                  </a:cubicBezTo>
                  <a:cubicBezTo>
                    <a:pt x="575" y="28048"/>
                    <a:pt x="1596" y="27250"/>
                    <a:pt x="2306" y="26275"/>
                  </a:cubicBezTo>
                  <a:cubicBezTo>
                    <a:pt x="3057" y="25165"/>
                    <a:pt x="3812" y="24059"/>
                    <a:pt x="4564" y="22906"/>
                  </a:cubicBezTo>
                  <a:cubicBezTo>
                    <a:pt x="5940" y="20779"/>
                    <a:pt x="7003" y="18694"/>
                    <a:pt x="7932" y="16301"/>
                  </a:cubicBezTo>
                  <a:cubicBezTo>
                    <a:pt x="8688" y="14351"/>
                    <a:pt x="9042" y="12181"/>
                    <a:pt x="9929" y="10273"/>
                  </a:cubicBezTo>
                  <a:cubicBezTo>
                    <a:pt x="10270" y="9588"/>
                    <a:pt x="10876" y="8740"/>
                    <a:pt x="11685" y="8740"/>
                  </a:cubicBezTo>
                  <a:cubicBezTo>
                    <a:pt x="11817" y="8740"/>
                    <a:pt x="11955" y="8763"/>
                    <a:pt x="12099" y="8813"/>
                  </a:cubicBezTo>
                  <a:cubicBezTo>
                    <a:pt x="13339" y="9210"/>
                    <a:pt x="12630" y="10585"/>
                    <a:pt x="12010" y="11160"/>
                  </a:cubicBezTo>
                  <a:cubicBezTo>
                    <a:pt x="11478" y="11692"/>
                    <a:pt x="11035" y="12181"/>
                    <a:pt x="10904" y="12979"/>
                  </a:cubicBezTo>
                  <a:cubicBezTo>
                    <a:pt x="10769" y="13865"/>
                    <a:pt x="11347" y="14617"/>
                    <a:pt x="11524" y="15461"/>
                  </a:cubicBezTo>
                  <a:cubicBezTo>
                    <a:pt x="11655" y="16081"/>
                    <a:pt x="11655" y="16702"/>
                    <a:pt x="11879" y="17365"/>
                  </a:cubicBezTo>
                  <a:cubicBezTo>
                    <a:pt x="12187" y="18251"/>
                    <a:pt x="12719" y="18960"/>
                    <a:pt x="13208" y="19715"/>
                  </a:cubicBezTo>
                  <a:cubicBezTo>
                    <a:pt x="14492" y="21754"/>
                    <a:pt x="15378" y="23527"/>
                    <a:pt x="15602" y="26009"/>
                  </a:cubicBezTo>
                  <a:cubicBezTo>
                    <a:pt x="15868" y="29200"/>
                    <a:pt x="16133" y="32079"/>
                    <a:pt x="17374" y="35050"/>
                  </a:cubicBezTo>
                  <a:cubicBezTo>
                    <a:pt x="17552" y="35447"/>
                    <a:pt x="17729" y="36025"/>
                    <a:pt x="17995" y="36291"/>
                  </a:cubicBezTo>
                  <a:cubicBezTo>
                    <a:pt x="17151" y="32079"/>
                    <a:pt x="17240" y="27381"/>
                    <a:pt x="17108" y="23084"/>
                  </a:cubicBezTo>
                  <a:cubicBezTo>
                    <a:pt x="16931" y="18740"/>
                    <a:pt x="17463" y="14397"/>
                    <a:pt x="17949" y="10096"/>
                  </a:cubicBezTo>
                  <a:cubicBezTo>
                    <a:pt x="18215" y="7483"/>
                    <a:pt x="17772" y="4866"/>
                    <a:pt x="16087" y="2874"/>
                  </a:cubicBezTo>
                  <a:cubicBezTo>
                    <a:pt x="15112" y="1721"/>
                    <a:pt x="13474" y="835"/>
                    <a:pt x="12099" y="346"/>
                  </a:cubicBezTo>
                  <a:cubicBezTo>
                    <a:pt x="11389" y="101"/>
                    <a:pt x="10758" y="1"/>
                    <a:pt x="10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59" name="Google Shape;459;p15"/>
            <p:cNvSpPr/>
            <p:nvPr/>
          </p:nvSpPr>
          <p:spPr>
            <a:xfrm>
              <a:off x="2665115" y="4662379"/>
              <a:ext cx="394418" cy="241475"/>
            </a:xfrm>
            <a:custGeom>
              <a:avLst/>
              <a:gdLst/>
              <a:ahLst/>
              <a:cxnLst/>
              <a:rect l="l" t="t" r="r" b="b"/>
              <a:pathLst>
                <a:path w="15205" h="9309" extrusionOk="0">
                  <a:moveTo>
                    <a:pt x="13520" y="0"/>
                  </a:moveTo>
                  <a:cubicBezTo>
                    <a:pt x="13297" y="89"/>
                    <a:pt x="13119" y="532"/>
                    <a:pt x="12942" y="710"/>
                  </a:cubicBezTo>
                  <a:cubicBezTo>
                    <a:pt x="12676" y="1022"/>
                    <a:pt x="12368" y="1241"/>
                    <a:pt x="12013" y="1465"/>
                  </a:cubicBezTo>
                  <a:cubicBezTo>
                    <a:pt x="11570" y="1819"/>
                    <a:pt x="11038" y="2128"/>
                    <a:pt x="10506" y="2305"/>
                  </a:cubicBezTo>
                  <a:cubicBezTo>
                    <a:pt x="10336" y="2364"/>
                    <a:pt x="10180" y="2390"/>
                    <a:pt x="10034" y="2390"/>
                  </a:cubicBezTo>
                  <a:cubicBezTo>
                    <a:pt x="9300" y="2390"/>
                    <a:pt x="8813" y="1738"/>
                    <a:pt x="8113" y="1330"/>
                  </a:cubicBezTo>
                  <a:cubicBezTo>
                    <a:pt x="7946" y="1219"/>
                    <a:pt x="7710" y="1126"/>
                    <a:pt x="7492" y="1126"/>
                  </a:cubicBezTo>
                  <a:cubicBezTo>
                    <a:pt x="7361" y="1126"/>
                    <a:pt x="7237" y="1159"/>
                    <a:pt x="7138" y="1241"/>
                  </a:cubicBezTo>
                  <a:lnTo>
                    <a:pt x="7180" y="1199"/>
                  </a:lnTo>
                  <a:lnTo>
                    <a:pt x="7180" y="1199"/>
                  </a:lnTo>
                  <a:cubicBezTo>
                    <a:pt x="6914" y="1376"/>
                    <a:pt x="6783" y="1773"/>
                    <a:pt x="6606" y="2039"/>
                  </a:cubicBezTo>
                  <a:lnTo>
                    <a:pt x="5939" y="3238"/>
                  </a:lnTo>
                  <a:cubicBezTo>
                    <a:pt x="5542" y="3901"/>
                    <a:pt x="5099" y="4698"/>
                    <a:pt x="4479" y="5188"/>
                  </a:cubicBezTo>
                  <a:cubicBezTo>
                    <a:pt x="3635" y="5897"/>
                    <a:pt x="2748" y="6294"/>
                    <a:pt x="1685" y="6429"/>
                  </a:cubicBezTo>
                  <a:cubicBezTo>
                    <a:pt x="1288" y="6471"/>
                    <a:pt x="667" y="6649"/>
                    <a:pt x="355" y="7003"/>
                  </a:cubicBezTo>
                  <a:cubicBezTo>
                    <a:pt x="178" y="7226"/>
                    <a:pt x="0" y="8067"/>
                    <a:pt x="178" y="8379"/>
                  </a:cubicBezTo>
                  <a:cubicBezTo>
                    <a:pt x="178" y="8467"/>
                    <a:pt x="0" y="8421"/>
                    <a:pt x="47" y="8467"/>
                  </a:cubicBezTo>
                  <a:cubicBezTo>
                    <a:pt x="0" y="8599"/>
                    <a:pt x="0" y="8953"/>
                    <a:pt x="89" y="9042"/>
                  </a:cubicBezTo>
                  <a:cubicBezTo>
                    <a:pt x="266" y="9265"/>
                    <a:pt x="710" y="9219"/>
                    <a:pt x="976" y="9265"/>
                  </a:cubicBezTo>
                  <a:cubicBezTo>
                    <a:pt x="1397" y="9286"/>
                    <a:pt x="1841" y="9309"/>
                    <a:pt x="2278" y="9309"/>
                  </a:cubicBezTo>
                  <a:cubicBezTo>
                    <a:pt x="2716" y="9309"/>
                    <a:pt x="3147" y="9286"/>
                    <a:pt x="3546" y="9219"/>
                  </a:cubicBezTo>
                  <a:cubicBezTo>
                    <a:pt x="5276" y="8865"/>
                    <a:pt x="7049" y="8421"/>
                    <a:pt x="8645" y="7670"/>
                  </a:cubicBezTo>
                  <a:cubicBezTo>
                    <a:pt x="9308" y="7358"/>
                    <a:pt x="9886" y="6826"/>
                    <a:pt x="10506" y="6471"/>
                  </a:cubicBezTo>
                  <a:cubicBezTo>
                    <a:pt x="10671" y="6350"/>
                    <a:pt x="11064" y="6112"/>
                    <a:pt x="11295" y="6112"/>
                  </a:cubicBezTo>
                  <a:cubicBezTo>
                    <a:pt x="11313" y="6112"/>
                    <a:pt x="11330" y="6114"/>
                    <a:pt x="11346" y="6117"/>
                  </a:cubicBezTo>
                  <a:cubicBezTo>
                    <a:pt x="11658" y="6163"/>
                    <a:pt x="11658" y="6560"/>
                    <a:pt x="11658" y="6783"/>
                  </a:cubicBezTo>
                  <a:cubicBezTo>
                    <a:pt x="12368" y="6737"/>
                    <a:pt x="12942" y="6560"/>
                    <a:pt x="13474" y="6383"/>
                  </a:cubicBezTo>
                  <a:cubicBezTo>
                    <a:pt x="13963" y="6205"/>
                    <a:pt x="14584" y="6074"/>
                    <a:pt x="14938" y="5720"/>
                  </a:cubicBezTo>
                  <a:cubicBezTo>
                    <a:pt x="15204" y="5454"/>
                    <a:pt x="15069" y="4656"/>
                    <a:pt x="14981" y="4255"/>
                  </a:cubicBezTo>
                  <a:lnTo>
                    <a:pt x="14981" y="4167"/>
                  </a:lnTo>
                  <a:cubicBezTo>
                    <a:pt x="14981" y="4124"/>
                    <a:pt x="15027" y="4078"/>
                    <a:pt x="15027" y="4035"/>
                  </a:cubicBezTo>
                  <a:cubicBezTo>
                    <a:pt x="15115" y="3723"/>
                    <a:pt x="14850" y="2883"/>
                    <a:pt x="14761" y="2571"/>
                  </a:cubicBezTo>
                  <a:cubicBezTo>
                    <a:pt x="14538" y="1642"/>
                    <a:pt x="14052" y="667"/>
                    <a:pt x="13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2057711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460"/>
        <p:cNvGrpSpPr/>
        <p:nvPr/>
      </p:nvGrpSpPr>
      <p:grpSpPr>
        <a:xfrm>
          <a:off x="0" y="0"/>
          <a:ext cx="0" cy="0"/>
          <a:chOff x="0" y="0"/>
          <a:chExt cx="0" cy="0"/>
        </a:xfrm>
      </p:grpSpPr>
      <p:sp>
        <p:nvSpPr>
          <p:cNvPr id="461" name="Google Shape;461;p16"/>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62" name="Google Shape;462;p16"/>
          <p:cNvGrpSpPr/>
          <p:nvPr/>
        </p:nvGrpSpPr>
        <p:grpSpPr>
          <a:xfrm>
            <a:off x="-6366" y="166871"/>
            <a:ext cx="12198367" cy="6256543"/>
            <a:chOff x="-4775" y="125152"/>
            <a:chExt cx="9148775" cy="4692407"/>
          </a:xfrm>
        </p:grpSpPr>
        <p:grpSp>
          <p:nvGrpSpPr>
            <p:cNvPr id="463" name="Google Shape;463;p16"/>
            <p:cNvGrpSpPr/>
            <p:nvPr/>
          </p:nvGrpSpPr>
          <p:grpSpPr>
            <a:xfrm>
              <a:off x="-4775" y="636650"/>
              <a:ext cx="9148775" cy="3936950"/>
              <a:chOff x="-4775" y="636650"/>
              <a:chExt cx="9148775" cy="3936950"/>
            </a:xfrm>
          </p:grpSpPr>
          <p:sp>
            <p:nvSpPr>
              <p:cNvPr id="464" name="Google Shape;464;p1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5" name="Google Shape;465;p1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6" name="Google Shape;466;p1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7" name="Google Shape;467;p1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8" name="Google Shape;468;p1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69" name="Google Shape;469;p1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70" name="Google Shape;470;p16"/>
            <p:cNvGrpSpPr/>
            <p:nvPr/>
          </p:nvGrpSpPr>
          <p:grpSpPr>
            <a:xfrm rot="-5400000">
              <a:off x="4587067" y="895676"/>
              <a:ext cx="4692407" cy="3151360"/>
              <a:chOff x="-4775" y="1422240"/>
              <a:chExt cx="9148775" cy="3151360"/>
            </a:xfrm>
          </p:grpSpPr>
          <p:sp>
            <p:nvSpPr>
              <p:cNvPr id="471" name="Google Shape;471;p1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2" name="Google Shape;472;p1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3" name="Google Shape;473;p1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4" name="Google Shape;474;p1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5" name="Google Shape;475;p1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476" name="Google Shape;476;p16"/>
            <p:cNvGrpSpPr/>
            <p:nvPr/>
          </p:nvGrpSpPr>
          <p:grpSpPr>
            <a:xfrm rot="-5400000">
              <a:off x="257322" y="502881"/>
              <a:ext cx="4692407" cy="3936950"/>
              <a:chOff x="-4775" y="636650"/>
              <a:chExt cx="9148775" cy="3936950"/>
            </a:xfrm>
          </p:grpSpPr>
          <p:sp>
            <p:nvSpPr>
              <p:cNvPr id="477" name="Google Shape;477;p1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8" name="Google Shape;478;p1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79" name="Google Shape;479;p1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0" name="Google Shape;480;p1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1" name="Google Shape;481;p1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2" name="Google Shape;482;p1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483" name="Google Shape;483;p16"/>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4" name="Google Shape;484;p16"/>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5" name="Google Shape;485;p16"/>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486" name="Google Shape;486;p16"/>
          <p:cNvGrpSpPr/>
          <p:nvPr/>
        </p:nvGrpSpPr>
        <p:grpSpPr>
          <a:xfrm>
            <a:off x="11360235" y="974401"/>
            <a:ext cx="831767" cy="1285820"/>
            <a:chOff x="8428900" y="730800"/>
            <a:chExt cx="623825" cy="964365"/>
          </a:xfrm>
        </p:grpSpPr>
        <p:sp>
          <p:nvSpPr>
            <p:cNvPr id="487" name="Google Shape;487;p16"/>
            <p:cNvSpPr/>
            <p:nvPr/>
          </p:nvSpPr>
          <p:spPr>
            <a:xfrm>
              <a:off x="8428900" y="1239277"/>
              <a:ext cx="236495" cy="455888"/>
            </a:xfrm>
            <a:custGeom>
              <a:avLst/>
              <a:gdLst/>
              <a:ahLst/>
              <a:cxnLst/>
              <a:rect l="l" t="t" r="r" b="b"/>
              <a:pathLst>
                <a:path w="5144" h="9916" extrusionOk="0">
                  <a:moveTo>
                    <a:pt x="765" y="1"/>
                  </a:moveTo>
                  <a:cubicBezTo>
                    <a:pt x="333" y="1"/>
                    <a:pt x="0" y="335"/>
                    <a:pt x="0" y="747"/>
                  </a:cubicBezTo>
                  <a:lnTo>
                    <a:pt x="0" y="9149"/>
                  </a:lnTo>
                  <a:cubicBezTo>
                    <a:pt x="0" y="9562"/>
                    <a:pt x="333" y="9916"/>
                    <a:pt x="765" y="9916"/>
                  </a:cubicBezTo>
                  <a:lnTo>
                    <a:pt x="4398" y="9916"/>
                  </a:lnTo>
                  <a:cubicBezTo>
                    <a:pt x="4809" y="9916"/>
                    <a:pt x="5144" y="9562"/>
                    <a:pt x="5144" y="9149"/>
                  </a:cubicBezTo>
                  <a:lnTo>
                    <a:pt x="5144" y="747"/>
                  </a:lnTo>
                  <a:cubicBezTo>
                    <a:pt x="5144" y="335"/>
                    <a:pt x="4809" y="1"/>
                    <a:pt x="43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8" name="Google Shape;488;p16"/>
            <p:cNvSpPr/>
            <p:nvPr/>
          </p:nvSpPr>
          <p:spPr>
            <a:xfrm>
              <a:off x="8453223" y="1265485"/>
              <a:ext cx="187762" cy="402603"/>
            </a:xfrm>
            <a:custGeom>
              <a:avLst/>
              <a:gdLst/>
              <a:ahLst/>
              <a:cxnLst/>
              <a:rect l="l" t="t" r="r" b="b"/>
              <a:pathLst>
                <a:path w="4084" h="8757" extrusionOk="0">
                  <a:moveTo>
                    <a:pt x="0" y="1"/>
                  </a:moveTo>
                  <a:lnTo>
                    <a:pt x="0" y="8757"/>
                  </a:lnTo>
                  <a:lnTo>
                    <a:pt x="4084" y="8757"/>
                  </a:lnTo>
                  <a:lnTo>
                    <a:pt x="40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89" name="Google Shape;489;p16"/>
            <p:cNvSpPr/>
            <p:nvPr/>
          </p:nvSpPr>
          <p:spPr>
            <a:xfrm>
              <a:off x="8497499" y="1516437"/>
              <a:ext cx="99306" cy="98386"/>
            </a:xfrm>
            <a:custGeom>
              <a:avLst/>
              <a:gdLst/>
              <a:ahLst/>
              <a:cxnLst/>
              <a:rect l="l" t="t" r="r" b="b"/>
              <a:pathLst>
                <a:path w="2160" h="2140" extrusionOk="0">
                  <a:moveTo>
                    <a:pt x="1079" y="0"/>
                  </a:moveTo>
                  <a:cubicBezTo>
                    <a:pt x="490" y="0"/>
                    <a:pt x="0" y="472"/>
                    <a:pt x="0" y="1061"/>
                  </a:cubicBezTo>
                  <a:cubicBezTo>
                    <a:pt x="0" y="1668"/>
                    <a:pt x="490" y="2140"/>
                    <a:pt x="1079" y="2140"/>
                  </a:cubicBezTo>
                  <a:cubicBezTo>
                    <a:pt x="1668" y="2140"/>
                    <a:pt x="2160" y="1668"/>
                    <a:pt x="2160" y="1061"/>
                  </a:cubicBezTo>
                  <a:cubicBezTo>
                    <a:pt x="2160" y="472"/>
                    <a:pt x="1668" y="0"/>
                    <a:pt x="1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0" name="Google Shape;490;p16"/>
            <p:cNvSpPr/>
            <p:nvPr/>
          </p:nvSpPr>
          <p:spPr>
            <a:xfrm>
              <a:off x="8497499" y="1330499"/>
              <a:ext cx="99306" cy="98386"/>
            </a:xfrm>
            <a:custGeom>
              <a:avLst/>
              <a:gdLst/>
              <a:ahLst/>
              <a:cxnLst/>
              <a:rect l="l" t="t" r="r" b="b"/>
              <a:pathLst>
                <a:path w="2160" h="2140" extrusionOk="0">
                  <a:moveTo>
                    <a:pt x="1079" y="0"/>
                  </a:moveTo>
                  <a:cubicBezTo>
                    <a:pt x="490" y="0"/>
                    <a:pt x="0" y="490"/>
                    <a:pt x="0" y="1079"/>
                  </a:cubicBezTo>
                  <a:cubicBezTo>
                    <a:pt x="0" y="1668"/>
                    <a:pt x="490" y="2139"/>
                    <a:pt x="1079" y="2139"/>
                  </a:cubicBezTo>
                  <a:cubicBezTo>
                    <a:pt x="1668" y="2139"/>
                    <a:pt x="2160" y="1668"/>
                    <a:pt x="2160" y="1079"/>
                  </a:cubicBezTo>
                  <a:cubicBezTo>
                    <a:pt x="2160" y="490"/>
                    <a:pt x="1668" y="0"/>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91" name="Google Shape;491;p16"/>
            <p:cNvGrpSpPr/>
            <p:nvPr/>
          </p:nvGrpSpPr>
          <p:grpSpPr>
            <a:xfrm>
              <a:off x="8534500" y="730800"/>
              <a:ext cx="518225" cy="512150"/>
              <a:chOff x="8534500" y="730800"/>
              <a:chExt cx="518225" cy="512150"/>
            </a:xfrm>
          </p:grpSpPr>
          <p:sp>
            <p:nvSpPr>
              <p:cNvPr id="492" name="Google Shape;492;p16"/>
              <p:cNvSpPr/>
              <p:nvPr/>
            </p:nvSpPr>
            <p:spPr>
              <a:xfrm>
                <a:off x="8534500" y="743450"/>
                <a:ext cx="25200" cy="49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3" name="Google Shape;493;p16"/>
              <p:cNvSpPr/>
              <p:nvPr/>
            </p:nvSpPr>
            <p:spPr>
              <a:xfrm rot="5400000">
                <a:off x="8781075" y="484350"/>
                <a:ext cx="25200" cy="518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Tree>
    <p:extLst>
      <p:ext uri="{BB962C8B-B14F-4D97-AF65-F5344CB8AC3E}">
        <p14:creationId xmlns:p14="http://schemas.microsoft.com/office/powerpoint/2010/main" val="1224469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494"/>
        <p:cNvGrpSpPr/>
        <p:nvPr/>
      </p:nvGrpSpPr>
      <p:grpSpPr>
        <a:xfrm>
          <a:off x="0" y="0"/>
          <a:ext cx="0" cy="0"/>
          <a:chOff x="0" y="0"/>
          <a:chExt cx="0" cy="0"/>
        </a:xfrm>
      </p:grpSpPr>
      <p:sp>
        <p:nvSpPr>
          <p:cNvPr id="495" name="Google Shape;495;p17"/>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496" name="Google Shape;496;p17"/>
          <p:cNvGrpSpPr/>
          <p:nvPr/>
        </p:nvGrpSpPr>
        <p:grpSpPr>
          <a:xfrm>
            <a:off x="-6366" y="166871"/>
            <a:ext cx="12198367" cy="6256543"/>
            <a:chOff x="-4775" y="125152"/>
            <a:chExt cx="9148775" cy="4692407"/>
          </a:xfrm>
        </p:grpSpPr>
        <p:grpSp>
          <p:nvGrpSpPr>
            <p:cNvPr id="497" name="Google Shape;497;p17"/>
            <p:cNvGrpSpPr/>
            <p:nvPr/>
          </p:nvGrpSpPr>
          <p:grpSpPr>
            <a:xfrm>
              <a:off x="-4775" y="636650"/>
              <a:ext cx="9148775" cy="3936950"/>
              <a:chOff x="-4775" y="636650"/>
              <a:chExt cx="9148775" cy="3936950"/>
            </a:xfrm>
          </p:grpSpPr>
          <p:sp>
            <p:nvSpPr>
              <p:cNvPr id="498" name="Google Shape;498;p1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499" name="Google Shape;499;p1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0" name="Google Shape;500;p1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1" name="Google Shape;501;p1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2" name="Google Shape;502;p1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3" name="Google Shape;503;p1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04" name="Google Shape;504;p17"/>
            <p:cNvGrpSpPr/>
            <p:nvPr/>
          </p:nvGrpSpPr>
          <p:grpSpPr>
            <a:xfrm rot="-5400000">
              <a:off x="4587067" y="895676"/>
              <a:ext cx="4692407" cy="3151360"/>
              <a:chOff x="-4775" y="1422240"/>
              <a:chExt cx="9148775" cy="3151360"/>
            </a:xfrm>
          </p:grpSpPr>
          <p:sp>
            <p:nvSpPr>
              <p:cNvPr id="505" name="Google Shape;505;p1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6" name="Google Shape;506;p1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7" name="Google Shape;507;p1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8" name="Google Shape;508;p1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09" name="Google Shape;509;p1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10" name="Google Shape;510;p17"/>
            <p:cNvGrpSpPr/>
            <p:nvPr/>
          </p:nvGrpSpPr>
          <p:grpSpPr>
            <a:xfrm rot="-5400000">
              <a:off x="257322" y="502881"/>
              <a:ext cx="4692407" cy="3936950"/>
              <a:chOff x="-4775" y="636650"/>
              <a:chExt cx="9148775" cy="3936950"/>
            </a:xfrm>
          </p:grpSpPr>
          <p:sp>
            <p:nvSpPr>
              <p:cNvPr id="511" name="Google Shape;511;p1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2" name="Google Shape;512;p1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3" name="Google Shape;513;p1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4" name="Google Shape;514;p1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5" name="Google Shape;515;p1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6" name="Google Shape;516;p1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517" name="Google Shape;517;p17"/>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8" name="Google Shape;518;p17"/>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19" name="Google Shape;519;p17"/>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520" name="Google Shape;520;p17"/>
          <p:cNvGrpSpPr/>
          <p:nvPr/>
        </p:nvGrpSpPr>
        <p:grpSpPr>
          <a:xfrm>
            <a:off x="11368957" y="4597466"/>
            <a:ext cx="653979" cy="1802183"/>
            <a:chOff x="8010400" y="1358371"/>
            <a:chExt cx="573464" cy="1580308"/>
          </a:xfrm>
        </p:grpSpPr>
        <p:sp>
          <p:nvSpPr>
            <p:cNvPr id="521" name="Google Shape;521;p17"/>
            <p:cNvSpPr/>
            <p:nvPr/>
          </p:nvSpPr>
          <p:spPr>
            <a:xfrm>
              <a:off x="8448780" y="2807198"/>
              <a:ext cx="131449" cy="131480"/>
            </a:xfrm>
            <a:custGeom>
              <a:avLst/>
              <a:gdLst/>
              <a:ahLst/>
              <a:cxnLst/>
              <a:rect l="l" t="t" r="r" b="b"/>
              <a:pathLst>
                <a:path w="4280" h="4281" extrusionOk="0">
                  <a:moveTo>
                    <a:pt x="2139" y="1"/>
                  </a:moveTo>
                  <a:cubicBezTo>
                    <a:pt x="961" y="1"/>
                    <a:pt x="0" y="963"/>
                    <a:pt x="0" y="2141"/>
                  </a:cubicBezTo>
                  <a:cubicBezTo>
                    <a:pt x="0" y="3319"/>
                    <a:pt x="961" y="4280"/>
                    <a:pt x="2139" y="4280"/>
                  </a:cubicBezTo>
                  <a:cubicBezTo>
                    <a:pt x="3317" y="4280"/>
                    <a:pt x="4280" y="3319"/>
                    <a:pt x="4280" y="2141"/>
                  </a:cubicBezTo>
                  <a:cubicBezTo>
                    <a:pt x="4280" y="963"/>
                    <a:pt x="3317" y="1"/>
                    <a:pt x="2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2" name="Google Shape;522;p17"/>
            <p:cNvSpPr/>
            <p:nvPr/>
          </p:nvSpPr>
          <p:spPr>
            <a:xfrm>
              <a:off x="8470462" y="2828911"/>
              <a:ext cx="88083" cy="88698"/>
            </a:xfrm>
            <a:custGeom>
              <a:avLst/>
              <a:gdLst/>
              <a:ahLst/>
              <a:cxnLst/>
              <a:rect l="l" t="t" r="r" b="b"/>
              <a:pathLst>
                <a:path w="2868" h="2888" extrusionOk="0">
                  <a:moveTo>
                    <a:pt x="1433" y="0"/>
                  </a:moveTo>
                  <a:cubicBezTo>
                    <a:pt x="648" y="0"/>
                    <a:pt x="1" y="649"/>
                    <a:pt x="1" y="1434"/>
                  </a:cubicBezTo>
                  <a:cubicBezTo>
                    <a:pt x="1" y="2238"/>
                    <a:pt x="648" y="2887"/>
                    <a:pt x="1433" y="2887"/>
                  </a:cubicBezTo>
                  <a:cubicBezTo>
                    <a:pt x="2219" y="2887"/>
                    <a:pt x="2867" y="2238"/>
                    <a:pt x="2867" y="1434"/>
                  </a:cubicBezTo>
                  <a:cubicBezTo>
                    <a:pt x="2867" y="649"/>
                    <a:pt x="221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3" name="Google Shape;523;p17"/>
            <p:cNvSpPr/>
            <p:nvPr/>
          </p:nvSpPr>
          <p:spPr>
            <a:xfrm>
              <a:off x="8013440" y="2807198"/>
              <a:ext cx="131480" cy="131480"/>
            </a:xfrm>
            <a:custGeom>
              <a:avLst/>
              <a:gdLst/>
              <a:ahLst/>
              <a:cxnLst/>
              <a:rect l="l" t="t" r="r" b="b"/>
              <a:pathLst>
                <a:path w="4281" h="4281" extrusionOk="0">
                  <a:moveTo>
                    <a:pt x="2140" y="1"/>
                  </a:moveTo>
                  <a:cubicBezTo>
                    <a:pt x="962" y="1"/>
                    <a:pt x="1" y="963"/>
                    <a:pt x="1" y="2141"/>
                  </a:cubicBezTo>
                  <a:cubicBezTo>
                    <a:pt x="1" y="3319"/>
                    <a:pt x="962" y="4280"/>
                    <a:pt x="2140" y="4280"/>
                  </a:cubicBezTo>
                  <a:cubicBezTo>
                    <a:pt x="3318" y="4280"/>
                    <a:pt x="4281" y="3319"/>
                    <a:pt x="4281" y="2141"/>
                  </a:cubicBezTo>
                  <a:cubicBezTo>
                    <a:pt x="4281" y="963"/>
                    <a:pt x="3318" y="1"/>
                    <a:pt x="21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4" name="Google Shape;524;p17"/>
            <p:cNvSpPr/>
            <p:nvPr/>
          </p:nvSpPr>
          <p:spPr>
            <a:xfrm>
              <a:off x="8035154" y="2828911"/>
              <a:ext cx="88053" cy="88698"/>
            </a:xfrm>
            <a:custGeom>
              <a:avLst/>
              <a:gdLst/>
              <a:ahLst/>
              <a:cxnLst/>
              <a:rect l="l" t="t" r="r" b="b"/>
              <a:pathLst>
                <a:path w="2867" h="2888" extrusionOk="0">
                  <a:moveTo>
                    <a:pt x="1433" y="0"/>
                  </a:moveTo>
                  <a:cubicBezTo>
                    <a:pt x="648" y="0"/>
                    <a:pt x="1" y="649"/>
                    <a:pt x="1" y="1434"/>
                  </a:cubicBezTo>
                  <a:cubicBezTo>
                    <a:pt x="1" y="2238"/>
                    <a:pt x="648" y="2887"/>
                    <a:pt x="1433" y="2887"/>
                  </a:cubicBezTo>
                  <a:cubicBezTo>
                    <a:pt x="2239" y="2887"/>
                    <a:pt x="2867" y="2238"/>
                    <a:pt x="2867" y="1434"/>
                  </a:cubicBezTo>
                  <a:cubicBezTo>
                    <a:pt x="2867" y="649"/>
                    <a:pt x="223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5" name="Google Shape;525;p17"/>
            <p:cNvSpPr/>
            <p:nvPr/>
          </p:nvSpPr>
          <p:spPr>
            <a:xfrm>
              <a:off x="8445156" y="2759595"/>
              <a:ext cx="138698" cy="138083"/>
            </a:xfrm>
            <a:custGeom>
              <a:avLst/>
              <a:gdLst/>
              <a:ahLst/>
              <a:cxnLst/>
              <a:rect l="l" t="t" r="r" b="b"/>
              <a:pathLst>
                <a:path w="4516" h="4496" extrusionOk="0">
                  <a:moveTo>
                    <a:pt x="0" y="0"/>
                  </a:moveTo>
                  <a:lnTo>
                    <a:pt x="2257" y="4495"/>
                  </a:lnTo>
                  <a:lnTo>
                    <a:pt x="45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6" name="Google Shape;526;p17"/>
            <p:cNvSpPr/>
            <p:nvPr/>
          </p:nvSpPr>
          <p:spPr>
            <a:xfrm>
              <a:off x="8010400" y="2759595"/>
              <a:ext cx="138145" cy="138083"/>
            </a:xfrm>
            <a:custGeom>
              <a:avLst/>
              <a:gdLst/>
              <a:ahLst/>
              <a:cxnLst/>
              <a:rect l="l" t="t" r="r" b="b"/>
              <a:pathLst>
                <a:path w="4498" h="4496" extrusionOk="0">
                  <a:moveTo>
                    <a:pt x="1" y="0"/>
                  </a:moveTo>
                  <a:lnTo>
                    <a:pt x="2239" y="4495"/>
                  </a:lnTo>
                  <a:lnTo>
                    <a:pt x="44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7" name="Google Shape;527;p17"/>
            <p:cNvSpPr/>
            <p:nvPr/>
          </p:nvSpPr>
          <p:spPr>
            <a:xfrm>
              <a:off x="8010400" y="1384291"/>
              <a:ext cx="573464" cy="1449507"/>
            </a:xfrm>
            <a:custGeom>
              <a:avLst/>
              <a:gdLst/>
              <a:ahLst/>
              <a:cxnLst/>
              <a:rect l="l" t="t" r="r" b="b"/>
              <a:pathLst>
                <a:path w="18672" h="47196" extrusionOk="0">
                  <a:moveTo>
                    <a:pt x="1749" y="0"/>
                  </a:moveTo>
                  <a:cubicBezTo>
                    <a:pt x="1592" y="0"/>
                    <a:pt x="1435" y="138"/>
                    <a:pt x="1435" y="314"/>
                  </a:cubicBezTo>
                  <a:cubicBezTo>
                    <a:pt x="1435" y="1277"/>
                    <a:pt x="2220" y="2062"/>
                    <a:pt x="3202" y="2062"/>
                  </a:cubicBezTo>
                  <a:cubicBezTo>
                    <a:pt x="4065" y="2062"/>
                    <a:pt x="4772" y="1453"/>
                    <a:pt x="4929" y="628"/>
                  </a:cubicBezTo>
                  <a:lnTo>
                    <a:pt x="8188" y="628"/>
                  </a:lnTo>
                  <a:lnTo>
                    <a:pt x="8188" y="43878"/>
                  </a:lnTo>
                  <a:lnTo>
                    <a:pt x="1" y="43878"/>
                  </a:lnTo>
                  <a:lnTo>
                    <a:pt x="1" y="45606"/>
                  </a:lnTo>
                  <a:lnTo>
                    <a:pt x="8188" y="45606"/>
                  </a:lnTo>
                  <a:lnTo>
                    <a:pt x="8188" y="47038"/>
                  </a:lnTo>
                  <a:cubicBezTo>
                    <a:pt x="8188" y="47117"/>
                    <a:pt x="8560" y="47195"/>
                    <a:pt x="9013" y="47195"/>
                  </a:cubicBezTo>
                  <a:cubicBezTo>
                    <a:pt x="9484" y="47195"/>
                    <a:pt x="9856" y="47117"/>
                    <a:pt x="9856" y="47038"/>
                  </a:cubicBezTo>
                  <a:lnTo>
                    <a:pt x="9856" y="45606"/>
                  </a:lnTo>
                  <a:lnTo>
                    <a:pt x="18672" y="45606"/>
                  </a:lnTo>
                  <a:lnTo>
                    <a:pt x="18672" y="43878"/>
                  </a:lnTo>
                  <a:lnTo>
                    <a:pt x="9856" y="43878"/>
                  </a:lnTo>
                  <a:lnTo>
                    <a:pt x="9856" y="628"/>
                  </a:lnTo>
                  <a:lnTo>
                    <a:pt x="13096" y="628"/>
                  </a:lnTo>
                  <a:cubicBezTo>
                    <a:pt x="13253" y="1453"/>
                    <a:pt x="13960" y="2062"/>
                    <a:pt x="14824" y="2062"/>
                  </a:cubicBezTo>
                  <a:cubicBezTo>
                    <a:pt x="15805" y="2062"/>
                    <a:pt x="16591" y="1277"/>
                    <a:pt x="16591" y="314"/>
                  </a:cubicBezTo>
                  <a:cubicBezTo>
                    <a:pt x="16591" y="138"/>
                    <a:pt x="16453" y="0"/>
                    <a:pt x="16277" y="0"/>
                  </a:cubicBezTo>
                  <a:cubicBezTo>
                    <a:pt x="16099" y="0"/>
                    <a:pt x="15963" y="138"/>
                    <a:pt x="15963" y="314"/>
                  </a:cubicBezTo>
                  <a:cubicBezTo>
                    <a:pt x="15963" y="924"/>
                    <a:pt x="15452" y="1434"/>
                    <a:pt x="14824" y="1434"/>
                  </a:cubicBezTo>
                  <a:cubicBezTo>
                    <a:pt x="14214" y="1434"/>
                    <a:pt x="13704" y="924"/>
                    <a:pt x="13704" y="314"/>
                  </a:cubicBezTo>
                  <a:lnTo>
                    <a:pt x="13704" y="0"/>
                  </a:lnTo>
                  <a:lnTo>
                    <a:pt x="4320" y="0"/>
                  </a:lnTo>
                  <a:lnTo>
                    <a:pt x="4320" y="314"/>
                  </a:lnTo>
                  <a:cubicBezTo>
                    <a:pt x="4320" y="924"/>
                    <a:pt x="3809" y="1434"/>
                    <a:pt x="3202" y="1434"/>
                  </a:cubicBezTo>
                  <a:cubicBezTo>
                    <a:pt x="2573" y="1434"/>
                    <a:pt x="2082" y="924"/>
                    <a:pt x="2082" y="314"/>
                  </a:cubicBezTo>
                  <a:cubicBezTo>
                    <a:pt x="2082" y="138"/>
                    <a:pt x="1925" y="0"/>
                    <a:pt x="17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8" name="Google Shape;528;p17"/>
            <p:cNvSpPr/>
            <p:nvPr/>
          </p:nvSpPr>
          <p:spPr>
            <a:xfrm>
              <a:off x="8336620" y="1358371"/>
              <a:ext cx="217659" cy="757340"/>
            </a:xfrm>
            <a:custGeom>
              <a:avLst/>
              <a:gdLst/>
              <a:ahLst/>
              <a:cxnLst/>
              <a:rect l="l" t="t" r="r" b="b"/>
              <a:pathLst>
                <a:path w="7087" h="24659" extrusionOk="0">
                  <a:moveTo>
                    <a:pt x="687" y="1"/>
                  </a:moveTo>
                  <a:cubicBezTo>
                    <a:pt x="59" y="1"/>
                    <a:pt x="1" y="1807"/>
                    <a:pt x="1" y="2357"/>
                  </a:cubicBezTo>
                  <a:lnTo>
                    <a:pt x="1" y="22420"/>
                  </a:lnTo>
                  <a:cubicBezTo>
                    <a:pt x="1" y="23657"/>
                    <a:pt x="1021" y="24659"/>
                    <a:pt x="2258" y="24659"/>
                  </a:cubicBezTo>
                  <a:cubicBezTo>
                    <a:pt x="3475" y="24659"/>
                    <a:pt x="4496" y="23657"/>
                    <a:pt x="4496" y="22420"/>
                  </a:cubicBezTo>
                  <a:lnTo>
                    <a:pt x="4496" y="15725"/>
                  </a:lnTo>
                  <a:lnTo>
                    <a:pt x="4909" y="15725"/>
                  </a:lnTo>
                  <a:cubicBezTo>
                    <a:pt x="5006" y="15725"/>
                    <a:pt x="5105" y="15647"/>
                    <a:pt x="5105" y="15549"/>
                  </a:cubicBezTo>
                  <a:lnTo>
                    <a:pt x="5105" y="13644"/>
                  </a:lnTo>
                  <a:lnTo>
                    <a:pt x="6419" y="13644"/>
                  </a:lnTo>
                  <a:cubicBezTo>
                    <a:pt x="6793" y="13644"/>
                    <a:pt x="7087" y="13351"/>
                    <a:pt x="7087" y="12997"/>
                  </a:cubicBezTo>
                  <a:lnTo>
                    <a:pt x="7087" y="3966"/>
                  </a:lnTo>
                  <a:cubicBezTo>
                    <a:pt x="7087" y="3593"/>
                    <a:pt x="6793" y="3299"/>
                    <a:pt x="6419" y="3299"/>
                  </a:cubicBezTo>
                  <a:lnTo>
                    <a:pt x="5105" y="3299"/>
                  </a:lnTo>
                  <a:cubicBezTo>
                    <a:pt x="5105" y="2572"/>
                    <a:pt x="4752" y="1964"/>
                    <a:pt x="4339" y="1964"/>
                  </a:cubicBezTo>
                  <a:cubicBezTo>
                    <a:pt x="3907" y="1964"/>
                    <a:pt x="3574" y="2572"/>
                    <a:pt x="3574" y="3299"/>
                  </a:cubicBezTo>
                  <a:lnTo>
                    <a:pt x="2239" y="3299"/>
                  </a:lnTo>
                  <a:cubicBezTo>
                    <a:pt x="1885" y="3299"/>
                    <a:pt x="1590" y="3593"/>
                    <a:pt x="1590" y="3966"/>
                  </a:cubicBezTo>
                  <a:lnTo>
                    <a:pt x="1590" y="12997"/>
                  </a:lnTo>
                  <a:cubicBezTo>
                    <a:pt x="1590" y="13351"/>
                    <a:pt x="1885" y="13644"/>
                    <a:pt x="2239" y="13644"/>
                  </a:cubicBezTo>
                  <a:lnTo>
                    <a:pt x="3553" y="13644"/>
                  </a:lnTo>
                  <a:lnTo>
                    <a:pt x="3553" y="15549"/>
                  </a:lnTo>
                  <a:cubicBezTo>
                    <a:pt x="3553" y="15647"/>
                    <a:pt x="3652" y="15725"/>
                    <a:pt x="3750" y="15725"/>
                  </a:cubicBezTo>
                  <a:lnTo>
                    <a:pt x="4181" y="15725"/>
                  </a:lnTo>
                  <a:lnTo>
                    <a:pt x="4181" y="22420"/>
                  </a:lnTo>
                  <a:cubicBezTo>
                    <a:pt x="4181" y="23481"/>
                    <a:pt x="3318" y="24344"/>
                    <a:pt x="2258" y="24344"/>
                  </a:cubicBezTo>
                  <a:cubicBezTo>
                    <a:pt x="1197" y="24344"/>
                    <a:pt x="334" y="23481"/>
                    <a:pt x="334" y="22420"/>
                  </a:cubicBezTo>
                  <a:lnTo>
                    <a:pt x="334" y="2357"/>
                  </a:lnTo>
                  <a:cubicBezTo>
                    <a:pt x="334" y="766"/>
                    <a:pt x="608" y="334"/>
                    <a:pt x="687" y="315"/>
                  </a:cubicBezTo>
                  <a:cubicBezTo>
                    <a:pt x="765" y="334"/>
                    <a:pt x="1119" y="883"/>
                    <a:pt x="1119" y="2906"/>
                  </a:cubicBezTo>
                  <a:lnTo>
                    <a:pt x="1433" y="2906"/>
                  </a:lnTo>
                  <a:cubicBezTo>
                    <a:pt x="1433" y="2043"/>
                    <a:pt x="1375" y="1315"/>
                    <a:pt x="1237" y="805"/>
                  </a:cubicBezTo>
                  <a:cubicBezTo>
                    <a:pt x="1119" y="276"/>
                    <a:pt x="923" y="1"/>
                    <a:pt x="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29" name="Google Shape;529;p17"/>
            <p:cNvSpPr/>
            <p:nvPr/>
          </p:nvSpPr>
          <p:spPr>
            <a:xfrm>
              <a:off x="8022470" y="1358371"/>
              <a:ext cx="217107" cy="621068"/>
            </a:xfrm>
            <a:custGeom>
              <a:avLst/>
              <a:gdLst/>
              <a:ahLst/>
              <a:cxnLst/>
              <a:rect l="l" t="t" r="r" b="b"/>
              <a:pathLst>
                <a:path w="7069" h="20222" extrusionOk="0">
                  <a:moveTo>
                    <a:pt x="6382" y="1"/>
                  </a:moveTo>
                  <a:cubicBezTo>
                    <a:pt x="6146" y="1"/>
                    <a:pt x="5969" y="276"/>
                    <a:pt x="5832" y="805"/>
                  </a:cubicBezTo>
                  <a:cubicBezTo>
                    <a:pt x="5714" y="1276"/>
                    <a:pt x="5655" y="1964"/>
                    <a:pt x="5636" y="2749"/>
                  </a:cubicBezTo>
                  <a:lnTo>
                    <a:pt x="5636" y="18749"/>
                  </a:lnTo>
                  <a:lnTo>
                    <a:pt x="5969" y="18749"/>
                  </a:lnTo>
                  <a:lnTo>
                    <a:pt x="5969" y="2749"/>
                  </a:lnTo>
                  <a:cubicBezTo>
                    <a:pt x="5989" y="865"/>
                    <a:pt x="6303" y="334"/>
                    <a:pt x="6401" y="315"/>
                  </a:cubicBezTo>
                  <a:cubicBezTo>
                    <a:pt x="6460" y="334"/>
                    <a:pt x="6754" y="766"/>
                    <a:pt x="6754" y="2357"/>
                  </a:cubicBezTo>
                  <a:lnTo>
                    <a:pt x="6754" y="17984"/>
                  </a:lnTo>
                  <a:cubicBezTo>
                    <a:pt x="6754" y="19044"/>
                    <a:pt x="5890" y="19908"/>
                    <a:pt x="4830" y="19908"/>
                  </a:cubicBezTo>
                  <a:cubicBezTo>
                    <a:pt x="3770" y="19908"/>
                    <a:pt x="2906" y="19044"/>
                    <a:pt x="2906" y="17984"/>
                  </a:cubicBezTo>
                  <a:lnTo>
                    <a:pt x="2906" y="15725"/>
                  </a:lnTo>
                  <a:lnTo>
                    <a:pt x="3338" y="15725"/>
                  </a:lnTo>
                  <a:cubicBezTo>
                    <a:pt x="3437" y="15725"/>
                    <a:pt x="3515" y="15647"/>
                    <a:pt x="3515" y="15549"/>
                  </a:cubicBezTo>
                  <a:lnTo>
                    <a:pt x="3515" y="13644"/>
                  </a:lnTo>
                  <a:lnTo>
                    <a:pt x="4830" y="13644"/>
                  </a:lnTo>
                  <a:cubicBezTo>
                    <a:pt x="5204" y="13644"/>
                    <a:pt x="5497" y="13351"/>
                    <a:pt x="5497" y="12997"/>
                  </a:cubicBezTo>
                  <a:lnTo>
                    <a:pt x="5497" y="3966"/>
                  </a:lnTo>
                  <a:cubicBezTo>
                    <a:pt x="5497" y="3593"/>
                    <a:pt x="5204" y="3299"/>
                    <a:pt x="4830" y="3299"/>
                  </a:cubicBezTo>
                  <a:lnTo>
                    <a:pt x="3515" y="3299"/>
                  </a:lnTo>
                  <a:cubicBezTo>
                    <a:pt x="3515" y="2572"/>
                    <a:pt x="3162" y="1964"/>
                    <a:pt x="2749" y="1964"/>
                  </a:cubicBezTo>
                  <a:cubicBezTo>
                    <a:pt x="2317" y="1964"/>
                    <a:pt x="1984" y="2572"/>
                    <a:pt x="1984" y="3299"/>
                  </a:cubicBezTo>
                  <a:lnTo>
                    <a:pt x="649" y="3299"/>
                  </a:lnTo>
                  <a:cubicBezTo>
                    <a:pt x="296" y="3299"/>
                    <a:pt x="1" y="3593"/>
                    <a:pt x="1" y="3966"/>
                  </a:cubicBezTo>
                  <a:lnTo>
                    <a:pt x="1" y="12997"/>
                  </a:lnTo>
                  <a:cubicBezTo>
                    <a:pt x="1" y="13351"/>
                    <a:pt x="296" y="13644"/>
                    <a:pt x="649" y="13644"/>
                  </a:cubicBezTo>
                  <a:lnTo>
                    <a:pt x="1984" y="13644"/>
                  </a:lnTo>
                  <a:lnTo>
                    <a:pt x="1984" y="15549"/>
                  </a:lnTo>
                  <a:cubicBezTo>
                    <a:pt x="1984" y="15647"/>
                    <a:pt x="2063" y="15725"/>
                    <a:pt x="2160" y="15725"/>
                  </a:cubicBezTo>
                  <a:lnTo>
                    <a:pt x="2592" y="15725"/>
                  </a:lnTo>
                  <a:lnTo>
                    <a:pt x="2592" y="17984"/>
                  </a:lnTo>
                  <a:cubicBezTo>
                    <a:pt x="2592" y="19220"/>
                    <a:pt x="3594" y="20222"/>
                    <a:pt x="4830" y="20222"/>
                  </a:cubicBezTo>
                  <a:cubicBezTo>
                    <a:pt x="6068" y="20222"/>
                    <a:pt x="7068" y="19220"/>
                    <a:pt x="7068" y="17984"/>
                  </a:cubicBezTo>
                  <a:lnTo>
                    <a:pt x="7068" y="2357"/>
                  </a:lnTo>
                  <a:cubicBezTo>
                    <a:pt x="7068" y="1807"/>
                    <a:pt x="7029" y="1"/>
                    <a:pt x="6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0" name="Google Shape;530;p17"/>
            <p:cNvSpPr/>
            <p:nvPr/>
          </p:nvSpPr>
          <p:spPr>
            <a:xfrm>
              <a:off x="8401729" y="1606798"/>
              <a:ext cx="135688" cy="144103"/>
            </a:xfrm>
            <a:custGeom>
              <a:avLst/>
              <a:gdLst/>
              <a:ahLst/>
              <a:cxnLst/>
              <a:rect l="l" t="t" r="r" b="b"/>
              <a:pathLst>
                <a:path w="4418" h="4692" extrusionOk="0">
                  <a:moveTo>
                    <a:pt x="1" y="0"/>
                  </a:moveTo>
                  <a:lnTo>
                    <a:pt x="1" y="3259"/>
                  </a:lnTo>
                  <a:cubicBezTo>
                    <a:pt x="1" y="4063"/>
                    <a:pt x="629" y="4691"/>
                    <a:pt x="1414" y="4691"/>
                  </a:cubicBezTo>
                  <a:lnTo>
                    <a:pt x="3004" y="4691"/>
                  </a:lnTo>
                  <a:cubicBezTo>
                    <a:pt x="3789" y="4691"/>
                    <a:pt x="4417" y="4063"/>
                    <a:pt x="4417" y="3259"/>
                  </a:cubicBezTo>
                  <a:lnTo>
                    <a:pt x="441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1" name="Google Shape;531;p17"/>
            <p:cNvSpPr/>
            <p:nvPr/>
          </p:nvSpPr>
          <p:spPr>
            <a:xfrm>
              <a:off x="8038778" y="1528974"/>
              <a:ext cx="136302" cy="221929"/>
            </a:xfrm>
            <a:custGeom>
              <a:avLst/>
              <a:gdLst/>
              <a:ahLst/>
              <a:cxnLst/>
              <a:rect l="l" t="t" r="r" b="b"/>
              <a:pathLst>
                <a:path w="4438" h="7226" extrusionOk="0">
                  <a:moveTo>
                    <a:pt x="0" y="1"/>
                  </a:moveTo>
                  <a:lnTo>
                    <a:pt x="0" y="5793"/>
                  </a:lnTo>
                  <a:cubicBezTo>
                    <a:pt x="0" y="6597"/>
                    <a:pt x="647" y="7225"/>
                    <a:pt x="1433" y="7225"/>
                  </a:cubicBezTo>
                  <a:lnTo>
                    <a:pt x="3003" y="7225"/>
                  </a:lnTo>
                  <a:cubicBezTo>
                    <a:pt x="3789" y="7225"/>
                    <a:pt x="4437" y="6597"/>
                    <a:pt x="4437" y="5793"/>
                  </a:cubicBezTo>
                  <a:lnTo>
                    <a:pt x="443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40615570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
  <p:cSld name="Title and text ">
    <p:spTree>
      <p:nvGrpSpPr>
        <p:cNvPr id="1" name="Shape 532"/>
        <p:cNvGrpSpPr/>
        <p:nvPr/>
      </p:nvGrpSpPr>
      <p:grpSpPr>
        <a:xfrm>
          <a:off x="0" y="0"/>
          <a:ext cx="0" cy="0"/>
          <a:chOff x="0" y="0"/>
          <a:chExt cx="0" cy="0"/>
        </a:xfrm>
      </p:grpSpPr>
      <p:sp>
        <p:nvSpPr>
          <p:cNvPr id="533" name="Google Shape;533;p18"/>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34" name="Google Shape;534;p18"/>
          <p:cNvGrpSpPr/>
          <p:nvPr/>
        </p:nvGrpSpPr>
        <p:grpSpPr>
          <a:xfrm>
            <a:off x="-6366" y="166871"/>
            <a:ext cx="12198367" cy="6256543"/>
            <a:chOff x="-4775" y="125152"/>
            <a:chExt cx="9148775" cy="4692407"/>
          </a:xfrm>
        </p:grpSpPr>
        <p:grpSp>
          <p:nvGrpSpPr>
            <p:cNvPr id="535" name="Google Shape;535;p18"/>
            <p:cNvGrpSpPr/>
            <p:nvPr/>
          </p:nvGrpSpPr>
          <p:grpSpPr>
            <a:xfrm>
              <a:off x="-4775" y="636650"/>
              <a:ext cx="9148775" cy="3936950"/>
              <a:chOff x="-4775" y="636650"/>
              <a:chExt cx="9148775" cy="3936950"/>
            </a:xfrm>
          </p:grpSpPr>
          <p:sp>
            <p:nvSpPr>
              <p:cNvPr id="536" name="Google Shape;536;p1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7" name="Google Shape;537;p1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8" name="Google Shape;538;p1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39" name="Google Shape;539;p1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0" name="Google Shape;540;p1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1" name="Google Shape;541;p1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42" name="Google Shape;542;p18"/>
            <p:cNvGrpSpPr/>
            <p:nvPr/>
          </p:nvGrpSpPr>
          <p:grpSpPr>
            <a:xfrm rot="-5400000">
              <a:off x="4587067" y="895676"/>
              <a:ext cx="4692407" cy="3151360"/>
              <a:chOff x="-4775" y="1422240"/>
              <a:chExt cx="9148775" cy="3151360"/>
            </a:xfrm>
          </p:grpSpPr>
          <p:sp>
            <p:nvSpPr>
              <p:cNvPr id="543" name="Google Shape;543;p1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4" name="Google Shape;544;p1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5" name="Google Shape;545;p1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6" name="Google Shape;546;p1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47" name="Google Shape;547;p1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48" name="Google Shape;548;p18"/>
            <p:cNvGrpSpPr/>
            <p:nvPr/>
          </p:nvGrpSpPr>
          <p:grpSpPr>
            <a:xfrm rot="-5400000">
              <a:off x="257322" y="502881"/>
              <a:ext cx="4692407" cy="3936950"/>
              <a:chOff x="-4775" y="636650"/>
              <a:chExt cx="9148775" cy="3936950"/>
            </a:xfrm>
          </p:grpSpPr>
          <p:sp>
            <p:nvSpPr>
              <p:cNvPr id="549" name="Google Shape;549;p1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0" name="Google Shape;550;p1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1" name="Google Shape;551;p1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2" name="Google Shape;552;p1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3" name="Google Shape;553;p1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4" name="Google Shape;554;p1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555" name="Google Shape;555;p18"/>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6" name="Google Shape;556;p18"/>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57" name="Google Shape;557;p18"/>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58" name="Google Shape;558;p18"/>
          <p:cNvSpPr txBox="1">
            <a:spLocks noGrp="1"/>
          </p:cNvSpPr>
          <p:nvPr>
            <p:ph type="body" idx="1"/>
          </p:nvPr>
        </p:nvSpPr>
        <p:spPr>
          <a:xfrm>
            <a:off x="960000" y="1536633"/>
            <a:ext cx="5420000" cy="2024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559" name="Google Shape;559;p18"/>
          <p:cNvGrpSpPr/>
          <p:nvPr/>
        </p:nvGrpSpPr>
        <p:grpSpPr>
          <a:xfrm rot="-1318199" flipH="1">
            <a:off x="-102437" y="126645"/>
            <a:ext cx="1396313" cy="1173385"/>
            <a:chOff x="7884425" y="-50375"/>
            <a:chExt cx="1211104" cy="969406"/>
          </a:xfrm>
        </p:grpSpPr>
        <p:sp>
          <p:nvSpPr>
            <p:cNvPr id="560" name="Google Shape;560;p18"/>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1" name="Google Shape;561;p18"/>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2" name="Google Shape;562;p18"/>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3" name="Google Shape;563;p18"/>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4" name="Google Shape;564;p18"/>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5" name="Google Shape;565;p18"/>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6" name="Google Shape;566;p18"/>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7" name="Google Shape;567;p18"/>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8" name="Google Shape;568;p18"/>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69" name="Google Shape;569;p18"/>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0" name="Google Shape;570;p18"/>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1" name="Google Shape;571;p18"/>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2" name="Google Shape;572;p18"/>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3" name="Google Shape;573;p18"/>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4" name="Google Shape;574;p18"/>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5" name="Google Shape;575;p18"/>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6" name="Google Shape;576;p18"/>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77" name="Google Shape;577;p18"/>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1319202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578"/>
        <p:cNvGrpSpPr/>
        <p:nvPr/>
      </p:nvGrpSpPr>
      <p:grpSpPr>
        <a:xfrm>
          <a:off x="0" y="0"/>
          <a:ext cx="0" cy="0"/>
          <a:chOff x="0" y="0"/>
          <a:chExt cx="0" cy="0"/>
        </a:xfrm>
      </p:grpSpPr>
      <p:sp>
        <p:nvSpPr>
          <p:cNvPr id="579" name="Google Shape;579;p19"/>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580" name="Google Shape;580;p19"/>
          <p:cNvGrpSpPr/>
          <p:nvPr/>
        </p:nvGrpSpPr>
        <p:grpSpPr>
          <a:xfrm>
            <a:off x="-6366" y="166871"/>
            <a:ext cx="12198367" cy="6256543"/>
            <a:chOff x="-4775" y="125152"/>
            <a:chExt cx="9148775" cy="4692407"/>
          </a:xfrm>
        </p:grpSpPr>
        <p:grpSp>
          <p:nvGrpSpPr>
            <p:cNvPr id="581" name="Google Shape;581;p19"/>
            <p:cNvGrpSpPr/>
            <p:nvPr/>
          </p:nvGrpSpPr>
          <p:grpSpPr>
            <a:xfrm>
              <a:off x="-4775" y="636650"/>
              <a:ext cx="9148775" cy="3936950"/>
              <a:chOff x="-4775" y="636650"/>
              <a:chExt cx="9148775" cy="3936950"/>
            </a:xfrm>
          </p:grpSpPr>
          <p:sp>
            <p:nvSpPr>
              <p:cNvPr id="582" name="Google Shape;582;p1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3" name="Google Shape;583;p1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4" name="Google Shape;584;p1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5" name="Google Shape;585;p1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6" name="Google Shape;586;p1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87" name="Google Shape;587;p1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88" name="Google Shape;588;p19"/>
            <p:cNvGrpSpPr/>
            <p:nvPr/>
          </p:nvGrpSpPr>
          <p:grpSpPr>
            <a:xfrm rot="-5400000">
              <a:off x="4587067" y="895676"/>
              <a:ext cx="4692407" cy="3151360"/>
              <a:chOff x="-4775" y="1422240"/>
              <a:chExt cx="9148775" cy="3151360"/>
            </a:xfrm>
          </p:grpSpPr>
          <p:sp>
            <p:nvSpPr>
              <p:cNvPr id="589" name="Google Shape;589;p1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0" name="Google Shape;590;p1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1" name="Google Shape;591;p1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2" name="Google Shape;592;p1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3" name="Google Shape;593;p1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594" name="Google Shape;594;p19"/>
            <p:cNvGrpSpPr/>
            <p:nvPr/>
          </p:nvGrpSpPr>
          <p:grpSpPr>
            <a:xfrm rot="-5400000">
              <a:off x="257322" y="502881"/>
              <a:ext cx="4692407" cy="3936950"/>
              <a:chOff x="-4775" y="636650"/>
              <a:chExt cx="9148775" cy="3936950"/>
            </a:xfrm>
          </p:grpSpPr>
          <p:sp>
            <p:nvSpPr>
              <p:cNvPr id="595" name="Google Shape;595;p1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6" name="Google Shape;596;p1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7" name="Google Shape;597;p1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8" name="Google Shape;598;p1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599" name="Google Shape;599;p1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0" name="Google Shape;600;p1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601" name="Google Shape;601;p19"/>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2" name="Google Shape;602;p19"/>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3" name="Google Shape;603;p19"/>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04" name="Google Shape;604;p19"/>
          <p:cNvSpPr txBox="1">
            <a:spLocks noGrp="1"/>
          </p:cNvSpPr>
          <p:nvPr>
            <p:ph type="body" idx="1"/>
          </p:nvPr>
        </p:nvSpPr>
        <p:spPr>
          <a:xfrm>
            <a:off x="960000" y="1536633"/>
            <a:ext cx="7995600" cy="4462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605" name="Google Shape;605;p19"/>
          <p:cNvGrpSpPr/>
          <p:nvPr/>
        </p:nvGrpSpPr>
        <p:grpSpPr>
          <a:xfrm rot="928884">
            <a:off x="10916122" y="109137"/>
            <a:ext cx="1438001" cy="1208405"/>
            <a:chOff x="7884425" y="-50375"/>
            <a:chExt cx="1211104" cy="969406"/>
          </a:xfrm>
        </p:grpSpPr>
        <p:sp>
          <p:nvSpPr>
            <p:cNvPr id="606" name="Google Shape;606;p19"/>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7" name="Google Shape;607;p19"/>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8" name="Google Shape;608;p19"/>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09" name="Google Shape;609;p19"/>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0" name="Google Shape;610;p19"/>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1" name="Google Shape;611;p19"/>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2" name="Google Shape;612;p19"/>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3" name="Google Shape;613;p19"/>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4" name="Google Shape;614;p19"/>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5" name="Google Shape;615;p19"/>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6" name="Google Shape;616;p19"/>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7" name="Google Shape;617;p19"/>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8" name="Google Shape;618;p19"/>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19" name="Google Shape;619;p19"/>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0" name="Google Shape;620;p19"/>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1" name="Google Shape;621;p19"/>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2" name="Google Shape;622;p19"/>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3" name="Google Shape;623;p19"/>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200016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624"/>
        <p:cNvGrpSpPr/>
        <p:nvPr/>
      </p:nvGrpSpPr>
      <p:grpSpPr>
        <a:xfrm>
          <a:off x="0" y="0"/>
          <a:ext cx="0" cy="0"/>
          <a:chOff x="0" y="0"/>
          <a:chExt cx="0" cy="0"/>
        </a:xfrm>
      </p:grpSpPr>
      <p:sp>
        <p:nvSpPr>
          <p:cNvPr id="625" name="Google Shape;625;p20"/>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26" name="Google Shape;626;p20"/>
          <p:cNvGrpSpPr/>
          <p:nvPr/>
        </p:nvGrpSpPr>
        <p:grpSpPr>
          <a:xfrm>
            <a:off x="-6366" y="166871"/>
            <a:ext cx="12198367" cy="6256543"/>
            <a:chOff x="-4775" y="125152"/>
            <a:chExt cx="9148775" cy="4692407"/>
          </a:xfrm>
        </p:grpSpPr>
        <p:grpSp>
          <p:nvGrpSpPr>
            <p:cNvPr id="627" name="Google Shape;627;p20"/>
            <p:cNvGrpSpPr/>
            <p:nvPr/>
          </p:nvGrpSpPr>
          <p:grpSpPr>
            <a:xfrm>
              <a:off x="-4775" y="636650"/>
              <a:ext cx="9148775" cy="3936950"/>
              <a:chOff x="-4775" y="636650"/>
              <a:chExt cx="9148775" cy="3936950"/>
            </a:xfrm>
          </p:grpSpPr>
          <p:sp>
            <p:nvSpPr>
              <p:cNvPr id="628" name="Google Shape;628;p20"/>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29" name="Google Shape;629;p20"/>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0" name="Google Shape;630;p20"/>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1" name="Google Shape;631;p20"/>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2" name="Google Shape;632;p20"/>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3" name="Google Shape;633;p20"/>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34" name="Google Shape;634;p20"/>
            <p:cNvGrpSpPr/>
            <p:nvPr/>
          </p:nvGrpSpPr>
          <p:grpSpPr>
            <a:xfrm rot="-5400000">
              <a:off x="4587067" y="895676"/>
              <a:ext cx="4692407" cy="3151360"/>
              <a:chOff x="-4775" y="1422240"/>
              <a:chExt cx="9148775" cy="3151360"/>
            </a:xfrm>
          </p:grpSpPr>
          <p:sp>
            <p:nvSpPr>
              <p:cNvPr id="635" name="Google Shape;635;p20"/>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6" name="Google Shape;636;p20"/>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7" name="Google Shape;637;p20"/>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8" name="Google Shape;638;p20"/>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39" name="Google Shape;639;p20"/>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40" name="Google Shape;640;p20"/>
            <p:cNvGrpSpPr/>
            <p:nvPr/>
          </p:nvGrpSpPr>
          <p:grpSpPr>
            <a:xfrm rot="-5400000">
              <a:off x="257322" y="502881"/>
              <a:ext cx="4692407" cy="3936950"/>
              <a:chOff x="-4775" y="636650"/>
              <a:chExt cx="9148775" cy="3936950"/>
            </a:xfrm>
          </p:grpSpPr>
          <p:sp>
            <p:nvSpPr>
              <p:cNvPr id="641" name="Google Shape;641;p20"/>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2" name="Google Shape;642;p20"/>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3" name="Google Shape;643;p20"/>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4" name="Google Shape;644;p20"/>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5" name="Google Shape;645;p20"/>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6" name="Google Shape;646;p20"/>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647" name="Google Shape;647;p20"/>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8" name="Google Shape;648;p20"/>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49" name="Google Shape;649;p20"/>
          <p:cNvSpPr txBox="1">
            <a:spLocks noGrp="1"/>
          </p:cNvSpPr>
          <p:nvPr>
            <p:ph type="title" hasCustomPrompt="1"/>
          </p:nvPr>
        </p:nvSpPr>
        <p:spPr>
          <a:xfrm>
            <a:off x="6658168" y="2697683"/>
            <a:ext cx="4240400" cy="9528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50" name="Google Shape;650;p20"/>
          <p:cNvSpPr txBox="1">
            <a:spLocks noGrp="1"/>
          </p:cNvSpPr>
          <p:nvPr>
            <p:ph type="subTitle" idx="1"/>
          </p:nvPr>
        </p:nvSpPr>
        <p:spPr>
          <a:xfrm>
            <a:off x="6658167" y="3660137"/>
            <a:ext cx="4240400" cy="5000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400">
                <a:solidFill>
                  <a:schemeClr val="dk1"/>
                </a:solidFill>
                <a:latin typeface="Hind Siliguri Medium"/>
                <a:ea typeface="Hind Siliguri Medium"/>
                <a:cs typeface="Hind Siliguri Medium"/>
                <a:sym typeface="Hind Siliguri Medium"/>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51" name="Google Shape;651;p20"/>
          <p:cNvSpPr txBox="1">
            <a:spLocks noGrp="1"/>
          </p:cNvSpPr>
          <p:nvPr>
            <p:ph type="title" idx="2" hasCustomPrompt="1"/>
          </p:nvPr>
        </p:nvSpPr>
        <p:spPr>
          <a:xfrm>
            <a:off x="6658168" y="798817"/>
            <a:ext cx="4240400" cy="9528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52" name="Google Shape;652;p20"/>
          <p:cNvSpPr txBox="1">
            <a:spLocks noGrp="1"/>
          </p:cNvSpPr>
          <p:nvPr>
            <p:ph type="subTitle" idx="3"/>
          </p:nvPr>
        </p:nvSpPr>
        <p:spPr>
          <a:xfrm>
            <a:off x="6658167" y="1751428"/>
            <a:ext cx="4240400" cy="5000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400">
                <a:solidFill>
                  <a:schemeClr val="dk1"/>
                </a:solidFill>
                <a:latin typeface="Hind Siliguri Medium"/>
                <a:ea typeface="Hind Siliguri Medium"/>
                <a:cs typeface="Hind Siliguri Medium"/>
                <a:sym typeface="Hind Siliguri Medium"/>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53" name="Google Shape;653;p20"/>
          <p:cNvSpPr txBox="1">
            <a:spLocks noGrp="1"/>
          </p:cNvSpPr>
          <p:nvPr>
            <p:ph type="title" idx="4" hasCustomPrompt="1"/>
          </p:nvPr>
        </p:nvSpPr>
        <p:spPr>
          <a:xfrm>
            <a:off x="6658168" y="4606383"/>
            <a:ext cx="4240400" cy="9528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54" name="Google Shape;654;p20"/>
          <p:cNvSpPr txBox="1">
            <a:spLocks noGrp="1"/>
          </p:cNvSpPr>
          <p:nvPr>
            <p:ph type="subTitle" idx="5"/>
          </p:nvPr>
        </p:nvSpPr>
        <p:spPr>
          <a:xfrm>
            <a:off x="6658167" y="5559184"/>
            <a:ext cx="4240400" cy="5000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400">
                <a:solidFill>
                  <a:schemeClr val="dk1"/>
                </a:solidFill>
                <a:latin typeface="Hind Siliguri Medium"/>
                <a:ea typeface="Hind Siliguri Medium"/>
                <a:cs typeface="Hind Siliguri Medium"/>
                <a:sym typeface="Hind Siliguri Medium"/>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Tree>
    <p:extLst>
      <p:ext uri="{BB962C8B-B14F-4D97-AF65-F5344CB8AC3E}">
        <p14:creationId xmlns:p14="http://schemas.microsoft.com/office/powerpoint/2010/main" val="2879313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655"/>
        <p:cNvGrpSpPr/>
        <p:nvPr/>
      </p:nvGrpSpPr>
      <p:grpSpPr>
        <a:xfrm>
          <a:off x="0" y="0"/>
          <a:ext cx="0" cy="0"/>
          <a:chOff x="0" y="0"/>
          <a:chExt cx="0" cy="0"/>
        </a:xfrm>
      </p:grpSpPr>
      <p:sp>
        <p:nvSpPr>
          <p:cNvPr id="656" name="Google Shape;656;p21"/>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657" name="Google Shape;657;p21"/>
          <p:cNvGrpSpPr/>
          <p:nvPr/>
        </p:nvGrpSpPr>
        <p:grpSpPr>
          <a:xfrm>
            <a:off x="-6366" y="166871"/>
            <a:ext cx="12198367" cy="6256543"/>
            <a:chOff x="-4775" y="125152"/>
            <a:chExt cx="9148775" cy="4692407"/>
          </a:xfrm>
        </p:grpSpPr>
        <p:grpSp>
          <p:nvGrpSpPr>
            <p:cNvPr id="658" name="Google Shape;658;p21"/>
            <p:cNvGrpSpPr/>
            <p:nvPr/>
          </p:nvGrpSpPr>
          <p:grpSpPr>
            <a:xfrm>
              <a:off x="-4775" y="636650"/>
              <a:ext cx="9148775" cy="3936950"/>
              <a:chOff x="-4775" y="636650"/>
              <a:chExt cx="9148775" cy="3936950"/>
            </a:xfrm>
          </p:grpSpPr>
          <p:sp>
            <p:nvSpPr>
              <p:cNvPr id="659" name="Google Shape;659;p2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0" name="Google Shape;660;p2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1" name="Google Shape;661;p2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2" name="Google Shape;662;p2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3" name="Google Shape;663;p2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4" name="Google Shape;664;p2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65" name="Google Shape;665;p21"/>
            <p:cNvGrpSpPr/>
            <p:nvPr/>
          </p:nvGrpSpPr>
          <p:grpSpPr>
            <a:xfrm rot="-5400000">
              <a:off x="4587067" y="895676"/>
              <a:ext cx="4692407" cy="3151360"/>
              <a:chOff x="-4775" y="1422240"/>
              <a:chExt cx="9148775" cy="3151360"/>
            </a:xfrm>
          </p:grpSpPr>
          <p:sp>
            <p:nvSpPr>
              <p:cNvPr id="666" name="Google Shape;666;p2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7" name="Google Shape;667;p2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8" name="Google Shape;668;p2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69" name="Google Shape;669;p2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0" name="Google Shape;670;p2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671" name="Google Shape;671;p21"/>
            <p:cNvGrpSpPr/>
            <p:nvPr/>
          </p:nvGrpSpPr>
          <p:grpSpPr>
            <a:xfrm rot="-5400000">
              <a:off x="257322" y="502881"/>
              <a:ext cx="4692407" cy="3936950"/>
              <a:chOff x="-4775" y="636650"/>
              <a:chExt cx="9148775" cy="3936950"/>
            </a:xfrm>
          </p:grpSpPr>
          <p:sp>
            <p:nvSpPr>
              <p:cNvPr id="672" name="Google Shape;672;p2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3" name="Google Shape;673;p2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4" name="Google Shape;674;p2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5" name="Google Shape;675;p2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6" name="Google Shape;676;p2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7" name="Google Shape;677;p2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678" name="Google Shape;678;p21"/>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79" name="Google Shape;679;p21"/>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0" name="Google Shape;680;p21"/>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81" name="Google Shape;681;p21"/>
          <p:cNvSpPr txBox="1">
            <a:spLocks noGrp="1"/>
          </p:cNvSpPr>
          <p:nvPr>
            <p:ph type="subTitle" idx="1"/>
          </p:nvPr>
        </p:nvSpPr>
        <p:spPr>
          <a:xfrm>
            <a:off x="4005117" y="2227200"/>
            <a:ext cx="5412400" cy="54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rgbClr val="FF0000"/>
              </a:buClr>
              <a:buSzPts val="2400"/>
              <a:buFont typeface="Bebas Neue"/>
              <a:buNone/>
              <a:defRPr sz="1400" b="1">
                <a:latin typeface="Gantari"/>
                <a:ea typeface="Gantari"/>
                <a:cs typeface="Gantari"/>
                <a:sym typeface="Gantari"/>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a:endParaRPr/>
          </a:p>
        </p:txBody>
      </p:sp>
      <p:sp>
        <p:nvSpPr>
          <p:cNvPr id="682" name="Google Shape;682;p21"/>
          <p:cNvSpPr txBox="1">
            <a:spLocks noGrp="1"/>
          </p:cNvSpPr>
          <p:nvPr>
            <p:ph type="subTitle" idx="2"/>
          </p:nvPr>
        </p:nvSpPr>
        <p:spPr>
          <a:xfrm>
            <a:off x="4411517" y="3751867"/>
            <a:ext cx="6508000" cy="54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rgbClr val="FF0000"/>
              </a:buClr>
              <a:buSzPts val="2400"/>
              <a:buFont typeface="Bebas Neue"/>
              <a:buNone/>
              <a:defRPr sz="1400" b="1">
                <a:latin typeface="Gantari"/>
                <a:ea typeface="Gantari"/>
                <a:cs typeface="Gantari"/>
                <a:sym typeface="Gantari"/>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a:endParaRPr/>
          </a:p>
        </p:txBody>
      </p:sp>
      <p:sp>
        <p:nvSpPr>
          <p:cNvPr id="683" name="Google Shape;683;p21"/>
          <p:cNvSpPr txBox="1">
            <a:spLocks noGrp="1"/>
          </p:cNvSpPr>
          <p:nvPr>
            <p:ph type="subTitle" idx="3"/>
          </p:nvPr>
        </p:nvSpPr>
        <p:spPr>
          <a:xfrm>
            <a:off x="4817917" y="5276533"/>
            <a:ext cx="6508000" cy="54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rgbClr val="FF0000"/>
              </a:buClr>
              <a:buSzPts val="2400"/>
              <a:buFont typeface="Bebas Neue"/>
              <a:buNone/>
              <a:defRPr sz="1400" b="1">
                <a:latin typeface="Gantari"/>
                <a:ea typeface="Gantari"/>
                <a:cs typeface="Gantari"/>
                <a:sym typeface="Gantari"/>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a:endParaRPr/>
          </a:p>
        </p:txBody>
      </p:sp>
      <p:sp>
        <p:nvSpPr>
          <p:cNvPr id="684" name="Google Shape;684;p21"/>
          <p:cNvSpPr txBox="1">
            <a:spLocks noGrp="1"/>
          </p:cNvSpPr>
          <p:nvPr>
            <p:ph type="subTitle" idx="4"/>
          </p:nvPr>
        </p:nvSpPr>
        <p:spPr>
          <a:xfrm>
            <a:off x="4005117" y="1697367"/>
            <a:ext cx="5412400" cy="6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5" name="Google Shape;685;p21"/>
          <p:cNvSpPr txBox="1">
            <a:spLocks noGrp="1"/>
          </p:cNvSpPr>
          <p:nvPr>
            <p:ph type="subTitle" idx="5"/>
          </p:nvPr>
        </p:nvSpPr>
        <p:spPr>
          <a:xfrm>
            <a:off x="4411517" y="3222039"/>
            <a:ext cx="6508000" cy="6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6" name="Google Shape;686;p21"/>
          <p:cNvSpPr txBox="1">
            <a:spLocks noGrp="1"/>
          </p:cNvSpPr>
          <p:nvPr>
            <p:ph type="subTitle" idx="6"/>
          </p:nvPr>
        </p:nvSpPr>
        <p:spPr>
          <a:xfrm>
            <a:off x="4817917" y="4746709"/>
            <a:ext cx="6508000" cy="6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687" name="Google Shape;687;p21"/>
          <p:cNvGrpSpPr/>
          <p:nvPr/>
        </p:nvGrpSpPr>
        <p:grpSpPr>
          <a:xfrm rot="-586209">
            <a:off x="10899759" y="-5197"/>
            <a:ext cx="1114728" cy="2153937"/>
            <a:chOff x="6663647" y="-670530"/>
            <a:chExt cx="1253302" cy="2349448"/>
          </a:xfrm>
        </p:grpSpPr>
        <p:sp>
          <p:nvSpPr>
            <p:cNvPr id="688" name="Google Shape;688;p21"/>
            <p:cNvSpPr/>
            <p:nvPr/>
          </p:nvSpPr>
          <p:spPr>
            <a:xfrm>
              <a:off x="7792531" y="-670530"/>
              <a:ext cx="37500" cy="87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89" name="Google Shape;689;p21"/>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0" name="Google Shape;690;p21"/>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1" name="Google Shape;691;p21"/>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2" name="Google Shape;692;p21"/>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3" name="Google Shape;693;p21"/>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4" name="Google Shape;694;p21"/>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5" name="Google Shape;695;p21"/>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6" name="Google Shape;696;p21"/>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7" name="Google Shape;697;p21"/>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8" name="Google Shape;698;p21"/>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699" name="Google Shape;699;p21"/>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0" name="Google Shape;700;p21"/>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1" name="Google Shape;701;p21"/>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2" name="Google Shape;702;p21"/>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3" name="Google Shape;703;p21"/>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4" name="Google Shape;704;p21"/>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05" name="Google Shape;705;p21"/>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14692360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706"/>
        <p:cNvGrpSpPr/>
        <p:nvPr/>
      </p:nvGrpSpPr>
      <p:grpSpPr>
        <a:xfrm>
          <a:off x="0" y="0"/>
          <a:ext cx="0" cy="0"/>
          <a:chOff x="0" y="0"/>
          <a:chExt cx="0" cy="0"/>
        </a:xfrm>
      </p:grpSpPr>
      <p:sp>
        <p:nvSpPr>
          <p:cNvPr id="707" name="Google Shape;707;p22"/>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08" name="Google Shape;708;p22"/>
          <p:cNvGrpSpPr/>
          <p:nvPr/>
        </p:nvGrpSpPr>
        <p:grpSpPr>
          <a:xfrm>
            <a:off x="-6366" y="166871"/>
            <a:ext cx="12198367" cy="6256543"/>
            <a:chOff x="-4775" y="125152"/>
            <a:chExt cx="9148775" cy="4692407"/>
          </a:xfrm>
        </p:grpSpPr>
        <p:grpSp>
          <p:nvGrpSpPr>
            <p:cNvPr id="709" name="Google Shape;709;p22"/>
            <p:cNvGrpSpPr/>
            <p:nvPr/>
          </p:nvGrpSpPr>
          <p:grpSpPr>
            <a:xfrm>
              <a:off x="-4775" y="636650"/>
              <a:ext cx="9148775" cy="3936950"/>
              <a:chOff x="-4775" y="636650"/>
              <a:chExt cx="9148775" cy="3936950"/>
            </a:xfrm>
          </p:grpSpPr>
          <p:sp>
            <p:nvSpPr>
              <p:cNvPr id="710" name="Google Shape;710;p2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1" name="Google Shape;711;p2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2" name="Google Shape;712;p2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3" name="Google Shape;713;p2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4" name="Google Shape;714;p2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5" name="Google Shape;715;p2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716" name="Google Shape;716;p22"/>
            <p:cNvGrpSpPr/>
            <p:nvPr/>
          </p:nvGrpSpPr>
          <p:grpSpPr>
            <a:xfrm rot="-5400000">
              <a:off x="4587067" y="895676"/>
              <a:ext cx="4692407" cy="3151360"/>
              <a:chOff x="-4775" y="1422240"/>
              <a:chExt cx="9148775" cy="3151360"/>
            </a:xfrm>
          </p:grpSpPr>
          <p:sp>
            <p:nvSpPr>
              <p:cNvPr id="717" name="Google Shape;717;p2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8" name="Google Shape;718;p2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19" name="Google Shape;719;p2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0" name="Google Shape;720;p2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1" name="Google Shape;721;p2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722" name="Google Shape;722;p22"/>
            <p:cNvGrpSpPr/>
            <p:nvPr/>
          </p:nvGrpSpPr>
          <p:grpSpPr>
            <a:xfrm rot="-5400000">
              <a:off x="257322" y="502881"/>
              <a:ext cx="4692407" cy="3936950"/>
              <a:chOff x="-4775" y="636650"/>
              <a:chExt cx="9148775" cy="3936950"/>
            </a:xfrm>
          </p:grpSpPr>
          <p:sp>
            <p:nvSpPr>
              <p:cNvPr id="723" name="Google Shape;723;p2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4" name="Google Shape;724;p2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5" name="Google Shape;725;p2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6" name="Google Shape;726;p2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7" name="Google Shape;727;p2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28" name="Google Shape;728;p2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729" name="Google Shape;729;p22"/>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0" name="Google Shape;730;p22"/>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31" name="Google Shape;731;p22"/>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32" name="Google Shape;732;p22"/>
          <p:cNvSpPr txBox="1">
            <a:spLocks noGrp="1"/>
          </p:cNvSpPr>
          <p:nvPr>
            <p:ph type="subTitle" idx="1"/>
          </p:nvPr>
        </p:nvSpPr>
        <p:spPr>
          <a:xfrm>
            <a:off x="2831067" y="2202061"/>
            <a:ext cx="7771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3" name="Google Shape;733;p22"/>
          <p:cNvSpPr txBox="1">
            <a:spLocks noGrp="1"/>
          </p:cNvSpPr>
          <p:nvPr>
            <p:ph type="subTitle" idx="2"/>
          </p:nvPr>
        </p:nvSpPr>
        <p:spPr>
          <a:xfrm>
            <a:off x="2831067" y="3740761"/>
            <a:ext cx="7771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4" name="Google Shape;734;p22"/>
          <p:cNvSpPr txBox="1">
            <a:spLocks noGrp="1"/>
          </p:cNvSpPr>
          <p:nvPr>
            <p:ph type="subTitle" idx="3"/>
          </p:nvPr>
        </p:nvSpPr>
        <p:spPr>
          <a:xfrm>
            <a:off x="2831067" y="5279467"/>
            <a:ext cx="7771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5" name="Google Shape;735;p22"/>
          <p:cNvSpPr txBox="1">
            <a:spLocks noGrp="1"/>
          </p:cNvSpPr>
          <p:nvPr>
            <p:ph type="subTitle" idx="4"/>
          </p:nvPr>
        </p:nvSpPr>
        <p:spPr>
          <a:xfrm>
            <a:off x="2831075" y="1754867"/>
            <a:ext cx="777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6" name="Google Shape;736;p22"/>
          <p:cNvSpPr txBox="1">
            <a:spLocks noGrp="1"/>
          </p:cNvSpPr>
          <p:nvPr>
            <p:ph type="subTitle" idx="5"/>
          </p:nvPr>
        </p:nvSpPr>
        <p:spPr>
          <a:xfrm>
            <a:off x="2831075" y="3293565"/>
            <a:ext cx="777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7" name="Google Shape;737;p22"/>
          <p:cNvSpPr txBox="1">
            <a:spLocks noGrp="1"/>
          </p:cNvSpPr>
          <p:nvPr>
            <p:ph type="subTitle" idx="6"/>
          </p:nvPr>
        </p:nvSpPr>
        <p:spPr>
          <a:xfrm>
            <a:off x="2831075" y="4832267"/>
            <a:ext cx="777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738" name="Google Shape;738;p22"/>
          <p:cNvGrpSpPr/>
          <p:nvPr/>
        </p:nvGrpSpPr>
        <p:grpSpPr>
          <a:xfrm rot="-586209">
            <a:off x="10899759" y="-5197"/>
            <a:ext cx="1114728" cy="2153937"/>
            <a:chOff x="6663647" y="-670530"/>
            <a:chExt cx="1253302" cy="2349448"/>
          </a:xfrm>
        </p:grpSpPr>
        <p:sp>
          <p:nvSpPr>
            <p:cNvPr id="739" name="Google Shape;739;p22"/>
            <p:cNvSpPr/>
            <p:nvPr/>
          </p:nvSpPr>
          <p:spPr>
            <a:xfrm>
              <a:off x="7792531" y="-670530"/>
              <a:ext cx="37500" cy="87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0" name="Google Shape;740;p22"/>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1" name="Google Shape;741;p22"/>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2" name="Google Shape;742;p22"/>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3" name="Google Shape;743;p22"/>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4" name="Google Shape;744;p22"/>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5" name="Google Shape;745;p22"/>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6" name="Google Shape;746;p22"/>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7" name="Google Shape;747;p22"/>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8" name="Google Shape;748;p22"/>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49" name="Google Shape;749;p22"/>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0" name="Google Shape;750;p22"/>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1" name="Google Shape;751;p22"/>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2" name="Google Shape;752;p22"/>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3" name="Google Shape;753;p22"/>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4" name="Google Shape;754;p22"/>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5" name="Google Shape;755;p22"/>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56" name="Google Shape;756;p22"/>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4955614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757"/>
        <p:cNvGrpSpPr/>
        <p:nvPr/>
      </p:nvGrpSpPr>
      <p:grpSpPr>
        <a:xfrm>
          <a:off x="0" y="0"/>
          <a:ext cx="0" cy="0"/>
          <a:chOff x="0" y="0"/>
          <a:chExt cx="0" cy="0"/>
        </a:xfrm>
      </p:grpSpPr>
      <p:sp>
        <p:nvSpPr>
          <p:cNvPr id="758" name="Google Shape;758;p23"/>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759" name="Google Shape;759;p23"/>
          <p:cNvGrpSpPr/>
          <p:nvPr/>
        </p:nvGrpSpPr>
        <p:grpSpPr>
          <a:xfrm>
            <a:off x="-6366" y="166871"/>
            <a:ext cx="12198367" cy="6256543"/>
            <a:chOff x="-4775" y="125152"/>
            <a:chExt cx="9148775" cy="4692407"/>
          </a:xfrm>
        </p:grpSpPr>
        <p:grpSp>
          <p:nvGrpSpPr>
            <p:cNvPr id="760" name="Google Shape;760;p23"/>
            <p:cNvGrpSpPr/>
            <p:nvPr/>
          </p:nvGrpSpPr>
          <p:grpSpPr>
            <a:xfrm>
              <a:off x="-4775" y="636650"/>
              <a:ext cx="9148775" cy="3936950"/>
              <a:chOff x="-4775" y="636650"/>
              <a:chExt cx="9148775" cy="3936950"/>
            </a:xfrm>
          </p:grpSpPr>
          <p:sp>
            <p:nvSpPr>
              <p:cNvPr id="761" name="Google Shape;761;p2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2" name="Google Shape;762;p2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3" name="Google Shape;763;p2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4" name="Google Shape;764;p2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5" name="Google Shape;765;p2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6" name="Google Shape;766;p2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767" name="Google Shape;767;p23"/>
            <p:cNvGrpSpPr/>
            <p:nvPr/>
          </p:nvGrpSpPr>
          <p:grpSpPr>
            <a:xfrm rot="-5400000">
              <a:off x="4587067" y="895676"/>
              <a:ext cx="4692407" cy="3151360"/>
              <a:chOff x="-4775" y="1422240"/>
              <a:chExt cx="9148775" cy="3151360"/>
            </a:xfrm>
          </p:grpSpPr>
          <p:sp>
            <p:nvSpPr>
              <p:cNvPr id="768" name="Google Shape;768;p2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69" name="Google Shape;769;p2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0" name="Google Shape;770;p2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1" name="Google Shape;771;p2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2" name="Google Shape;772;p2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773" name="Google Shape;773;p23"/>
            <p:cNvGrpSpPr/>
            <p:nvPr/>
          </p:nvGrpSpPr>
          <p:grpSpPr>
            <a:xfrm rot="-5400000">
              <a:off x="257322" y="502881"/>
              <a:ext cx="4692407" cy="3936950"/>
              <a:chOff x="-4775" y="636650"/>
              <a:chExt cx="9148775" cy="3936950"/>
            </a:xfrm>
          </p:grpSpPr>
          <p:sp>
            <p:nvSpPr>
              <p:cNvPr id="774" name="Google Shape;774;p2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5" name="Google Shape;775;p2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6" name="Google Shape;776;p2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7" name="Google Shape;777;p2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8" name="Google Shape;778;p2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79" name="Google Shape;779;p2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780" name="Google Shape;780;p23"/>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1" name="Google Shape;781;p23"/>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82" name="Google Shape;782;p23"/>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83" name="Google Shape;783;p23"/>
          <p:cNvSpPr txBox="1">
            <a:spLocks noGrp="1"/>
          </p:cNvSpPr>
          <p:nvPr>
            <p:ph type="subTitle" idx="1"/>
          </p:nvPr>
        </p:nvSpPr>
        <p:spPr>
          <a:xfrm>
            <a:off x="960000" y="1889600"/>
            <a:ext cx="3712400" cy="54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84" name="Google Shape;784;p23"/>
          <p:cNvSpPr txBox="1">
            <a:spLocks noGrp="1"/>
          </p:cNvSpPr>
          <p:nvPr>
            <p:ph type="subTitle" idx="2"/>
          </p:nvPr>
        </p:nvSpPr>
        <p:spPr>
          <a:xfrm>
            <a:off x="960000" y="2336795"/>
            <a:ext cx="3712400" cy="1255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5" name="Google Shape;785;p23"/>
          <p:cNvSpPr txBox="1">
            <a:spLocks noGrp="1"/>
          </p:cNvSpPr>
          <p:nvPr>
            <p:ph type="subTitle" idx="3"/>
          </p:nvPr>
        </p:nvSpPr>
        <p:spPr>
          <a:xfrm>
            <a:off x="7519603" y="2336795"/>
            <a:ext cx="3712400" cy="1255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6" name="Google Shape;786;p23"/>
          <p:cNvSpPr txBox="1">
            <a:spLocks noGrp="1"/>
          </p:cNvSpPr>
          <p:nvPr>
            <p:ph type="subTitle" idx="4"/>
          </p:nvPr>
        </p:nvSpPr>
        <p:spPr>
          <a:xfrm>
            <a:off x="960000" y="4448195"/>
            <a:ext cx="3712400" cy="1255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7" name="Google Shape;787;p23"/>
          <p:cNvSpPr txBox="1">
            <a:spLocks noGrp="1"/>
          </p:cNvSpPr>
          <p:nvPr>
            <p:ph type="subTitle" idx="5"/>
          </p:nvPr>
        </p:nvSpPr>
        <p:spPr>
          <a:xfrm>
            <a:off x="7519603" y="4448195"/>
            <a:ext cx="3712400" cy="1255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8" name="Google Shape;788;p23"/>
          <p:cNvSpPr txBox="1">
            <a:spLocks noGrp="1"/>
          </p:cNvSpPr>
          <p:nvPr>
            <p:ph type="subTitle" idx="6"/>
          </p:nvPr>
        </p:nvSpPr>
        <p:spPr>
          <a:xfrm>
            <a:off x="960000" y="4001000"/>
            <a:ext cx="3712400" cy="548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89" name="Google Shape;789;p23"/>
          <p:cNvSpPr txBox="1">
            <a:spLocks noGrp="1"/>
          </p:cNvSpPr>
          <p:nvPr>
            <p:ph type="subTitle" idx="7"/>
          </p:nvPr>
        </p:nvSpPr>
        <p:spPr>
          <a:xfrm>
            <a:off x="7519600" y="1889600"/>
            <a:ext cx="3712400" cy="54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0" name="Google Shape;790;p23"/>
          <p:cNvSpPr txBox="1">
            <a:spLocks noGrp="1"/>
          </p:cNvSpPr>
          <p:nvPr>
            <p:ph type="subTitle" idx="8"/>
          </p:nvPr>
        </p:nvSpPr>
        <p:spPr>
          <a:xfrm>
            <a:off x="7519601" y="4001000"/>
            <a:ext cx="3712400" cy="54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791" name="Google Shape;791;p23"/>
          <p:cNvGrpSpPr/>
          <p:nvPr/>
        </p:nvGrpSpPr>
        <p:grpSpPr>
          <a:xfrm rot="-1022552" flipH="1">
            <a:off x="-114083" y="110319"/>
            <a:ext cx="1435289" cy="1206048"/>
            <a:chOff x="7884425" y="-50375"/>
            <a:chExt cx="1211104" cy="969406"/>
          </a:xfrm>
        </p:grpSpPr>
        <p:sp>
          <p:nvSpPr>
            <p:cNvPr id="792" name="Google Shape;792;p23"/>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3" name="Google Shape;793;p23"/>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4" name="Google Shape;794;p23"/>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5" name="Google Shape;795;p23"/>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6" name="Google Shape;796;p23"/>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7" name="Google Shape;797;p23"/>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8" name="Google Shape;798;p23"/>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799" name="Google Shape;799;p23"/>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0" name="Google Shape;800;p23"/>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1" name="Google Shape;801;p23"/>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2" name="Google Shape;802;p23"/>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3" name="Google Shape;803;p23"/>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4" name="Google Shape;804;p23"/>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5" name="Google Shape;805;p23"/>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6" name="Google Shape;806;p23"/>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7" name="Google Shape;807;p23"/>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8" name="Google Shape;808;p23"/>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09" name="Google Shape;809;p23"/>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1609961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810"/>
        <p:cNvGrpSpPr/>
        <p:nvPr/>
      </p:nvGrpSpPr>
      <p:grpSpPr>
        <a:xfrm>
          <a:off x="0" y="0"/>
          <a:ext cx="0" cy="0"/>
          <a:chOff x="0" y="0"/>
          <a:chExt cx="0" cy="0"/>
        </a:xfrm>
      </p:grpSpPr>
      <p:sp>
        <p:nvSpPr>
          <p:cNvPr id="811" name="Google Shape;811;p24"/>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12" name="Google Shape;812;p24"/>
          <p:cNvGrpSpPr/>
          <p:nvPr/>
        </p:nvGrpSpPr>
        <p:grpSpPr>
          <a:xfrm>
            <a:off x="-6366" y="166871"/>
            <a:ext cx="12198367" cy="6256543"/>
            <a:chOff x="-4775" y="125152"/>
            <a:chExt cx="9148775" cy="4692407"/>
          </a:xfrm>
        </p:grpSpPr>
        <p:grpSp>
          <p:nvGrpSpPr>
            <p:cNvPr id="813" name="Google Shape;813;p24"/>
            <p:cNvGrpSpPr/>
            <p:nvPr/>
          </p:nvGrpSpPr>
          <p:grpSpPr>
            <a:xfrm>
              <a:off x="-4775" y="636650"/>
              <a:ext cx="9148775" cy="3936950"/>
              <a:chOff x="-4775" y="636650"/>
              <a:chExt cx="9148775" cy="3936950"/>
            </a:xfrm>
          </p:grpSpPr>
          <p:sp>
            <p:nvSpPr>
              <p:cNvPr id="814" name="Google Shape;814;p2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5" name="Google Shape;815;p2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6" name="Google Shape;816;p2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7" name="Google Shape;817;p2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8" name="Google Shape;818;p2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19" name="Google Shape;819;p2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20" name="Google Shape;820;p24"/>
            <p:cNvGrpSpPr/>
            <p:nvPr/>
          </p:nvGrpSpPr>
          <p:grpSpPr>
            <a:xfrm rot="-5400000">
              <a:off x="4587067" y="895676"/>
              <a:ext cx="4692407" cy="3151360"/>
              <a:chOff x="-4775" y="1422240"/>
              <a:chExt cx="9148775" cy="3151360"/>
            </a:xfrm>
          </p:grpSpPr>
          <p:sp>
            <p:nvSpPr>
              <p:cNvPr id="821" name="Google Shape;821;p2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2" name="Google Shape;822;p2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3" name="Google Shape;823;p2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4" name="Google Shape;824;p2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5" name="Google Shape;825;p2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26" name="Google Shape;826;p24"/>
            <p:cNvGrpSpPr/>
            <p:nvPr/>
          </p:nvGrpSpPr>
          <p:grpSpPr>
            <a:xfrm rot="-5400000">
              <a:off x="257322" y="502881"/>
              <a:ext cx="4692407" cy="3936950"/>
              <a:chOff x="-4775" y="636650"/>
              <a:chExt cx="9148775" cy="3936950"/>
            </a:xfrm>
          </p:grpSpPr>
          <p:sp>
            <p:nvSpPr>
              <p:cNvPr id="827" name="Google Shape;827;p2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8" name="Google Shape;828;p2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29" name="Google Shape;829;p2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0" name="Google Shape;830;p2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1" name="Google Shape;831;p2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2" name="Google Shape;832;p2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833" name="Google Shape;833;p24"/>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4" name="Google Shape;834;p24"/>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35" name="Google Shape;835;p24"/>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36" name="Google Shape;836;p24"/>
          <p:cNvSpPr txBox="1">
            <a:spLocks noGrp="1"/>
          </p:cNvSpPr>
          <p:nvPr>
            <p:ph type="subTitle" idx="1"/>
          </p:nvPr>
        </p:nvSpPr>
        <p:spPr>
          <a:xfrm>
            <a:off x="959900" y="2223349"/>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7" name="Google Shape;837;p24"/>
          <p:cNvSpPr txBox="1">
            <a:spLocks noGrp="1"/>
          </p:cNvSpPr>
          <p:nvPr>
            <p:ph type="subTitle" idx="2"/>
          </p:nvPr>
        </p:nvSpPr>
        <p:spPr>
          <a:xfrm>
            <a:off x="4199405" y="2223349"/>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8" name="Google Shape;838;p24"/>
          <p:cNvSpPr txBox="1">
            <a:spLocks noGrp="1"/>
          </p:cNvSpPr>
          <p:nvPr>
            <p:ph type="subTitle" idx="3"/>
          </p:nvPr>
        </p:nvSpPr>
        <p:spPr>
          <a:xfrm>
            <a:off x="959900" y="4325700"/>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9" name="Google Shape;839;p24"/>
          <p:cNvSpPr txBox="1">
            <a:spLocks noGrp="1"/>
          </p:cNvSpPr>
          <p:nvPr>
            <p:ph type="subTitle" idx="4"/>
          </p:nvPr>
        </p:nvSpPr>
        <p:spPr>
          <a:xfrm>
            <a:off x="4199405" y="4325700"/>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0" name="Google Shape;840;p24"/>
          <p:cNvSpPr txBox="1">
            <a:spLocks noGrp="1"/>
          </p:cNvSpPr>
          <p:nvPr>
            <p:ph type="subTitle" idx="5"/>
          </p:nvPr>
        </p:nvSpPr>
        <p:spPr>
          <a:xfrm>
            <a:off x="7439003" y="2223349"/>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1" name="Google Shape;841;p24"/>
          <p:cNvSpPr txBox="1">
            <a:spLocks noGrp="1"/>
          </p:cNvSpPr>
          <p:nvPr>
            <p:ph type="subTitle" idx="6"/>
          </p:nvPr>
        </p:nvSpPr>
        <p:spPr>
          <a:xfrm>
            <a:off x="7439003" y="4325700"/>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2" name="Google Shape;842;p24"/>
          <p:cNvSpPr txBox="1">
            <a:spLocks noGrp="1"/>
          </p:cNvSpPr>
          <p:nvPr>
            <p:ph type="subTitle" idx="7"/>
          </p:nvPr>
        </p:nvSpPr>
        <p:spPr>
          <a:xfrm>
            <a:off x="959900" y="1776151"/>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3" name="Google Shape;843;p24"/>
          <p:cNvSpPr txBox="1">
            <a:spLocks noGrp="1"/>
          </p:cNvSpPr>
          <p:nvPr>
            <p:ph type="subTitle" idx="8"/>
          </p:nvPr>
        </p:nvSpPr>
        <p:spPr>
          <a:xfrm>
            <a:off x="4199405" y="1776151"/>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4" name="Google Shape;844;p24"/>
          <p:cNvSpPr txBox="1">
            <a:spLocks noGrp="1"/>
          </p:cNvSpPr>
          <p:nvPr>
            <p:ph type="subTitle" idx="9"/>
          </p:nvPr>
        </p:nvSpPr>
        <p:spPr>
          <a:xfrm>
            <a:off x="7439003" y="1776151"/>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5" name="Google Shape;845;p24"/>
          <p:cNvSpPr txBox="1">
            <a:spLocks noGrp="1"/>
          </p:cNvSpPr>
          <p:nvPr>
            <p:ph type="subTitle" idx="13"/>
          </p:nvPr>
        </p:nvSpPr>
        <p:spPr>
          <a:xfrm>
            <a:off x="959900" y="3878500"/>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6" name="Google Shape;846;p24"/>
          <p:cNvSpPr txBox="1">
            <a:spLocks noGrp="1"/>
          </p:cNvSpPr>
          <p:nvPr>
            <p:ph type="subTitle" idx="14"/>
          </p:nvPr>
        </p:nvSpPr>
        <p:spPr>
          <a:xfrm>
            <a:off x="4199405" y="3878500"/>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7" name="Google Shape;847;p24"/>
          <p:cNvSpPr txBox="1">
            <a:spLocks noGrp="1"/>
          </p:cNvSpPr>
          <p:nvPr>
            <p:ph type="subTitle" idx="15"/>
          </p:nvPr>
        </p:nvSpPr>
        <p:spPr>
          <a:xfrm>
            <a:off x="7439003" y="3878500"/>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848" name="Google Shape;848;p24"/>
          <p:cNvGrpSpPr/>
          <p:nvPr/>
        </p:nvGrpSpPr>
        <p:grpSpPr>
          <a:xfrm>
            <a:off x="10851762" y="4031608"/>
            <a:ext cx="1179039" cy="2330067"/>
            <a:chOff x="1256357" y="1827904"/>
            <a:chExt cx="1492705" cy="2949452"/>
          </a:xfrm>
        </p:grpSpPr>
        <p:grpSp>
          <p:nvGrpSpPr>
            <p:cNvPr id="849" name="Google Shape;849;p24"/>
            <p:cNvGrpSpPr/>
            <p:nvPr/>
          </p:nvGrpSpPr>
          <p:grpSpPr>
            <a:xfrm>
              <a:off x="1256357" y="1827904"/>
              <a:ext cx="1492705" cy="2949452"/>
              <a:chOff x="465682" y="1868654"/>
              <a:chExt cx="1492705" cy="2949452"/>
            </a:xfrm>
          </p:grpSpPr>
          <p:sp>
            <p:nvSpPr>
              <p:cNvPr id="850" name="Google Shape;850;p24"/>
              <p:cNvSpPr/>
              <p:nvPr/>
            </p:nvSpPr>
            <p:spPr>
              <a:xfrm>
                <a:off x="531655" y="3161960"/>
                <a:ext cx="1360760" cy="1477001"/>
              </a:xfrm>
              <a:custGeom>
                <a:avLst/>
                <a:gdLst/>
                <a:ahLst/>
                <a:cxnLst/>
                <a:rect l="l" t="t" r="r" b="b"/>
                <a:pathLst>
                  <a:path w="78070" h="84739" extrusionOk="0">
                    <a:moveTo>
                      <a:pt x="1" y="1"/>
                    </a:moveTo>
                    <a:lnTo>
                      <a:pt x="1" y="84738"/>
                    </a:lnTo>
                    <a:lnTo>
                      <a:pt x="78069" y="84738"/>
                    </a:lnTo>
                    <a:lnTo>
                      <a:pt x="780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1" name="Google Shape;851;p24"/>
              <p:cNvSpPr/>
              <p:nvPr/>
            </p:nvSpPr>
            <p:spPr>
              <a:xfrm>
                <a:off x="1028706" y="3830732"/>
                <a:ext cx="136459" cy="69703"/>
              </a:xfrm>
              <a:custGeom>
                <a:avLst/>
                <a:gdLst/>
                <a:ahLst/>
                <a:cxnLst/>
                <a:rect l="l" t="t" r="r" b="b"/>
                <a:pathLst>
                  <a:path w="7829" h="3999" extrusionOk="0">
                    <a:moveTo>
                      <a:pt x="3916" y="0"/>
                    </a:moveTo>
                    <a:cubicBezTo>
                      <a:pt x="1766" y="0"/>
                      <a:pt x="0" y="902"/>
                      <a:pt x="0" y="2020"/>
                    </a:cubicBezTo>
                    <a:cubicBezTo>
                      <a:pt x="0" y="3097"/>
                      <a:pt x="1766" y="3999"/>
                      <a:pt x="3916" y="3999"/>
                    </a:cubicBezTo>
                    <a:cubicBezTo>
                      <a:pt x="6067" y="3999"/>
                      <a:pt x="7829" y="3097"/>
                      <a:pt x="7829" y="2020"/>
                    </a:cubicBezTo>
                    <a:cubicBezTo>
                      <a:pt x="7829" y="902"/>
                      <a:pt x="6067" y="0"/>
                      <a:pt x="39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2" name="Google Shape;852;p24"/>
              <p:cNvSpPr/>
              <p:nvPr/>
            </p:nvSpPr>
            <p:spPr>
              <a:xfrm>
                <a:off x="1296379" y="3830732"/>
                <a:ext cx="131196" cy="69703"/>
              </a:xfrm>
              <a:custGeom>
                <a:avLst/>
                <a:gdLst/>
                <a:ahLst/>
                <a:cxnLst/>
                <a:rect l="l" t="t" r="r" b="b"/>
                <a:pathLst>
                  <a:path w="7527" h="3999" extrusionOk="0">
                    <a:moveTo>
                      <a:pt x="3786" y="0"/>
                    </a:moveTo>
                    <a:cubicBezTo>
                      <a:pt x="1677" y="0"/>
                      <a:pt x="1" y="902"/>
                      <a:pt x="1" y="2020"/>
                    </a:cubicBezTo>
                    <a:cubicBezTo>
                      <a:pt x="1" y="3097"/>
                      <a:pt x="1677" y="3999"/>
                      <a:pt x="3786" y="3999"/>
                    </a:cubicBezTo>
                    <a:cubicBezTo>
                      <a:pt x="5851" y="3999"/>
                      <a:pt x="7527" y="3097"/>
                      <a:pt x="7527" y="2020"/>
                    </a:cubicBezTo>
                    <a:cubicBezTo>
                      <a:pt x="7527" y="902"/>
                      <a:pt x="5851" y="0"/>
                      <a:pt x="3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3" name="Google Shape;853;p24"/>
              <p:cNvSpPr/>
              <p:nvPr/>
            </p:nvSpPr>
            <p:spPr>
              <a:xfrm>
                <a:off x="465682" y="1868654"/>
                <a:ext cx="1492705" cy="2760529"/>
              </a:xfrm>
              <a:custGeom>
                <a:avLst/>
                <a:gdLst/>
                <a:ahLst/>
                <a:cxnLst/>
                <a:rect l="l" t="t" r="r" b="b"/>
                <a:pathLst>
                  <a:path w="85640" h="158378" extrusionOk="0">
                    <a:moveTo>
                      <a:pt x="75918" y="4732"/>
                    </a:moveTo>
                    <a:lnTo>
                      <a:pt x="75918" y="23616"/>
                    </a:lnTo>
                    <a:lnTo>
                      <a:pt x="10926" y="23616"/>
                    </a:lnTo>
                    <a:lnTo>
                      <a:pt x="10926" y="4732"/>
                    </a:lnTo>
                    <a:close/>
                    <a:moveTo>
                      <a:pt x="75918" y="31658"/>
                    </a:moveTo>
                    <a:lnTo>
                      <a:pt x="75918" y="51575"/>
                    </a:lnTo>
                    <a:lnTo>
                      <a:pt x="10926" y="51575"/>
                    </a:lnTo>
                    <a:lnTo>
                      <a:pt x="10926" y="31658"/>
                    </a:lnTo>
                    <a:close/>
                    <a:moveTo>
                      <a:pt x="75918" y="56135"/>
                    </a:moveTo>
                    <a:lnTo>
                      <a:pt x="75918" y="71403"/>
                    </a:lnTo>
                    <a:lnTo>
                      <a:pt x="10926" y="71403"/>
                    </a:lnTo>
                    <a:lnTo>
                      <a:pt x="10926" y="56135"/>
                    </a:lnTo>
                    <a:close/>
                    <a:moveTo>
                      <a:pt x="4560" y="0"/>
                    </a:moveTo>
                    <a:lnTo>
                      <a:pt x="4560" y="2367"/>
                    </a:lnTo>
                    <a:lnTo>
                      <a:pt x="4560" y="4732"/>
                    </a:lnTo>
                    <a:lnTo>
                      <a:pt x="4560" y="71403"/>
                    </a:lnTo>
                    <a:lnTo>
                      <a:pt x="1" y="71403"/>
                    </a:lnTo>
                    <a:lnTo>
                      <a:pt x="1" y="74201"/>
                    </a:lnTo>
                    <a:lnTo>
                      <a:pt x="42540" y="74201"/>
                    </a:lnTo>
                    <a:lnTo>
                      <a:pt x="42540" y="158377"/>
                    </a:lnTo>
                    <a:lnTo>
                      <a:pt x="44174" y="158377"/>
                    </a:lnTo>
                    <a:lnTo>
                      <a:pt x="44174" y="74201"/>
                    </a:lnTo>
                    <a:lnTo>
                      <a:pt x="85640" y="74201"/>
                    </a:lnTo>
                    <a:lnTo>
                      <a:pt x="85640" y="71403"/>
                    </a:lnTo>
                    <a:lnTo>
                      <a:pt x="81854" y="71403"/>
                    </a:lnTo>
                    <a:lnTo>
                      <a:pt x="81854" y="4732"/>
                    </a:lnTo>
                    <a:lnTo>
                      <a:pt x="81854" y="2367"/>
                    </a:lnTo>
                    <a:lnTo>
                      <a:pt x="818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4" name="Google Shape;854;p24"/>
              <p:cNvSpPr/>
              <p:nvPr/>
            </p:nvSpPr>
            <p:spPr>
              <a:xfrm>
                <a:off x="503174" y="4638943"/>
                <a:ext cx="1422218" cy="179163"/>
              </a:xfrm>
              <a:custGeom>
                <a:avLst/>
                <a:gdLst/>
                <a:ahLst/>
                <a:cxnLst/>
                <a:rect l="l" t="t" r="r" b="b"/>
                <a:pathLst>
                  <a:path w="81596" h="10279" extrusionOk="0">
                    <a:moveTo>
                      <a:pt x="0" y="0"/>
                    </a:moveTo>
                    <a:lnTo>
                      <a:pt x="0" y="1762"/>
                    </a:lnTo>
                    <a:lnTo>
                      <a:pt x="7010" y="1762"/>
                    </a:lnTo>
                    <a:lnTo>
                      <a:pt x="7010" y="10279"/>
                    </a:lnTo>
                    <a:lnTo>
                      <a:pt x="12130" y="10279"/>
                    </a:lnTo>
                    <a:lnTo>
                      <a:pt x="12130" y="1762"/>
                    </a:lnTo>
                    <a:lnTo>
                      <a:pt x="68392" y="1762"/>
                    </a:lnTo>
                    <a:lnTo>
                      <a:pt x="68392" y="10279"/>
                    </a:lnTo>
                    <a:lnTo>
                      <a:pt x="73767" y="10279"/>
                    </a:lnTo>
                    <a:lnTo>
                      <a:pt x="73767" y="1762"/>
                    </a:lnTo>
                    <a:lnTo>
                      <a:pt x="81596" y="1762"/>
                    </a:lnTo>
                    <a:lnTo>
                      <a:pt x="815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855" name="Google Shape;855;p24"/>
            <p:cNvSpPr/>
            <p:nvPr/>
          </p:nvSpPr>
          <p:spPr>
            <a:xfrm>
              <a:off x="1523225" y="1953200"/>
              <a:ext cx="73200" cy="28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6" name="Google Shape;856;p24"/>
            <p:cNvSpPr/>
            <p:nvPr/>
          </p:nvSpPr>
          <p:spPr>
            <a:xfrm>
              <a:off x="1615850" y="2030325"/>
              <a:ext cx="73200" cy="21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7" name="Google Shape;857;p24"/>
            <p:cNvSpPr/>
            <p:nvPr/>
          </p:nvSpPr>
          <p:spPr>
            <a:xfrm>
              <a:off x="1708475" y="1984050"/>
              <a:ext cx="73200" cy="256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8" name="Google Shape;858;p24"/>
            <p:cNvSpPr/>
            <p:nvPr/>
          </p:nvSpPr>
          <p:spPr>
            <a:xfrm>
              <a:off x="2082475" y="2439613"/>
              <a:ext cx="73200" cy="28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59" name="Google Shape;859;p24"/>
            <p:cNvSpPr/>
            <p:nvPr/>
          </p:nvSpPr>
          <p:spPr>
            <a:xfrm>
              <a:off x="2175100" y="2516738"/>
              <a:ext cx="73200" cy="21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0" name="Google Shape;860;p24"/>
            <p:cNvSpPr/>
            <p:nvPr/>
          </p:nvSpPr>
          <p:spPr>
            <a:xfrm>
              <a:off x="2267725" y="2470463"/>
              <a:ext cx="73200" cy="256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39381189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861"/>
        <p:cNvGrpSpPr/>
        <p:nvPr/>
      </p:nvGrpSpPr>
      <p:grpSpPr>
        <a:xfrm>
          <a:off x="0" y="0"/>
          <a:ext cx="0" cy="0"/>
          <a:chOff x="0" y="0"/>
          <a:chExt cx="0" cy="0"/>
        </a:xfrm>
      </p:grpSpPr>
      <p:sp>
        <p:nvSpPr>
          <p:cNvPr id="862" name="Google Shape;862;p25"/>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863" name="Google Shape;863;p25"/>
          <p:cNvGrpSpPr/>
          <p:nvPr/>
        </p:nvGrpSpPr>
        <p:grpSpPr>
          <a:xfrm>
            <a:off x="-6366" y="166871"/>
            <a:ext cx="12198367" cy="6256543"/>
            <a:chOff x="-4775" y="125152"/>
            <a:chExt cx="9148775" cy="4692407"/>
          </a:xfrm>
        </p:grpSpPr>
        <p:grpSp>
          <p:nvGrpSpPr>
            <p:cNvPr id="864" name="Google Shape;864;p25"/>
            <p:cNvGrpSpPr/>
            <p:nvPr/>
          </p:nvGrpSpPr>
          <p:grpSpPr>
            <a:xfrm>
              <a:off x="-4775" y="636650"/>
              <a:ext cx="9148775" cy="3936950"/>
              <a:chOff x="-4775" y="636650"/>
              <a:chExt cx="9148775" cy="3936950"/>
            </a:xfrm>
          </p:grpSpPr>
          <p:sp>
            <p:nvSpPr>
              <p:cNvPr id="865" name="Google Shape;865;p2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6" name="Google Shape;866;p2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7" name="Google Shape;867;p2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8" name="Google Shape;868;p2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69" name="Google Shape;869;p2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0" name="Google Shape;870;p2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71" name="Google Shape;871;p25"/>
            <p:cNvGrpSpPr/>
            <p:nvPr/>
          </p:nvGrpSpPr>
          <p:grpSpPr>
            <a:xfrm rot="-5400000">
              <a:off x="4587067" y="895676"/>
              <a:ext cx="4692407" cy="3151360"/>
              <a:chOff x="-4775" y="1422240"/>
              <a:chExt cx="9148775" cy="3151360"/>
            </a:xfrm>
          </p:grpSpPr>
          <p:sp>
            <p:nvSpPr>
              <p:cNvPr id="872" name="Google Shape;872;p2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3" name="Google Shape;873;p2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4" name="Google Shape;874;p2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5" name="Google Shape;875;p2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6" name="Google Shape;876;p2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877" name="Google Shape;877;p25"/>
            <p:cNvGrpSpPr/>
            <p:nvPr/>
          </p:nvGrpSpPr>
          <p:grpSpPr>
            <a:xfrm rot="-5400000">
              <a:off x="257322" y="502881"/>
              <a:ext cx="4692407" cy="3936950"/>
              <a:chOff x="-4775" y="636650"/>
              <a:chExt cx="9148775" cy="3936950"/>
            </a:xfrm>
          </p:grpSpPr>
          <p:sp>
            <p:nvSpPr>
              <p:cNvPr id="878" name="Google Shape;878;p2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79" name="Google Shape;879;p2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0" name="Google Shape;880;p2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1" name="Google Shape;881;p2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2" name="Google Shape;882;p2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3" name="Google Shape;883;p2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884" name="Google Shape;884;p25"/>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5" name="Google Shape;885;p25"/>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86" name="Google Shape;886;p25"/>
          <p:cNvSpPr txBox="1">
            <a:spLocks noGrp="1"/>
          </p:cNvSpPr>
          <p:nvPr>
            <p:ph type="ctrTitle"/>
          </p:nvPr>
        </p:nvSpPr>
        <p:spPr>
          <a:xfrm>
            <a:off x="5526533" y="801800"/>
            <a:ext cx="5712000" cy="1225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5200"/>
              <a:buNone/>
              <a:defRPr sz="6000"/>
            </a:lvl1pPr>
            <a:lvl2pPr lvl="1" algn="l" rtl="0">
              <a:spcBef>
                <a:spcPts val="0"/>
              </a:spcBef>
              <a:spcAft>
                <a:spcPts val="0"/>
              </a:spcAft>
              <a:buSzPts val="5200"/>
              <a:buNone/>
              <a:defRPr sz="5200"/>
            </a:lvl2pPr>
            <a:lvl3pPr lvl="2" algn="l" rtl="0">
              <a:spcBef>
                <a:spcPts val="0"/>
              </a:spcBef>
              <a:spcAft>
                <a:spcPts val="0"/>
              </a:spcAft>
              <a:buSzPts val="5200"/>
              <a:buNone/>
              <a:defRPr sz="5200"/>
            </a:lvl3pPr>
            <a:lvl4pPr lvl="3" algn="l" rtl="0">
              <a:spcBef>
                <a:spcPts val="0"/>
              </a:spcBef>
              <a:spcAft>
                <a:spcPts val="0"/>
              </a:spcAft>
              <a:buSzPts val="5200"/>
              <a:buNone/>
              <a:defRPr sz="5200"/>
            </a:lvl4pPr>
            <a:lvl5pPr lvl="4" algn="l" rtl="0">
              <a:spcBef>
                <a:spcPts val="0"/>
              </a:spcBef>
              <a:spcAft>
                <a:spcPts val="0"/>
              </a:spcAft>
              <a:buSzPts val="5200"/>
              <a:buNone/>
              <a:defRPr sz="5200"/>
            </a:lvl5pPr>
            <a:lvl6pPr lvl="5" algn="l" rtl="0">
              <a:spcBef>
                <a:spcPts val="0"/>
              </a:spcBef>
              <a:spcAft>
                <a:spcPts val="0"/>
              </a:spcAft>
              <a:buSzPts val="5200"/>
              <a:buNone/>
              <a:defRPr sz="5200"/>
            </a:lvl6pPr>
            <a:lvl7pPr lvl="6" algn="l" rtl="0">
              <a:spcBef>
                <a:spcPts val="0"/>
              </a:spcBef>
              <a:spcAft>
                <a:spcPts val="0"/>
              </a:spcAft>
              <a:buSzPts val="5200"/>
              <a:buNone/>
              <a:defRPr sz="5200"/>
            </a:lvl7pPr>
            <a:lvl8pPr lvl="7" algn="l" rtl="0">
              <a:spcBef>
                <a:spcPts val="0"/>
              </a:spcBef>
              <a:spcAft>
                <a:spcPts val="0"/>
              </a:spcAft>
              <a:buSzPts val="5200"/>
              <a:buNone/>
              <a:defRPr sz="5200"/>
            </a:lvl8pPr>
            <a:lvl9pPr lvl="8" algn="l" rtl="0">
              <a:spcBef>
                <a:spcPts val="0"/>
              </a:spcBef>
              <a:spcAft>
                <a:spcPts val="0"/>
              </a:spcAft>
              <a:buSzPts val="5200"/>
              <a:buNone/>
              <a:defRPr sz="5200"/>
            </a:lvl9pPr>
          </a:lstStyle>
          <a:p>
            <a:endParaRPr/>
          </a:p>
        </p:txBody>
      </p:sp>
      <p:sp>
        <p:nvSpPr>
          <p:cNvPr id="887" name="Google Shape;887;p25"/>
          <p:cNvSpPr txBox="1">
            <a:spLocks noGrp="1"/>
          </p:cNvSpPr>
          <p:nvPr>
            <p:ph type="subTitle" idx="1"/>
          </p:nvPr>
        </p:nvSpPr>
        <p:spPr>
          <a:xfrm>
            <a:off x="5526533" y="2242867"/>
            <a:ext cx="4684800" cy="13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88" name="Google Shape;888;p25"/>
          <p:cNvSpPr txBox="1"/>
          <p:nvPr/>
        </p:nvSpPr>
        <p:spPr>
          <a:xfrm>
            <a:off x="5526533" y="4662567"/>
            <a:ext cx="5602000" cy="82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b="1">
                <a:solidFill>
                  <a:schemeClr val="dk1"/>
                </a:solidFill>
                <a:latin typeface="Hind Siliguri"/>
                <a:ea typeface="Hind Siliguri"/>
                <a:cs typeface="Hind Siliguri"/>
                <a:sym typeface="Hind Siliguri"/>
              </a:rPr>
              <a:t>CREDITS:</a:t>
            </a:r>
            <a:r>
              <a:rPr lang="en" sz="1000">
                <a:solidFill>
                  <a:schemeClr val="dk1"/>
                </a:solidFill>
                <a:latin typeface="Hind Siliguri"/>
                <a:ea typeface="Hind Siliguri"/>
                <a:cs typeface="Hind Siliguri"/>
                <a:sym typeface="Hind Siliguri"/>
              </a:rPr>
              <a:t> This presentation template was created by </a:t>
            </a:r>
            <a:r>
              <a:rPr lang="en" sz="1000" b="1">
                <a:solidFill>
                  <a:schemeClr val="hlink"/>
                </a:solidFill>
                <a:uFill>
                  <a:noFill/>
                </a:uFill>
                <a:latin typeface="Hind Siliguri"/>
                <a:ea typeface="Hind Siliguri"/>
                <a:cs typeface="Hind Siliguri"/>
                <a:sym typeface="Hind Siliguri"/>
                <a:hlinkClick r:id="rId2"/>
              </a:rPr>
              <a:t>Slidesgo</a:t>
            </a:r>
            <a:r>
              <a:rPr lang="en" sz="1000" b="1">
                <a:solidFill>
                  <a:schemeClr val="dk1"/>
                </a:solidFill>
                <a:latin typeface="Hind Siliguri"/>
                <a:ea typeface="Hind Siliguri"/>
                <a:cs typeface="Hind Siliguri"/>
                <a:sym typeface="Hind Siliguri"/>
              </a:rPr>
              <a:t>, </a:t>
            </a:r>
            <a:r>
              <a:rPr lang="en" sz="1000">
                <a:solidFill>
                  <a:schemeClr val="dk1"/>
                </a:solidFill>
                <a:latin typeface="Hind Siliguri"/>
                <a:ea typeface="Hind Siliguri"/>
                <a:cs typeface="Hind Siliguri"/>
                <a:sym typeface="Hind Siliguri"/>
              </a:rPr>
              <a:t>and includes icons by </a:t>
            </a:r>
            <a:r>
              <a:rPr lang="en" sz="1000" b="1">
                <a:solidFill>
                  <a:schemeClr val="dk1"/>
                </a:solidFill>
                <a:uFill>
                  <a:noFill/>
                </a:uFill>
                <a:latin typeface="Hind Siliguri"/>
                <a:ea typeface="Hind Siliguri"/>
                <a:cs typeface="Hind Siliguri"/>
                <a:sym typeface="Hind Siliguri"/>
                <a:hlinkClick r:id="rId3">
                  <a:extLst>
                    <a:ext uri="{A12FA001-AC4F-418D-AE19-62706E023703}">
                      <ahyp:hlinkClr xmlns:ahyp="http://schemas.microsoft.com/office/drawing/2018/hyperlinkcolor" val="tx"/>
                    </a:ext>
                  </a:extLst>
                </a:hlinkClick>
              </a:rPr>
              <a:t>Flaticon</a:t>
            </a:r>
            <a:r>
              <a:rPr lang="en" sz="1000" b="1">
                <a:solidFill>
                  <a:schemeClr val="dk1"/>
                </a:solidFill>
                <a:latin typeface="Hind Siliguri"/>
                <a:ea typeface="Hind Siliguri"/>
                <a:cs typeface="Hind Siliguri"/>
                <a:sym typeface="Hind Siliguri"/>
              </a:rPr>
              <a:t> </a:t>
            </a:r>
            <a:r>
              <a:rPr lang="en" sz="1000">
                <a:solidFill>
                  <a:schemeClr val="dk1"/>
                </a:solidFill>
                <a:latin typeface="Hind Siliguri"/>
                <a:ea typeface="Hind Siliguri"/>
                <a:cs typeface="Hind Siliguri"/>
                <a:sym typeface="Hind Siliguri"/>
              </a:rPr>
              <a:t>and infographics &amp; images by </a:t>
            </a:r>
            <a:r>
              <a:rPr lang="en" sz="1000" b="1">
                <a:solidFill>
                  <a:schemeClr val="dk1"/>
                </a:solidFill>
                <a:uFill>
                  <a:noFill/>
                </a:uFill>
                <a:latin typeface="Hind Siliguri"/>
                <a:ea typeface="Hind Siliguri"/>
                <a:cs typeface="Hind Siliguri"/>
                <a:sym typeface="Hind Siliguri"/>
                <a:hlinkClick r:id="rId4">
                  <a:extLst>
                    <a:ext uri="{A12FA001-AC4F-418D-AE19-62706E023703}">
                      <ahyp:hlinkClr xmlns:ahyp="http://schemas.microsoft.com/office/drawing/2018/hyperlinkcolor" val="tx"/>
                    </a:ext>
                  </a:extLst>
                </a:hlinkClick>
              </a:rPr>
              <a:t>Freepik</a:t>
            </a:r>
            <a:endParaRPr sz="1000" b="1" dirty="0">
              <a:solidFill>
                <a:schemeClr val="dk1"/>
              </a:solidFill>
              <a:highlight>
                <a:srgbClr val="DFDEFC"/>
              </a:highlight>
              <a:latin typeface="Hind Siliguri"/>
              <a:ea typeface="Hind Siliguri"/>
              <a:cs typeface="Hind Siliguri"/>
              <a:sym typeface="Hind Siliguri"/>
            </a:endParaRPr>
          </a:p>
        </p:txBody>
      </p:sp>
      <p:grpSp>
        <p:nvGrpSpPr>
          <p:cNvPr id="889" name="Google Shape;889;p25"/>
          <p:cNvGrpSpPr/>
          <p:nvPr/>
        </p:nvGrpSpPr>
        <p:grpSpPr>
          <a:xfrm>
            <a:off x="229107" y="3288321"/>
            <a:ext cx="1172772" cy="3231835"/>
            <a:chOff x="8010400" y="1358371"/>
            <a:chExt cx="573464" cy="1580308"/>
          </a:xfrm>
        </p:grpSpPr>
        <p:sp>
          <p:nvSpPr>
            <p:cNvPr id="890" name="Google Shape;890;p25"/>
            <p:cNvSpPr/>
            <p:nvPr/>
          </p:nvSpPr>
          <p:spPr>
            <a:xfrm>
              <a:off x="8448780" y="2807198"/>
              <a:ext cx="131449" cy="131480"/>
            </a:xfrm>
            <a:custGeom>
              <a:avLst/>
              <a:gdLst/>
              <a:ahLst/>
              <a:cxnLst/>
              <a:rect l="l" t="t" r="r" b="b"/>
              <a:pathLst>
                <a:path w="4280" h="4281" extrusionOk="0">
                  <a:moveTo>
                    <a:pt x="2139" y="1"/>
                  </a:moveTo>
                  <a:cubicBezTo>
                    <a:pt x="961" y="1"/>
                    <a:pt x="0" y="963"/>
                    <a:pt x="0" y="2141"/>
                  </a:cubicBezTo>
                  <a:cubicBezTo>
                    <a:pt x="0" y="3319"/>
                    <a:pt x="961" y="4280"/>
                    <a:pt x="2139" y="4280"/>
                  </a:cubicBezTo>
                  <a:cubicBezTo>
                    <a:pt x="3317" y="4280"/>
                    <a:pt x="4280" y="3319"/>
                    <a:pt x="4280" y="2141"/>
                  </a:cubicBezTo>
                  <a:cubicBezTo>
                    <a:pt x="4280" y="963"/>
                    <a:pt x="3317" y="1"/>
                    <a:pt x="2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1" name="Google Shape;891;p25"/>
            <p:cNvSpPr/>
            <p:nvPr/>
          </p:nvSpPr>
          <p:spPr>
            <a:xfrm>
              <a:off x="8470462" y="2828911"/>
              <a:ext cx="88083" cy="88698"/>
            </a:xfrm>
            <a:custGeom>
              <a:avLst/>
              <a:gdLst/>
              <a:ahLst/>
              <a:cxnLst/>
              <a:rect l="l" t="t" r="r" b="b"/>
              <a:pathLst>
                <a:path w="2868" h="2888" extrusionOk="0">
                  <a:moveTo>
                    <a:pt x="1433" y="0"/>
                  </a:moveTo>
                  <a:cubicBezTo>
                    <a:pt x="648" y="0"/>
                    <a:pt x="1" y="649"/>
                    <a:pt x="1" y="1434"/>
                  </a:cubicBezTo>
                  <a:cubicBezTo>
                    <a:pt x="1" y="2238"/>
                    <a:pt x="648" y="2887"/>
                    <a:pt x="1433" y="2887"/>
                  </a:cubicBezTo>
                  <a:cubicBezTo>
                    <a:pt x="2219" y="2887"/>
                    <a:pt x="2867" y="2238"/>
                    <a:pt x="2867" y="1434"/>
                  </a:cubicBezTo>
                  <a:cubicBezTo>
                    <a:pt x="2867" y="649"/>
                    <a:pt x="221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2" name="Google Shape;892;p25"/>
            <p:cNvSpPr/>
            <p:nvPr/>
          </p:nvSpPr>
          <p:spPr>
            <a:xfrm>
              <a:off x="8013440" y="2807198"/>
              <a:ext cx="131480" cy="131480"/>
            </a:xfrm>
            <a:custGeom>
              <a:avLst/>
              <a:gdLst/>
              <a:ahLst/>
              <a:cxnLst/>
              <a:rect l="l" t="t" r="r" b="b"/>
              <a:pathLst>
                <a:path w="4281" h="4281" extrusionOk="0">
                  <a:moveTo>
                    <a:pt x="2140" y="1"/>
                  </a:moveTo>
                  <a:cubicBezTo>
                    <a:pt x="962" y="1"/>
                    <a:pt x="1" y="963"/>
                    <a:pt x="1" y="2141"/>
                  </a:cubicBezTo>
                  <a:cubicBezTo>
                    <a:pt x="1" y="3319"/>
                    <a:pt x="962" y="4280"/>
                    <a:pt x="2140" y="4280"/>
                  </a:cubicBezTo>
                  <a:cubicBezTo>
                    <a:pt x="3318" y="4280"/>
                    <a:pt x="4281" y="3319"/>
                    <a:pt x="4281" y="2141"/>
                  </a:cubicBezTo>
                  <a:cubicBezTo>
                    <a:pt x="4281" y="963"/>
                    <a:pt x="3318" y="1"/>
                    <a:pt x="21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3" name="Google Shape;893;p25"/>
            <p:cNvSpPr/>
            <p:nvPr/>
          </p:nvSpPr>
          <p:spPr>
            <a:xfrm>
              <a:off x="8035154" y="2828911"/>
              <a:ext cx="88053" cy="88698"/>
            </a:xfrm>
            <a:custGeom>
              <a:avLst/>
              <a:gdLst/>
              <a:ahLst/>
              <a:cxnLst/>
              <a:rect l="l" t="t" r="r" b="b"/>
              <a:pathLst>
                <a:path w="2867" h="2888" extrusionOk="0">
                  <a:moveTo>
                    <a:pt x="1433" y="0"/>
                  </a:moveTo>
                  <a:cubicBezTo>
                    <a:pt x="648" y="0"/>
                    <a:pt x="1" y="649"/>
                    <a:pt x="1" y="1434"/>
                  </a:cubicBezTo>
                  <a:cubicBezTo>
                    <a:pt x="1" y="2238"/>
                    <a:pt x="648" y="2887"/>
                    <a:pt x="1433" y="2887"/>
                  </a:cubicBezTo>
                  <a:cubicBezTo>
                    <a:pt x="2239" y="2887"/>
                    <a:pt x="2867" y="2238"/>
                    <a:pt x="2867" y="1434"/>
                  </a:cubicBezTo>
                  <a:cubicBezTo>
                    <a:pt x="2867" y="649"/>
                    <a:pt x="223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4" name="Google Shape;894;p25"/>
            <p:cNvSpPr/>
            <p:nvPr/>
          </p:nvSpPr>
          <p:spPr>
            <a:xfrm>
              <a:off x="8445156" y="2759595"/>
              <a:ext cx="138698" cy="138083"/>
            </a:xfrm>
            <a:custGeom>
              <a:avLst/>
              <a:gdLst/>
              <a:ahLst/>
              <a:cxnLst/>
              <a:rect l="l" t="t" r="r" b="b"/>
              <a:pathLst>
                <a:path w="4516" h="4496" extrusionOk="0">
                  <a:moveTo>
                    <a:pt x="0" y="0"/>
                  </a:moveTo>
                  <a:lnTo>
                    <a:pt x="2257" y="4495"/>
                  </a:lnTo>
                  <a:lnTo>
                    <a:pt x="45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5" name="Google Shape;895;p25"/>
            <p:cNvSpPr/>
            <p:nvPr/>
          </p:nvSpPr>
          <p:spPr>
            <a:xfrm>
              <a:off x="8010400" y="2759595"/>
              <a:ext cx="138145" cy="138083"/>
            </a:xfrm>
            <a:custGeom>
              <a:avLst/>
              <a:gdLst/>
              <a:ahLst/>
              <a:cxnLst/>
              <a:rect l="l" t="t" r="r" b="b"/>
              <a:pathLst>
                <a:path w="4498" h="4496" extrusionOk="0">
                  <a:moveTo>
                    <a:pt x="1" y="0"/>
                  </a:moveTo>
                  <a:lnTo>
                    <a:pt x="2239" y="4495"/>
                  </a:lnTo>
                  <a:lnTo>
                    <a:pt x="44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6" name="Google Shape;896;p25"/>
            <p:cNvSpPr/>
            <p:nvPr/>
          </p:nvSpPr>
          <p:spPr>
            <a:xfrm>
              <a:off x="8010400" y="1384291"/>
              <a:ext cx="573464" cy="1449507"/>
            </a:xfrm>
            <a:custGeom>
              <a:avLst/>
              <a:gdLst/>
              <a:ahLst/>
              <a:cxnLst/>
              <a:rect l="l" t="t" r="r" b="b"/>
              <a:pathLst>
                <a:path w="18672" h="47196" extrusionOk="0">
                  <a:moveTo>
                    <a:pt x="1749" y="0"/>
                  </a:moveTo>
                  <a:cubicBezTo>
                    <a:pt x="1592" y="0"/>
                    <a:pt x="1435" y="138"/>
                    <a:pt x="1435" y="314"/>
                  </a:cubicBezTo>
                  <a:cubicBezTo>
                    <a:pt x="1435" y="1277"/>
                    <a:pt x="2220" y="2062"/>
                    <a:pt x="3202" y="2062"/>
                  </a:cubicBezTo>
                  <a:cubicBezTo>
                    <a:pt x="4065" y="2062"/>
                    <a:pt x="4772" y="1453"/>
                    <a:pt x="4929" y="628"/>
                  </a:cubicBezTo>
                  <a:lnTo>
                    <a:pt x="8188" y="628"/>
                  </a:lnTo>
                  <a:lnTo>
                    <a:pt x="8188" y="43878"/>
                  </a:lnTo>
                  <a:lnTo>
                    <a:pt x="1" y="43878"/>
                  </a:lnTo>
                  <a:lnTo>
                    <a:pt x="1" y="45606"/>
                  </a:lnTo>
                  <a:lnTo>
                    <a:pt x="8188" y="45606"/>
                  </a:lnTo>
                  <a:lnTo>
                    <a:pt x="8188" y="47038"/>
                  </a:lnTo>
                  <a:cubicBezTo>
                    <a:pt x="8188" y="47117"/>
                    <a:pt x="8560" y="47195"/>
                    <a:pt x="9013" y="47195"/>
                  </a:cubicBezTo>
                  <a:cubicBezTo>
                    <a:pt x="9484" y="47195"/>
                    <a:pt x="9856" y="47117"/>
                    <a:pt x="9856" y="47038"/>
                  </a:cubicBezTo>
                  <a:lnTo>
                    <a:pt x="9856" y="45606"/>
                  </a:lnTo>
                  <a:lnTo>
                    <a:pt x="18672" y="45606"/>
                  </a:lnTo>
                  <a:lnTo>
                    <a:pt x="18672" y="43878"/>
                  </a:lnTo>
                  <a:lnTo>
                    <a:pt x="9856" y="43878"/>
                  </a:lnTo>
                  <a:lnTo>
                    <a:pt x="9856" y="628"/>
                  </a:lnTo>
                  <a:lnTo>
                    <a:pt x="13096" y="628"/>
                  </a:lnTo>
                  <a:cubicBezTo>
                    <a:pt x="13253" y="1453"/>
                    <a:pt x="13960" y="2062"/>
                    <a:pt x="14824" y="2062"/>
                  </a:cubicBezTo>
                  <a:cubicBezTo>
                    <a:pt x="15805" y="2062"/>
                    <a:pt x="16591" y="1277"/>
                    <a:pt x="16591" y="314"/>
                  </a:cubicBezTo>
                  <a:cubicBezTo>
                    <a:pt x="16591" y="138"/>
                    <a:pt x="16453" y="0"/>
                    <a:pt x="16277" y="0"/>
                  </a:cubicBezTo>
                  <a:cubicBezTo>
                    <a:pt x="16099" y="0"/>
                    <a:pt x="15963" y="138"/>
                    <a:pt x="15963" y="314"/>
                  </a:cubicBezTo>
                  <a:cubicBezTo>
                    <a:pt x="15963" y="924"/>
                    <a:pt x="15452" y="1434"/>
                    <a:pt x="14824" y="1434"/>
                  </a:cubicBezTo>
                  <a:cubicBezTo>
                    <a:pt x="14214" y="1434"/>
                    <a:pt x="13704" y="924"/>
                    <a:pt x="13704" y="314"/>
                  </a:cubicBezTo>
                  <a:lnTo>
                    <a:pt x="13704" y="0"/>
                  </a:lnTo>
                  <a:lnTo>
                    <a:pt x="4320" y="0"/>
                  </a:lnTo>
                  <a:lnTo>
                    <a:pt x="4320" y="314"/>
                  </a:lnTo>
                  <a:cubicBezTo>
                    <a:pt x="4320" y="924"/>
                    <a:pt x="3809" y="1434"/>
                    <a:pt x="3202" y="1434"/>
                  </a:cubicBezTo>
                  <a:cubicBezTo>
                    <a:pt x="2573" y="1434"/>
                    <a:pt x="2082" y="924"/>
                    <a:pt x="2082" y="314"/>
                  </a:cubicBezTo>
                  <a:cubicBezTo>
                    <a:pt x="2082" y="138"/>
                    <a:pt x="1925" y="0"/>
                    <a:pt x="17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7" name="Google Shape;897;p25"/>
            <p:cNvSpPr/>
            <p:nvPr/>
          </p:nvSpPr>
          <p:spPr>
            <a:xfrm>
              <a:off x="8336620" y="1358371"/>
              <a:ext cx="217659" cy="757340"/>
            </a:xfrm>
            <a:custGeom>
              <a:avLst/>
              <a:gdLst/>
              <a:ahLst/>
              <a:cxnLst/>
              <a:rect l="l" t="t" r="r" b="b"/>
              <a:pathLst>
                <a:path w="7087" h="24659" extrusionOk="0">
                  <a:moveTo>
                    <a:pt x="687" y="1"/>
                  </a:moveTo>
                  <a:cubicBezTo>
                    <a:pt x="59" y="1"/>
                    <a:pt x="1" y="1807"/>
                    <a:pt x="1" y="2357"/>
                  </a:cubicBezTo>
                  <a:lnTo>
                    <a:pt x="1" y="22420"/>
                  </a:lnTo>
                  <a:cubicBezTo>
                    <a:pt x="1" y="23657"/>
                    <a:pt x="1021" y="24659"/>
                    <a:pt x="2258" y="24659"/>
                  </a:cubicBezTo>
                  <a:cubicBezTo>
                    <a:pt x="3475" y="24659"/>
                    <a:pt x="4496" y="23657"/>
                    <a:pt x="4496" y="22420"/>
                  </a:cubicBezTo>
                  <a:lnTo>
                    <a:pt x="4496" y="15725"/>
                  </a:lnTo>
                  <a:lnTo>
                    <a:pt x="4909" y="15725"/>
                  </a:lnTo>
                  <a:cubicBezTo>
                    <a:pt x="5006" y="15725"/>
                    <a:pt x="5105" y="15647"/>
                    <a:pt x="5105" y="15549"/>
                  </a:cubicBezTo>
                  <a:lnTo>
                    <a:pt x="5105" y="13644"/>
                  </a:lnTo>
                  <a:lnTo>
                    <a:pt x="6419" y="13644"/>
                  </a:lnTo>
                  <a:cubicBezTo>
                    <a:pt x="6793" y="13644"/>
                    <a:pt x="7087" y="13351"/>
                    <a:pt x="7087" y="12997"/>
                  </a:cubicBezTo>
                  <a:lnTo>
                    <a:pt x="7087" y="3966"/>
                  </a:lnTo>
                  <a:cubicBezTo>
                    <a:pt x="7087" y="3593"/>
                    <a:pt x="6793" y="3299"/>
                    <a:pt x="6419" y="3299"/>
                  </a:cubicBezTo>
                  <a:lnTo>
                    <a:pt x="5105" y="3299"/>
                  </a:lnTo>
                  <a:cubicBezTo>
                    <a:pt x="5105" y="2572"/>
                    <a:pt x="4752" y="1964"/>
                    <a:pt x="4339" y="1964"/>
                  </a:cubicBezTo>
                  <a:cubicBezTo>
                    <a:pt x="3907" y="1964"/>
                    <a:pt x="3574" y="2572"/>
                    <a:pt x="3574" y="3299"/>
                  </a:cubicBezTo>
                  <a:lnTo>
                    <a:pt x="2239" y="3299"/>
                  </a:lnTo>
                  <a:cubicBezTo>
                    <a:pt x="1885" y="3299"/>
                    <a:pt x="1590" y="3593"/>
                    <a:pt x="1590" y="3966"/>
                  </a:cubicBezTo>
                  <a:lnTo>
                    <a:pt x="1590" y="12997"/>
                  </a:lnTo>
                  <a:cubicBezTo>
                    <a:pt x="1590" y="13351"/>
                    <a:pt x="1885" y="13644"/>
                    <a:pt x="2239" y="13644"/>
                  </a:cubicBezTo>
                  <a:lnTo>
                    <a:pt x="3553" y="13644"/>
                  </a:lnTo>
                  <a:lnTo>
                    <a:pt x="3553" y="15549"/>
                  </a:lnTo>
                  <a:cubicBezTo>
                    <a:pt x="3553" y="15647"/>
                    <a:pt x="3652" y="15725"/>
                    <a:pt x="3750" y="15725"/>
                  </a:cubicBezTo>
                  <a:lnTo>
                    <a:pt x="4181" y="15725"/>
                  </a:lnTo>
                  <a:lnTo>
                    <a:pt x="4181" y="22420"/>
                  </a:lnTo>
                  <a:cubicBezTo>
                    <a:pt x="4181" y="23481"/>
                    <a:pt x="3318" y="24344"/>
                    <a:pt x="2258" y="24344"/>
                  </a:cubicBezTo>
                  <a:cubicBezTo>
                    <a:pt x="1197" y="24344"/>
                    <a:pt x="334" y="23481"/>
                    <a:pt x="334" y="22420"/>
                  </a:cubicBezTo>
                  <a:lnTo>
                    <a:pt x="334" y="2357"/>
                  </a:lnTo>
                  <a:cubicBezTo>
                    <a:pt x="334" y="766"/>
                    <a:pt x="608" y="334"/>
                    <a:pt x="687" y="315"/>
                  </a:cubicBezTo>
                  <a:cubicBezTo>
                    <a:pt x="765" y="334"/>
                    <a:pt x="1119" y="883"/>
                    <a:pt x="1119" y="2906"/>
                  </a:cubicBezTo>
                  <a:lnTo>
                    <a:pt x="1433" y="2906"/>
                  </a:lnTo>
                  <a:cubicBezTo>
                    <a:pt x="1433" y="2043"/>
                    <a:pt x="1375" y="1315"/>
                    <a:pt x="1237" y="805"/>
                  </a:cubicBezTo>
                  <a:cubicBezTo>
                    <a:pt x="1119" y="276"/>
                    <a:pt x="923" y="1"/>
                    <a:pt x="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8" name="Google Shape;898;p25"/>
            <p:cNvSpPr/>
            <p:nvPr/>
          </p:nvSpPr>
          <p:spPr>
            <a:xfrm>
              <a:off x="8022470" y="1358371"/>
              <a:ext cx="217107" cy="621068"/>
            </a:xfrm>
            <a:custGeom>
              <a:avLst/>
              <a:gdLst/>
              <a:ahLst/>
              <a:cxnLst/>
              <a:rect l="l" t="t" r="r" b="b"/>
              <a:pathLst>
                <a:path w="7069" h="20222" extrusionOk="0">
                  <a:moveTo>
                    <a:pt x="6382" y="1"/>
                  </a:moveTo>
                  <a:cubicBezTo>
                    <a:pt x="6146" y="1"/>
                    <a:pt x="5969" y="276"/>
                    <a:pt x="5832" y="805"/>
                  </a:cubicBezTo>
                  <a:cubicBezTo>
                    <a:pt x="5714" y="1276"/>
                    <a:pt x="5655" y="1964"/>
                    <a:pt x="5636" y="2749"/>
                  </a:cubicBezTo>
                  <a:lnTo>
                    <a:pt x="5636" y="18749"/>
                  </a:lnTo>
                  <a:lnTo>
                    <a:pt x="5969" y="18749"/>
                  </a:lnTo>
                  <a:lnTo>
                    <a:pt x="5969" y="2749"/>
                  </a:lnTo>
                  <a:cubicBezTo>
                    <a:pt x="5989" y="865"/>
                    <a:pt x="6303" y="334"/>
                    <a:pt x="6401" y="315"/>
                  </a:cubicBezTo>
                  <a:cubicBezTo>
                    <a:pt x="6460" y="334"/>
                    <a:pt x="6754" y="766"/>
                    <a:pt x="6754" y="2357"/>
                  </a:cubicBezTo>
                  <a:lnTo>
                    <a:pt x="6754" y="17984"/>
                  </a:lnTo>
                  <a:cubicBezTo>
                    <a:pt x="6754" y="19044"/>
                    <a:pt x="5890" y="19908"/>
                    <a:pt x="4830" y="19908"/>
                  </a:cubicBezTo>
                  <a:cubicBezTo>
                    <a:pt x="3770" y="19908"/>
                    <a:pt x="2906" y="19044"/>
                    <a:pt x="2906" y="17984"/>
                  </a:cubicBezTo>
                  <a:lnTo>
                    <a:pt x="2906" y="15725"/>
                  </a:lnTo>
                  <a:lnTo>
                    <a:pt x="3338" y="15725"/>
                  </a:lnTo>
                  <a:cubicBezTo>
                    <a:pt x="3437" y="15725"/>
                    <a:pt x="3515" y="15647"/>
                    <a:pt x="3515" y="15549"/>
                  </a:cubicBezTo>
                  <a:lnTo>
                    <a:pt x="3515" y="13644"/>
                  </a:lnTo>
                  <a:lnTo>
                    <a:pt x="4830" y="13644"/>
                  </a:lnTo>
                  <a:cubicBezTo>
                    <a:pt x="5204" y="13644"/>
                    <a:pt x="5497" y="13351"/>
                    <a:pt x="5497" y="12997"/>
                  </a:cubicBezTo>
                  <a:lnTo>
                    <a:pt x="5497" y="3966"/>
                  </a:lnTo>
                  <a:cubicBezTo>
                    <a:pt x="5497" y="3593"/>
                    <a:pt x="5204" y="3299"/>
                    <a:pt x="4830" y="3299"/>
                  </a:cubicBezTo>
                  <a:lnTo>
                    <a:pt x="3515" y="3299"/>
                  </a:lnTo>
                  <a:cubicBezTo>
                    <a:pt x="3515" y="2572"/>
                    <a:pt x="3162" y="1964"/>
                    <a:pt x="2749" y="1964"/>
                  </a:cubicBezTo>
                  <a:cubicBezTo>
                    <a:pt x="2317" y="1964"/>
                    <a:pt x="1984" y="2572"/>
                    <a:pt x="1984" y="3299"/>
                  </a:cubicBezTo>
                  <a:lnTo>
                    <a:pt x="649" y="3299"/>
                  </a:lnTo>
                  <a:cubicBezTo>
                    <a:pt x="296" y="3299"/>
                    <a:pt x="1" y="3593"/>
                    <a:pt x="1" y="3966"/>
                  </a:cubicBezTo>
                  <a:lnTo>
                    <a:pt x="1" y="12997"/>
                  </a:lnTo>
                  <a:cubicBezTo>
                    <a:pt x="1" y="13351"/>
                    <a:pt x="296" y="13644"/>
                    <a:pt x="649" y="13644"/>
                  </a:cubicBezTo>
                  <a:lnTo>
                    <a:pt x="1984" y="13644"/>
                  </a:lnTo>
                  <a:lnTo>
                    <a:pt x="1984" y="15549"/>
                  </a:lnTo>
                  <a:cubicBezTo>
                    <a:pt x="1984" y="15647"/>
                    <a:pt x="2063" y="15725"/>
                    <a:pt x="2160" y="15725"/>
                  </a:cubicBezTo>
                  <a:lnTo>
                    <a:pt x="2592" y="15725"/>
                  </a:lnTo>
                  <a:lnTo>
                    <a:pt x="2592" y="17984"/>
                  </a:lnTo>
                  <a:cubicBezTo>
                    <a:pt x="2592" y="19220"/>
                    <a:pt x="3594" y="20222"/>
                    <a:pt x="4830" y="20222"/>
                  </a:cubicBezTo>
                  <a:cubicBezTo>
                    <a:pt x="6068" y="20222"/>
                    <a:pt x="7068" y="19220"/>
                    <a:pt x="7068" y="17984"/>
                  </a:cubicBezTo>
                  <a:lnTo>
                    <a:pt x="7068" y="2357"/>
                  </a:lnTo>
                  <a:cubicBezTo>
                    <a:pt x="7068" y="1807"/>
                    <a:pt x="7029" y="1"/>
                    <a:pt x="6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899" name="Google Shape;899;p25"/>
            <p:cNvSpPr/>
            <p:nvPr/>
          </p:nvSpPr>
          <p:spPr>
            <a:xfrm>
              <a:off x="8401729" y="1606798"/>
              <a:ext cx="135688" cy="144103"/>
            </a:xfrm>
            <a:custGeom>
              <a:avLst/>
              <a:gdLst/>
              <a:ahLst/>
              <a:cxnLst/>
              <a:rect l="l" t="t" r="r" b="b"/>
              <a:pathLst>
                <a:path w="4418" h="4692" extrusionOk="0">
                  <a:moveTo>
                    <a:pt x="1" y="0"/>
                  </a:moveTo>
                  <a:lnTo>
                    <a:pt x="1" y="3259"/>
                  </a:lnTo>
                  <a:cubicBezTo>
                    <a:pt x="1" y="4063"/>
                    <a:pt x="629" y="4691"/>
                    <a:pt x="1414" y="4691"/>
                  </a:cubicBezTo>
                  <a:lnTo>
                    <a:pt x="3004" y="4691"/>
                  </a:lnTo>
                  <a:cubicBezTo>
                    <a:pt x="3789" y="4691"/>
                    <a:pt x="4417" y="4063"/>
                    <a:pt x="4417" y="3259"/>
                  </a:cubicBezTo>
                  <a:lnTo>
                    <a:pt x="441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0" name="Google Shape;900;p25"/>
            <p:cNvSpPr/>
            <p:nvPr/>
          </p:nvSpPr>
          <p:spPr>
            <a:xfrm>
              <a:off x="8038778" y="1528974"/>
              <a:ext cx="136302" cy="221929"/>
            </a:xfrm>
            <a:custGeom>
              <a:avLst/>
              <a:gdLst/>
              <a:ahLst/>
              <a:cxnLst/>
              <a:rect l="l" t="t" r="r" b="b"/>
              <a:pathLst>
                <a:path w="4438" h="7226" extrusionOk="0">
                  <a:moveTo>
                    <a:pt x="0" y="1"/>
                  </a:moveTo>
                  <a:lnTo>
                    <a:pt x="0" y="5793"/>
                  </a:lnTo>
                  <a:cubicBezTo>
                    <a:pt x="0" y="6597"/>
                    <a:pt x="647" y="7225"/>
                    <a:pt x="1433" y="7225"/>
                  </a:cubicBezTo>
                  <a:lnTo>
                    <a:pt x="3003" y="7225"/>
                  </a:lnTo>
                  <a:cubicBezTo>
                    <a:pt x="3789" y="7225"/>
                    <a:pt x="4437" y="6597"/>
                    <a:pt x="4437" y="5793"/>
                  </a:cubicBezTo>
                  <a:lnTo>
                    <a:pt x="443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01" name="Google Shape;901;p25"/>
          <p:cNvGrpSpPr/>
          <p:nvPr/>
        </p:nvGrpSpPr>
        <p:grpSpPr>
          <a:xfrm>
            <a:off x="11053137" y="352560"/>
            <a:ext cx="816159" cy="816159"/>
            <a:chOff x="715100" y="535000"/>
            <a:chExt cx="512835" cy="512835"/>
          </a:xfrm>
        </p:grpSpPr>
        <p:sp>
          <p:nvSpPr>
            <p:cNvPr id="902" name="Google Shape;902;p25"/>
            <p:cNvSpPr/>
            <p:nvPr/>
          </p:nvSpPr>
          <p:spPr>
            <a:xfrm>
              <a:off x="715100" y="535000"/>
              <a:ext cx="512835" cy="512835"/>
            </a:xfrm>
            <a:custGeom>
              <a:avLst/>
              <a:gdLst/>
              <a:ahLst/>
              <a:cxnLst/>
              <a:rect l="l" t="t" r="r" b="b"/>
              <a:pathLst>
                <a:path w="24620" h="24620" extrusionOk="0">
                  <a:moveTo>
                    <a:pt x="12309" y="1"/>
                  </a:moveTo>
                  <a:cubicBezTo>
                    <a:pt x="5498" y="1"/>
                    <a:pt x="1" y="5518"/>
                    <a:pt x="1" y="12311"/>
                  </a:cubicBezTo>
                  <a:cubicBezTo>
                    <a:pt x="1" y="19122"/>
                    <a:pt x="5498" y="24619"/>
                    <a:pt x="12309" y="24619"/>
                  </a:cubicBezTo>
                  <a:cubicBezTo>
                    <a:pt x="19102" y="24619"/>
                    <a:pt x="24619" y="19122"/>
                    <a:pt x="24619" y="12311"/>
                  </a:cubicBezTo>
                  <a:cubicBezTo>
                    <a:pt x="24619" y="5518"/>
                    <a:pt x="19102" y="1"/>
                    <a:pt x="123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3" name="Google Shape;903;p25"/>
            <p:cNvSpPr/>
            <p:nvPr/>
          </p:nvSpPr>
          <p:spPr>
            <a:xfrm>
              <a:off x="748637" y="568537"/>
              <a:ext cx="445762" cy="445762"/>
            </a:xfrm>
            <a:custGeom>
              <a:avLst/>
              <a:gdLst/>
              <a:ahLst/>
              <a:cxnLst/>
              <a:rect l="l" t="t" r="r" b="b"/>
              <a:pathLst>
                <a:path w="21400" h="21400" extrusionOk="0">
                  <a:moveTo>
                    <a:pt x="10699" y="0"/>
                  </a:moveTo>
                  <a:cubicBezTo>
                    <a:pt x="4791" y="0"/>
                    <a:pt x="0" y="4791"/>
                    <a:pt x="0" y="10701"/>
                  </a:cubicBezTo>
                  <a:cubicBezTo>
                    <a:pt x="0" y="16609"/>
                    <a:pt x="4791" y="21399"/>
                    <a:pt x="10699" y="21399"/>
                  </a:cubicBezTo>
                  <a:cubicBezTo>
                    <a:pt x="16609" y="21399"/>
                    <a:pt x="21399" y="16609"/>
                    <a:pt x="21399" y="10701"/>
                  </a:cubicBezTo>
                  <a:cubicBezTo>
                    <a:pt x="21399" y="4791"/>
                    <a:pt x="16609" y="0"/>
                    <a:pt x="106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4" name="Google Shape;904;p25"/>
            <p:cNvSpPr/>
            <p:nvPr/>
          </p:nvSpPr>
          <p:spPr>
            <a:xfrm>
              <a:off x="768260" y="588160"/>
              <a:ext cx="406497" cy="406497"/>
            </a:xfrm>
            <a:custGeom>
              <a:avLst/>
              <a:gdLst/>
              <a:ahLst/>
              <a:cxnLst/>
              <a:rect l="l" t="t" r="r" b="b"/>
              <a:pathLst>
                <a:path w="19515" h="19515" extrusionOk="0">
                  <a:moveTo>
                    <a:pt x="9443" y="1"/>
                  </a:moveTo>
                  <a:lnTo>
                    <a:pt x="9443" y="2592"/>
                  </a:lnTo>
                  <a:lnTo>
                    <a:pt x="10071" y="2592"/>
                  </a:lnTo>
                  <a:lnTo>
                    <a:pt x="10071" y="1"/>
                  </a:lnTo>
                  <a:close/>
                  <a:moveTo>
                    <a:pt x="1" y="9444"/>
                  </a:moveTo>
                  <a:lnTo>
                    <a:pt x="1" y="10073"/>
                  </a:lnTo>
                  <a:lnTo>
                    <a:pt x="2592" y="10073"/>
                  </a:lnTo>
                  <a:lnTo>
                    <a:pt x="2592" y="9444"/>
                  </a:lnTo>
                  <a:close/>
                  <a:moveTo>
                    <a:pt x="16924" y="9444"/>
                  </a:moveTo>
                  <a:lnTo>
                    <a:pt x="16924" y="10073"/>
                  </a:lnTo>
                  <a:lnTo>
                    <a:pt x="19515" y="10073"/>
                  </a:lnTo>
                  <a:lnTo>
                    <a:pt x="19515" y="9444"/>
                  </a:lnTo>
                  <a:close/>
                  <a:moveTo>
                    <a:pt x="9443" y="16923"/>
                  </a:moveTo>
                  <a:lnTo>
                    <a:pt x="9443" y="19515"/>
                  </a:lnTo>
                  <a:lnTo>
                    <a:pt x="10071" y="19515"/>
                  </a:lnTo>
                  <a:lnTo>
                    <a:pt x="10071" y="1692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05" name="Google Shape;905;p25"/>
            <p:cNvSpPr/>
            <p:nvPr/>
          </p:nvSpPr>
          <p:spPr>
            <a:xfrm>
              <a:off x="871309" y="682647"/>
              <a:ext cx="206529" cy="128417"/>
            </a:xfrm>
            <a:custGeom>
              <a:avLst/>
              <a:gdLst/>
              <a:ahLst/>
              <a:cxnLst/>
              <a:rect l="l" t="t" r="r" b="b"/>
              <a:pathLst>
                <a:path w="9915" h="6165" extrusionOk="0">
                  <a:moveTo>
                    <a:pt x="9542" y="0"/>
                  </a:moveTo>
                  <a:lnTo>
                    <a:pt x="5320" y="4437"/>
                  </a:lnTo>
                  <a:cubicBezTo>
                    <a:pt x="5163" y="4338"/>
                    <a:pt x="4988" y="4280"/>
                    <a:pt x="4810" y="4280"/>
                  </a:cubicBezTo>
                  <a:cubicBezTo>
                    <a:pt x="4673" y="4280"/>
                    <a:pt x="4535" y="4319"/>
                    <a:pt x="4417" y="4359"/>
                  </a:cubicBezTo>
                  <a:lnTo>
                    <a:pt x="570" y="1100"/>
                  </a:lnTo>
                  <a:lnTo>
                    <a:pt x="1" y="1786"/>
                  </a:lnTo>
                  <a:lnTo>
                    <a:pt x="3868" y="5084"/>
                  </a:lnTo>
                  <a:lnTo>
                    <a:pt x="3868" y="5223"/>
                  </a:lnTo>
                  <a:cubicBezTo>
                    <a:pt x="3868" y="5752"/>
                    <a:pt x="4281" y="6165"/>
                    <a:pt x="4810" y="6165"/>
                  </a:cubicBezTo>
                  <a:cubicBezTo>
                    <a:pt x="5320" y="6165"/>
                    <a:pt x="5752" y="5752"/>
                    <a:pt x="5752" y="5223"/>
                  </a:cubicBezTo>
                  <a:cubicBezTo>
                    <a:pt x="5752" y="5084"/>
                    <a:pt x="5713" y="4948"/>
                    <a:pt x="5655" y="4830"/>
                  </a:cubicBezTo>
                  <a:lnTo>
                    <a:pt x="9914" y="354"/>
                  </a:lnTo>
                  <a:lnTo>
                    <a:pt x="95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3860550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906"/>
        <p:cNvGrpSpPr/>
        <p:nvPr/>
      </p:nvGrpSpPr>
      <p:grpSpPr>
        <a:xfrm>
          <a:off x="0" y="0"/>
          <a:ext cx="0" cy="0"/>
          <a:chOff x="0" y="0"/>
          <a:chExt cx="0" cy="0"/>
        </a:xfrm>
      </p:grpSpPr>
      <p:sp>
        <p:nvSpPr>
          <p:cNvPr id="907" name="Google Shape;907;p26"/>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08" name="Google Shape;908;p26"/>
          <p:cNvGrpSpPr/>
          <p:nvPr/>
        </p:nvGrpSpPr>
        <p:grpSpPr>
          <a:xfrm>
            <a:off x="-3182" y="248138"/>
            <a:ext cx="12198367" cy="6256543"/>
            <a:chOff x="-4775" y="125152"/>
            <a:chExt cx="9148775" cy="4692407"/>
          </a:xfrm>
        </p:grpSpPr>
        <p:grpSp>
          <p:nvGrpSpPr>
            <p:cNvPr id="909" name="Google Shape;909;p26"/>
            <p:cNvGrpSpPr/>
            <p:nvPr/>
          </p:nvGrpSpPr>
          <p:grpSpPr>
            <a:xfrm>
              <a:off x="-4775" y="636650"/>
              <a:ext cx="9148775" cy="3936950"/>
              <a:chOff x="-4775" y="636650"/>
              <a:chExt cx="9148775" cy="3936950"/>
            </a:xfrm>
          </p:grpSpPr>
          <p:sp>
            <p:nvSpPr>
              <p:cNvPr id="910" name="Google Shape;910;p2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1" name="Google Shape;911;p2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2" name="Google Shape;912;p2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3" name="Google Shape;913;p2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4" name="Google Shape;914;p2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5" name="Google Shape;915;p2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16" name="Google Shape;916;p26"/>
            <p:cNvGrpSpPr/>
            <p:nvPr/>
          </p:nvGrpSpPr>
          <p:grpSpPr>
            <a:xfrm rot="-5400000">
              <a:off x="4587067" y="895676"/>
              <a:ext cx="4692407" cy="3151360"/>
              <a:chOff x="-4775" y="1422240"/>
              <a:chExt cx="9148775" cy="3151360"/>
            </a:xfrm>
          </p:grpSpPr>
          <p:sp>
            <p:nvSpPr>
              <p:cNvPr id="917" name="Google Shape;917;p2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8" name="Google Shape;918;p2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19" name="Google Shape;919;p2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0" name="Google Shape;920;p2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1" name="Google Shape;921;p2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22" name="Google Shape;922;p26"/>
            <p:cNvGrpSpPr/>
            <p:nvPr/>
          </p:nvGrpSpPr>
          <p:grpSpPr>
            <a:xfrm rot="-5400000">
              <a:off x="257322" y="502881"/>
              <a:ext cx="4692407" cy="3936950"/>
              <a:chOff x="-4775" y="636650"/>
              <a:chExt cx="9148775" cy="3936950"/>
            </a:xfrm>
          </p:grpSpPr>
          <p:sp>
            <p:nvSpPr>
              <p:cNvPr id="923" name="Google Shape;923;p2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4" name="Google Shape;924;p2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5" name="Google Shape;925;p2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6" name="Google Shape;926;p2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7" name="Google Shape;927;p2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28" name="Google Shape;928;p2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929" name="Google Shape;929;p26"/>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0" name="Google Shape;930;p26"/>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931" name="Google Shape;931;p26"/>
          <p:cNvGrpSpPr/>
          <p:nvPr/>
        </p:nvGrpSpPr>
        <p:grpSpPr>
          <a:xfrm>
            <a:off x="220005" y="1"/>
            <a:ext cx="1719740" cy="1612989"/>
            <a:chOff x="821175" y="0"/>
            <a:chExt cx="2177621" cy="2042449"/>
          </a:xfrm>
        </p:grpSpPr>
        <p:sp>
          <p:nvSpPr>
            <p:cNvPr id="932" name="Google Shape;932;p26"/>
            <p:cNvSpPr/>
            <p:nvPr/>
          </p:nvSpPr>
          <p:spPr>
            <a:xfrm>
              <a:off x="821175" y="683601"/>
              <a:ext cx="2177621" cy="1358848"/>
            </a:xfrm>
            <a:custGeom>
              <a:avLst/>
              <a:gdLst/>
              <a:ahLst/>
              <a:cxnLst/>
              <a:rect l="l" t="t" r="r" b="b"/>
              <a:pathLst>
                <a:path w="34828" h="21732" extrusionOk="0">
                  <a:moveTo>
                    <a:pt x="18788" y="0"/>
                  </a:moveTo>
                  <a:lnTo>
                    <a:pt x="14607" y="767"/>
                  </a:lnTo>
                  <a:lnTo>
                    <a:pt x="14822" y="1885"/>
                  </a:lnTo>
                  <a:lnTo>
                    <a:pt x="15981" y="1670"/>
                  </a:lnTo>
                  <a:lnTo>
                    <a:pt x="17217" y="8345"/>
                  </a:lnTo>
                  <a:lnTo>
                    <a:pt x="11073" y="9483"/>
                  </a:lnTo>
                  <a:cubicBezTo>
                    <a:pt x="10814" y="9301"/>
                    <a:pt x="10487" y="9201"/>
                    <a:pt x="10142" y="9201"/>
                  </a:cubicBezTo>
                  <a:cubicBezTo>
                    <a:pt x="10041" y="9201"/>
                    <a:pt x="9938" y="9210"/>
                    <a:pt x="9835" y="9227"/>
                  </a:cubicBezTo>
                  <a:cubicBezTo>
                    <a:pt x="8972" y="9385"/>
                    <a:pt x="8383" y="10151"/>
                    <a:pt x="8540" y="10936"/>
                  </a:cubicBezTo>
                  <a:cubicBezTo>
                    <a:pt x="8639" y="11544"/>
                    <a:pt x="9168" y="11996"/>
                    <a:pt x="9796" y="12075"/>
                  </a:cubicBezTo>
                  <a:lnTo>
                    <a:pt x="10209" y="13900"/>
                  </a:lnTo>
                  <a:cubicBezTo>
                    <a:pt x="9413" y="13819"/>
                    <a:pt x="8635" y="13780"/>
                    <a:pt x="7887" y="13780"/>
                  </a:cubicBezTo>
                  <a:cubicBezTo>
                    <a:pt x="3745" y="13780"/>
                    <a:pt x="524" y="14967"/>
                    <a:pt x="275" y="16747"/>
                  </a:cubicBezTo>
                  <a:cubicBezTo>
                    <a:pt x="1" y="18886"/>
                    <a:pt x="4024" y="21046"/>
                    <a:pt x="9286" y="21596"/>
                  </a:cubicBezTo>
                  <a:cubicBezTo>
                    <a:pt x="10134" y="21688"/>
                    <a:pt x="10962" y="21731"/>
                    <a:pt x="11756" y="21731"/>
                  </a:cubicBezTo>
                  <a:cubicBezTo>
                    <a:pt x="15882" y="21731"/>
                    <a:pt x="19071" y="20544"/>
                    <a:pt x="19318" y="18750"/>
                  </a:cubicBezTo>
                  <a:cubicBezTo>
                    <a:pt x="19573" y="16766"/>
                    <a:pt x="16060" y="14724"/>
                    <a:pt x="11288" y="14018"/>
                  </a:cubicBezTo>
                  <a:lnTo>
                    <a:pt x="10896" y="11879"/>
                  </a:lnTo>
                  <a:cubicBezTo>
                    <a:pt x="11131" y="11740"/>
                    <a:pt x="11327" y="11564"/>
                    <a:pt x="11466" y="11329"/>
                  </a:cubicBezTo>
                  <a:lnTo>
                    <a:pt x="22361" y="9306"/>
                  </a:lnTo>
                  <a:cubicBezTo>
                    <a:pt x="22825" y="9849"/>
                    <a:pt x="23535" y="10185"/>
                    <a:pt x="24323" y="10185"/>
                  </a:cubicBezTo>
                  <a:cubicBezTo>
                    <a:pt x="24503" y="10185"/>
                    <a:pt x="24687" y="10167"/>
                    <a:pt x="24874" y="10131"/>
                  </a:cubicBezTo>
                  <a:cubicBezTo>
                    <a:pt x="24952" y="10112"/>
                    <a:pt x="25051" y="10091"/>
                    <a:pt x="25130" y="10072"/>
                  </a:cubicBezTo>
                  <a:lnTo>
                    <a:pt x="25954" y="11426"/>
                  </a:lnTo>
                  <a:cubicBezTo>
                    <a:pt x="23264" y="12997"/>
                    <a:pt x="21674" y="14960"/>
                    <a:pt x="22303" y="16059"/>
                  </a:cubicBezTo>
                  <a:cubicBezTo>
                    <a:pt x="22595" y="16580"/>
                    <a:pt x="23318" y="16830"/>
                    <a:pt x="24297" y="16830"/>
                  </a:cubicBezTo>
                  <a:cubicBezTo>
                    <a:pt x="25682" y="16830"/>
                    <a:pt x="27578" y="16328"/>
                    <a:pt x="29488" y="15373"/>
                  </a:cubicBezTo>
                  <a:cubicBezTo>
                    <a:pt x="32747" y="13763"/>
                    <a:pt x="34828" y="11447"/>
                    <a:pt x="34140" y="10209"/>
                  </a:cubicBezTo>
                  <a:cubicBezTo>
                    <a:pt x="33844" y="9694"/>
                    <a:pt x="33116" y="9444"/>
                    <a:pt x="32131" y="9444"/>
                  </a:cubicBezTo>
                  <a:cubicBezTo>
                    <a:pt x="30829" y="9444"/>
                    <a:pt x="29078" y="9881"/>
                    <a:pt x="27289" y="10719"/>
                  </a:cubicBezTo>
                  <a:lnTo>
                    <a:pt x="26425" y="9287"/>
                  </a:lnTo>
                  <a:cubicBezTo>
                    <a:pt x="26896" y="8756"/>
                    <a:pt x="27112" y="8050"/>
                    <a:pt x="26994" y="7343"/>
                  </a:cubicBezTo>
                  <a:cubicBezTo>
                    <a:pt x="26787" y="6223"/>
                    <a:pt x="25733" y="5451"/>
                    <a:pt x="24523" y="5451"/>
                  </a:cubicBezTo>
                  <a:cubicBezTo>
                    <a:pt x="24354" y="5451"/>
                    <a:pt x="24183" y="5466"/>
                    <a:pt x="24010" y="5497"/>
                  </a:cubicBezTo>
                  <a:cubicBezTo>
                    <a:pt x="22891" y="5714"/>
                    <a:pt x="22086" y="6518"/>
                    <a:pt x="21889" y="7481"/>
                  </a:cubicBezTo>
                  <a:lnTo>
                    <a:pt x="18866" y="8031"/>
                  </a:lnTo>
                  <a:lnTo>
                    <a:pt x="17611" y="1363"/>
                  </a:lnTo>
                  <a:lnTo>
                    <a:pt x="17611" y="1363"/>
                  </a:lnTo>
                  <a:lnTo>
                    <a:pt x="18984" y="1100"/>
                  </a:lnTo>
                  <a:lnTo>
                    <a:pt x="187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3" name="Google Shape;933;p26"/>
            <p:cNvSpPr/>
            <p:nvPr/>
          </p:nvSpPr>
          <p:spPr>
            <a:xfrm>
              <a:off x="876375" y="1583499"/>
              <a:ext cx="1129327" cy="430915"/>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4" name="Google Shape;934;p26"/>
            <p:cNvSpPr/>
            <p:nvPr/>
          </p:nvSpPr>
          <p:spPr>
            <a:xfrm>
              <a:off x="1580916" y="1840047"/>
              <a:ext cx="341324" cy="107860"/>
            </a:xfrm>
            <a:custGeom>
              <a:avLst/>
              <a:gdLst/>
              <a:ahLst/>
              <a:cxnLst/>
              <a:rect l="l" t="t" r="r" b="b"/>
              <a:pathLst>
                <a:path w="5459" h="1725" extrusionOk="0">
                  <a:moveTo>
                    <a:pt x="1768" y="1"/>
                  </a:moveTo>
                  <a:cubicBezTo>
                    <a:pt x="823" y="1"/>
                    <a:pt x="137" y="191"/>
                    <a:pt x="80" y="509"/>
                  </a:cubicBezTo>
                  <a:cubicBezTo>
                    <a:pt x="1" y="941"/>
                    <a:pt x="1140" y="1452"/>
                    <a:pt x="2613" y="1648"/>
                  </a:cubicBezTo>
                  <a:cubicBezTo>
                    <a:pt x="3001" y="1700"/>
                    <a:pt x="3373" y="1724"/>
                    <a:pt x="3712" y="1724"/>
                  </a:cubicBezTo>
                  <a:cubicBezTo>
                    <a:pt x="4657" y="1724"/>
                    <a:pt x="5343" y="1534"/>
                    <a:pt x="5401" y="1216"/>
                  </a:cubicBezTo>
                  <a:cubicBezTo>
                    <a:pt x="5459" y="784"/>
                    <a:pt x="4340" y="274"/>
                    <a:pt x="2867" y="77"/>
                  </a:cubicBezTo>
                  <a:cubicBezTo>
                    <a:pt x="2479" y="25"/>
                    <a:pt x="2107" y="1"/>
                    <a:pt x="1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5" name="Google Shape;935;p26"/>
            <p:cNvSpPr/>
            <p:nvPr/>
          </p:nvSpPr>
          <p:spPr>
            <a:xfrm>
              <a:off x="1228713" y="1889194"/>
              <a:ext cx="341324" cy="107797"/>
            </a:xfrm>
            <a:custGeom>
              <a:avLst/>
              <a:gdLst/>
              <a:ahLst/>
              <a:cxnLst/>
              <a:rect l="l" t="t" r="r" b="b"/>
              <a:pathLst>
                <a:path w="5459" h="1724" extrusionOk="0">
                  <a:moveTo>
                    <a:pt x="1764" y="0"/>
                  </a:moveTo>
                  <a:cubicBezTo>
                    <a:pt x="814" y="0"/>
                    <a:pt x="122" y="191"/>
                    <a:pt x="79" y="508"/>
                  </a:cubicBezTo>
                  <a:cubicBezTo>
                    <a:pt x="0" y="940"/>
                    <a:pt x="1139" y="1451"/>
                    <a:pt x="2611" y="1647"/>
                  </a:cubicBezTo>
                  <a:cubicBezTo>
                    <a:pt x="2999" y="1699"/>
                    <a:pt x="3372" y="1723"/>
                    <a:pt x="3711" y="1723"/>
                  </a:cubicBezTo>
                  <a:cubicBezTo>
                    <a:pt x="4656" y="1723"/>
                    <a:pt x="5341" y="1533"/>
                    <a:pt x="5398" y="1215"/>
                  </a:cubicBezTo>
                  <a:cubicBezTo>
                    <a:pt x="5458" y="783"/>
                    <a:pt x="4338" y="273"/>
                    <a:pt x="2867" y="77"/>
                  </a:cubicBezTo>
                  <a:cubicBezTo>
                    <a:pt x="2478" y="25"/>
                    <a:pt x="2104" y="0"/>
                    <a:pt x="17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6" name="Google Shape;936;p26"/>
            <p:cNvSpPr/>
            <p:nvPr/>
          </p:nvSpPr>
          <p:spPr>
            <a:xfrm rot="-1928377">
              <a:off x="2194397" y="1352671"/>
              <a:ext cx="784549" cy="300599"/>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7" name="Google Shape;937;p26"/>
            <p:cNvSpPr/>
            <p:nvPr/>
          </p:nvSpPr>
          <p:spPr>
            <a:xfrm>
              <a:off x="1725787" y="1144866"/>
              <a:ext cx="349952" cy="316077"/>
            </a:xfrm>
            <a:custGeom>
              <a:avLst/>
              <a:gdLst/>
              <a:ahLst/>
              <a:cxnLst/>
              <a:rect l="l" t="t" r="r" b="b"/>
              <a:pathLst>
                <a:path w="5597" h="5055" extrusionOk="0">
                  <a:moveTo>
                    <a:pt x="2817" y="1"/>
                  </a:moveTo>
                  <a:cubicBezTo>
                    <a:pt x="2659" y="1"/>
                    <a:pt x="2499" y="15"/>
                    <a:pt x="2338" y="44"/>
                  </a:cubicBezTo>
                  <a:cubicBezTo>
                    <a:pt x="924" y="300"/>
                    <a:pt x="1" y="1635"/>
                    <a:pt x="257" y="2989"/>
                  </a:cubicBezTo>
                  <a:cubicBezTo>
                    <a:pt x="482" y="4207"/>
                    <a:pt x="1556" y="5055"/>
                    <a:pt x="2782" y="5055"/>
                  </a:cubicBezTo>
                  <a:cubicBezTo>
                    <a:pt x="2939" y="5055"/>
                    <a:pt x="3099" y="5041"/>
                    <a:pt x="3259" y="5012"/>
                  </a:cubicBezTo>
                  <a:cubicBezTo>
                    <a:pt x="4654" y="4737"/>
                    <a:pt x="5596" y="3421"/>
                    <a:pt x="5322" y="2047"/>
                  </a:cubicBezTo>
                  <a:cubicBezTo>
                    <a:pt x="5095" y="832"/>
                    <a:pt x="4025" y="1"/>
                    <a:pt x="28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8" name="Google Shape;938;p26"/>
            <p:cNvSpPr/>
            <p:nvPr/>
          </p:nvSpPr>
          <p:spPr>
            <a:xfrm>
              <a:off x="1782247" y="1203392"/>
              <a:ext cx="230842" cy="207716"/>
            </a:xfrm>
            <a:custGeom>
              <a:avLst/>
              <a:gdLst/>
              <a:ahLst/>
              <a:cxnLst/>
              <a:rect l="l" t="t" r="r" b="b"/>
              <a:pathLst>
                <a:path w="3692" h="3322" extrusionOk="0">
                  <a:moveTo>
                    <a:pt x="1882" y="0"/>
                  </a:moveTo>
                  <a:cubicBezTo>
                    <a:pt x="1773" y="0"/>
                    <a:pt x="1663" y="11"/>
                    <a:pt x="1552" y="32"/>
                  </a:cubicBezTo>
                  <a:cubicBezTo>
                    <a:pt x="610" y="208"/>
                    <a:pt x="1" y="1072"/>
                    <a:pt x="178" y="1975"/>
                  </a:cubicBezTo>
                  <a:cubicBezTo>
                    <a:pt x="316" y="2770"/>
                    <a:pt x="1018" y="3322"/>
                    <a:pt x="1827" y="3322"/>
                  </a:cubicBezTo>
                  <a:cubicBezTo>
                    <a:pt x="1936" y="3322"/>
                    <a:pt x="2048" y="3312"/>
                    <a:pt x="2160" y="3291"/>
                  </a:cubicBezTo>
                  <a:cubicBezTo>
                    <a:pt x="3084" y="3113"/>
                    <a:pt x="3691" y="2249"/>
                    <a:pt x="3534" y="1346"/>
                  </a:cubicBezTo>
                  <a:cubicBezTo>
                    <a:pt x="3380" y="552"/>
                    <a:pt x="2676" y="0"/>
                    <a:pt x="18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39" name="Google Shape;939;p26"/>
            <p:cNvSpPr/>
            <p:nvPr/>
          </p:nvSpPr>
          <p:spPr>
            <a:xfrm>
              <a:off x="955400" y="1759625"/>
              <a:ext cx="299085" cy="107248"/>
            </a:xfrm>
            <a:custGeom>
              <a:avLst/>
              <a:gdLst/>
              <a:ahLst/>
              <a:cxnLst/>
              <a:rect l="l" t="t" r="r" b="b"/>
              <a:pathLst>
                <a:path w="5458" h="1715" extrusionOk="0">
                  <a:moveTo>
                    <a:pt x="1783" y="0"/>
                  </a:moveTo>
                  <a:cubicBezTo>
                    <a:pt x="827" y="0"/>
                    <a:pt x="118" y="184"/>
                    <a:pt x="60" y="520"/>
                  </a:cubicBezTo>
                  <a:cubicBezTo>
                    <a:pt x="0" y="952"/>
                    <a:pt x="1120" y="1462"/>
                    <a:pt x="2592" y="1638"/>
                  </a:cubicBezTo>
                  <a:cubicBezTo>
                    <a:pt x="2980" y="1690"/>
                    <a:pt x="3354" y="1714"/>
                    <a:pt x="3695" y="1714"/>
                  </a:cubicBezTo>
                  <a:cubicBezTo>
                    <a:pt x="4645" y="1714"/>
                    <a:pt x="5337" y="1524"/>
                    <a:pt x="5379" y="1206"/>
                  </a:cubicBezTo>
                  <a:cubicBezTo>
                    <a:pt x="5458" y="774"/>
                    <a:pt x="4319" y="264"/>
                    <a:pt x="2848" y="68"/>
                  </a:cubicBezTo>
                  <a:cubicBezTo>
                    <a:pt x="2474" y="22"/>
                    <a:pt x="2114" y="0"/>
                    <a:pt x="1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0" name="Google Shape;940;p26"/>
            <p:cNvSpPr/>
            <p:nvPr/>
          </p:nvSpPr>
          <p:spPr>
            <a:xfrm>
              <a:off x="1388277" y="1301123"/>
              <a:ext cx="126426" cy="103108"/>
            </a:xfrm>
            <a:custGeom>
              <a:avLst/>
              <a:gdLst/>
              <a:ahLst/>
              <a:cxnLst/>
              <a:rect l="l" t="t" r="r" b="b"/>
              <a:pathLst>
                <a:path w="2022" h="1649" extrusionOk="0">
                  <a:moveTo>
                    <a:pt x="1061" y="0"/>
                  </a:moveTo>
                  <a:cubicBezTo>
                    <a:pt x="997" y="0"/>
                    <a:pt x="931" y="6"/>
                    <a:pt x="864" y="19"/>
                  </a:cubicBezTo>
                  <a:cubicBezTo>
                    <a:pt x="354" y="118"/>
                    <a:pt x="1" y="550"/>
                    <a:pt x="79" y="1001"/>
                  </a:cubicBezTo>
                  <a:cubicBezTo>
                    <a:pt x="147" y="1391"/>
                    <a:pt x="521" y="1649"/>
                    <a:pt x="950" y="1649"/>
                  </a:cubicBezTo>
                  <a:cubicBezTo>
                    <a:pt x="1018" y="1649"/>
                    <a:pt x="1088" y="1642"/>
                    <a:pt x="1158" y="1629"/>
                  </a:cubicBezTo>
                  <a:cubicBezTo>
                    <a:pt x="1668" y="1531"/>
                    <a:pt x="2022" y="1099"/>
                    <a:pt x="1943" y="647"/>
                  </a:cubicBezTo>
                  <a:cubicBezTo>
                    <a:pt x="1875" y="271"/>
                    <a:pt x="1495" y="0"/>
                    <a:pt x="1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1" name="Google Shape;941;p26"/>
            <p:cNvSpPr/>
            <p:nvPr/>
          </p:nvSpPr>
          <p:spPr>
            <a:xfrm>
              <a:off x="1283922" y="1638771"/>
              <a:ext cx="341261" cy="107797"/>
            </a:xfrm>
            <a:custGeom>
              <a:avLst/>
              <a:gdLst/>
              <a:ahLst/>
              <a:cxnLst/>
              <a:rect l="l" t="t" r="r" b="b"/>
              <a:pathLst>
                <a:path w="5458" h="1724" extrusionOk="0">
                  <a:moveTo>
                    <a:pt x="1756" y="0"/>
                  </a:moveTo>
                  <a:cubicBezTo>
                    <a:pt x="814" y="0"/>
                    <a:pt x="118" y="191"/>
                    <a:pt x="60" y="509"/>
                  </a:cubicBezTo>
                  <a:cubicBezTo>
                    <a:pt x="0" y="940"/>
                    <a:pt x="1139" y="1451"/>
                    <a:pt x="2591" y="1647"/>
                  </a:cubicBezTo>
                  <a:cubicBezTo>
                    <a:pt x="2980" y="1699"/>
                    <a:pt x="3354" y="1723"/>
                    <a:pt x="3695" y="1723"/>
                  </a:cubicBezTo>
                  <a:cubicBezTo>
                    <a:pt x="4644" y="1723"/>
                    <a:pt x="5336" y="1533"/>
                    <a:pt x="5379" y="1215"/>
                  </a:cubicBezTo>
                  <a:cubicBezTo>
                    <a:pt x="5458" y="783"/>
                    <a:pt x="4319" y="273"/>
                    <a:pt x="2847" y="77"/>
                  </a:cubicBezTo>
                  <a:cubicBezTo>
                    <a:pt x="2464" y="25"/>
                    <a:pt x="2094" y="0"/>
                    <a:pt x="17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2" name="Google Shape;942;p26"/>
            <p:cNvSpPr/>
            <p:nvPr/>
          </p:nvSpPr>
          <p:spPr>
            <a:xfrm>
              <a:off x="1298616" y="1768016"/>
              <a:ext cx="270108" cy="103295"/>
            </a:xfrm>
            <a:custGeom>
              <a:avLst/>
              <a:gdLst/>
              <a:ahLst/>
              <a:cxnLst/>
              <a:rect l="l" t="t" r="r" b="b"/>
              <a:pathLst>
                <a:path w="4320" h="1652" extrusionOk="0">
                  <a:moveTo>
                    <a:pt x="1563" y="0"/>
                  </a:moveTo>
                  <a:cubicBezTo>
                    <a:pt x="744" y="0"/>
                    <a:pt x="126" y="206"/>
                    <a:pt x="79" y="543"/>
                  </a:cubicBezTo>
                  <a:cubicBezTo>
                    <a:pt x="1" y="975"/>
                    <a:pt x="885" y="1446"/>
                    <a:pt x="2042" y="1603"/>
                  </a:cubicBezTo>
                  <a:cubicBezTo>
                    <a:pt x="2283" y="1636"/>
                    <a:pt x="2517" y="1652"/>
                    <a:pt x="2738" y="1652"/>
                  </a:cubicBezTo>
                  <a:cubicBezTo>
                    <a:pt x="3562" y="1652"/>
                    <a:pt x="4195" y="1433"/>
                    <a:pt x="4241" y="1093"/>
                  </a:cubicBezTo>
                  <a:cubicBezTo>
                    <a:pt x="4320" y="661"/>
                    <a:pt x="3437" y="190"/>
                    <a:pt x="2298" y="51"/>
                  </a:cubicBezTo>
                  <a:cubicBezTo>
                    <a:pt x="2043" y="17"/>
                    <a:pt x="1795" y="0"/>
                    <a:pt x="15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3" name="Google Shape;943;p26"/>
            <p:cNvSpPr/>
            <p:nvPr/>
          </p:nvSpPr>
          <p:spPr>
            <a:xfrm>
              <a:off x="1023693" y="1656341"/>
              <a:ext cx="268920" cy="103233"/>
            </a:xfrm>
            <a:custGeom>
              <a:avLst/>
              <a:gdLst/>
              <a:ahLst/>
              <a:cxnLst/>
              <a:rect l="l" t="t" r="r" b="b"/>
              <a:pathLst>
                <a:path w="4301" h="1651" extrusionOk="0">
                  <a:moveTo>
                    <a:pt x="1543" y="0"/>
                  </a:moveTo>
                  <a:cubicBezTo>
                    <a:pt x="730" y="0"/>
                    <a:pt x="121" y="205"/>
                    <a:pt x="60" y="542"/>
                  </a:cubicBezTo>
                  <a:cubicBezTo>
                    <a:pt x="0" y="974"/>
                    <a:pt x="864" y="1445"/>
                    <a:pt x="2023" y="1602"/>
                  </a:cubicBezTo>
                  <a:cubicBezTo>
                    <a:pt x="2267" y="1635"/>
                    <a:pt x="2504" y="1651"/>
                    <a:pt x="2726" y="1651"/>
                  </a:cubicBezTo>
                  <a:cubicBezTo>
                    <a:pt x="3555" y="1651"/>
                    <a:pt x="4179" y="1432"/>
                    <a:pt x="4241" y="1091"/>
                  </a:cubicBezTo>
                  <a:cubicBezTo>
                    <a:pt x="4300" y="659"/>
                    <a:pt x="3436" y="188"/>
                    <a:pt x="2277" y="52"/>
                  </a:cubicBezTo>
                  <a:cubicBezTo>
                    <a:pt x="2021" y="17"/>
                    <a:pt x="1774" y="0"/>
                    <a:pt x="15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4" name="Google Shape;944;p26"/>
            <p:cNvSpPr/>
            <p:nvPr/>
          </p:nvSpPr>
          <p:spPr>
            <a:xfrm>
              <a:off x="1623933" y="1707239"/>
              <a:ext cx="270108" cy="103420"/>
            </a:xfrm>
            <a:custGeom>
              <a:avLst/>
              <a:gdLst/>
              <a:ahLst/>
              <a:cxnLst/>
              <a:rect l="l" t="t" r="r" b="b"/>
              <a:pathLst>
                <a:path w="4320" h="1654" extrusionOk="0">
                  <a:moveTo>
                    <a:pt x="1621" y="1"/>
                  </a:moveTo>
                  <a:cubicBezTo>
                    <a:pt x="773" y="1"/>
                    <a:pt x="126" y="208"/>
                    <a:pt x="79" y="552"/>
                  </a:cubicBezTo>
                  <a:cubicBezTo>
                    <a:pt x="1" y="984"/>
                    <a:pt x="884" y="1455"/>
                    <a:pt x="2043" y="1612"/>
                  </a:cubicBezTo>
                  <a:cubicBezTo>
                    <a:pt x="2274" y="1640"/>
                    <a:pt x="2499" y="1654"/>
                    <a:pt x="2712" y="1654"/>
                  </a:cubicBezTo>
                  <a:cubicBezTo>
                    <a:pt x="3549" y="1654"/>
                    <a:pt x="4198" y="1446"/>
                    <a:pt x="4260" y="1102"/>
                  </a:cubicBezTo>
                  <a:cubicBezTo>
                    <a:pt x="4320" y="670"/>
                    <a:pt x="3436" y="199"/>
                    <a:pt x="2297" y="42"/>
                  </a:cubicBezTo>
                  <a:cubicBezTo>
                    <a:pt x="2063" y="14"/>
                    <a:pt x="1836" y="1"/>
                    <a:pt x="1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5" name="Google Shape;945;p26"/>
            <p:cNvSpPr/>
            <p:nvPr/>
          </p:nvSpPr>
          <p:spPr>
            <a:xfrm>
              <a:off x="2236428" y="1073022"/>
              <a:ext cx="222276" cy="182018"/>
            </a:xfrm>
            <a:custGeom>
              <a:avLst/>
              <a:gdLst/>
              <a:ahLst/>
              <a:cxnLst/>
              <a:rect l="l" t="t" r="r" b="b"/>
              <a:pathLst>
                <a:path w="3555" h="2911" extrusionOk="0">
                  <a:moveTo>
                    <a:pt x="1872" y="1"/>
                  </a:moveTo>
                  <a:cubicBezTo>
                    <a:pt x="1755" y="1"/>
                    <a:pt x="1634" y="12"/>
                    <a:pt x="1513" y="36"/>
                  </a:cubicBezTo>
                  <a:cubicBezTo>
                    <a:pt x="610" y="193"/>
                    <a:pt x="0" y="978"/>
                    <a:pt x="139" y="1763"/>
                  </a:cubicBezTo>
                  <a:cubicBezTo>
                    <a:pt x="276" y="2450"/>
                    <a:pt x="938" y="2911"/>
                    <a:pt x="1706" y="2911"/>
                  </a:cubicBezTo>
                  <a:cubicBezTo>
                    <a:pt x="1816" y="2911"/>
                    <a:pt x="1929" y="2901"/>
                    <a:pt x="2042" y="2882"/>
                  </a:cubicBezTo>
                  <a:cubicBezTo>
                    <a:pt x="2945" y="2706"/>
                    <a:pt x="3555" y="1939"/>
                    <a:pt x="3398" y="1154"/>
                  </a:cubicBezTo>
                  <a:cubicBezTo>
                    <a:pt x="3278" y="474"/>
                    <a:pt x="2630" y="1"/>
                    <a:pt x="1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6" name="Google Shape;946;p26"/>
            <p:cNvSpPr/>
            <p:nvPr/>
          </p:nvSpPr>
          <p:spPr>
            <a:xfrm>
              <a:off x="2708953" y="1354466"/>
              <a:ext cx="223464" cy="121804"/>
            </a:xfrm>
            <a:custGeom>
              <a:avLst/>
              <a:gdLst/>
              <a:ahLst/>
              <a:cxnLst/>
              <a:rect l="l" t="t" r="r" b="b"/>
              <a:pathLst>
                <a:path w="3574" h="1948" extrusionOk="0">
                  <a:moveTo>
                    <a:pt x="3103" y="0"/>
                  </a:moveTo>
                  <a:cubicBezTo>
                    <a:pt x="2744" y="0"/>
                    <a:pt x="2138" y="189"/>
                    <a:pt x="1513" y="529"/>
                  </a:cubicBezTo>
                  <a:cubicBezTo>
                    <a:pt x="610" y="1000"/>
                    <a:pt x="1" y="1589"/>
                    <a:pt x="158" y="1844"/>
                  </a:cubicBezTo>
                  <a:cubicBezTo>
                    <a:pt x="199" y="1914"/>
                    <a:pt x="305" y="1948"/>
                    <a:pt x="458" y="1948"/>
                  </a:cubicBezTo>
                  <a:cubicBezTo>
                    <a:pt x="816" y="1948"/>
                    <a:pt x="1430" y="1763"/>
                    <a:pt x="2063" y="1432"/>
                  </a:cubicBezTo>
                  <a:cubicBezTo>
                    <a:pt x="2966" y="941"/>
                    <a:pt x="3574" y="352"/>
                    <a:pt x="3417" y="116"/>
                  </a:cubicBezTo>
                  <a:cubicBezTo>
                    <a:pt x="3375" y="38"/>
                    <a:pt x="3264" y="0"/>
                    <a:pt x="3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7" name="Google Shape;947;p26"/>
            <p:cNvSpPr/>
            <p:nvPr/>
          </p:nvSpPr>
          <p:spPr>
            <a:xfrm>
              <a:off x="2296538" y="1566809"/>
              <a:ext cx="223464" cy="121866"/>
            </a:xfrm>
            <a:custGeom>
              <a:avLst/>
              <a:gdLst/>
              <a:ahLst/>
              <a:cxnLst/>
              <a:rect l="l" t="t" r="r" b="b"/>
              <a:pathLst>
                <a:path w="3574" h="1949" extrusionOk="0">
                  <a:moveTo>
                    <a:pt x="3094" y="1"/>
                  </a:moveTo>
                  <a:cubicBezTo>
                    <a:pt x="2733" y="1"/>
                    <a:pt x="2137" y="190"/>
                    <a:pt x="1513" y="529"/>
                  </a:cubicBezTo>
                  <a:cubicBezTo>
                    <a:pt x="610" y="1000"/>
                    <a:pt x="1" y="1589"/>
                    <a:pt x="139" y="1845"/>
                  </a:cubicBezTo>
                  <a:cubicBezTo>
                    <a:pt x="186" y="1915"/>
                    <a:pt x="295" y="1949"/>
                    <a:pt x="450" y="1949"/>
                  </a:cubicBezTo>
                  <a:cubicBezTo>
                    <a:pt x="814" y="1949"/>
                    <a:pt x="1429" y="1763"/>
                    <a:pt x="2063" y="1432"/>
                  </a:cubicBezTo>
                  <a:cubicBezTo>
                    <a:pt x="2966" y="942"/>
                    <a:pt x="3574" y="353"/>
                    <a:pt x="3417" y="117"/>
                  </a:cubicBezTo>
                  <a:cubicBezTo>
                    <a:pt x="3368" y="38"/>
                    <a:pt x="3254" y="1"/>
                    <a:pt x="30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8" name="Google Shape;948;p26"/>
            <p:cNvSpPr/>
            <p:nvPr/>
          </p:nvSpPr>
          <p:spPr>
            <a:xfrm>
              <a:off x="2535947" y="1511160"/>
              <a:ext cx="223464" cy="121804"/>
            </a:xfrm>
            <a:custGeom>
              <a:avLst/>
              <a:gdLst/>
              <a:ahLst/>
              <a:cxnLst/>
              <a:rect l="l" t="t" r="r" b="b"/>
              <a:pathLst>
                <a:path w="3574" h="1948" extrusionOk="0">
                  <a:moveTo>
                    <a:pt x="3117" y="0"/>
                  </a:moveTo>
                  <a:cubicBezTo>
                    <a:pt x="2759" y="0"/>
                    <a:pt x="2145" y="185"/>
                    <a:pt x="1511" y="516"/>
                  </a:cubicBezTo>
                  <a:cubicBezTo>
                    <a:pt x="608" y="1007"/>
                    <a:pt x="1" y="1596"/>
                    <a:pt x="158" y="1832"/>
                  </a:cubicBezTo>
                  <a:cubicBezTo>
                    <a:pt x="200" y="1910"/>
                    <a:pt x="311" y="1948"/>
                    <a:pt x="471" y="1948"/>
                  </a:cubicBezTo>
                  <a:cubicBezTo>
                    <a:pt x="831" y="1948"/>
                    <a:pt x="1437" y="1759"/>
                    <a:pt x="2061" y="1419"/>
                  </a:cubicBezTo>
                  <a:cubicBezTo>
                    <a:pt x="2964" y="948"/>
                    <a:pt x="3574" y="359"/>
                    <a:pt x="3417" y="104"/>
                  </a:cubicBezTo>
                  <a:cubicBezTo>
                    <a:pt x="3375" y="34"/>
                    <a:pt x="3269" y="0"/>
                    <a:pt x="3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49" name="Google Shape;949;p26"/>
            <p:cNvSpPr/>
            <p:nvPr/>
          </p:nvSpPr>
          <p:spPr>
            <a:xfrm>
              <a:off x="2440221" y="1369910"/>
              <a:ext cx="222151" cy="121929"/>
            </a:xfrm>
            <a:custGeom>
              <a:avLst/>
              <a:gdLst/>
              <a:ahLst/>
              <a:cxnLst/>
              <a:rect l="l" t="t" r="r" b="b"/>
              <a:pathLst>
                <a:path w="3553" h="1950" extrusionOk="0">
                  <a:moveTo>
                    <a:pt x="3109" y="1"/>
                  </a:moveTo>
                  <a:cubicBezTo>
                    <a:pt x="2750" y="1"/>
                    <a:pt x="2145" y="187"/>
                    <a:pt x="1511" y="518"/>
                  </a:cubicBezTo>
                  <a:cubicBezTo>
                    <a:pt x="608" y="1008"/>
                    <a:pt x="0" y="1597"/>
                    <a:pt x="137" y="1832"/>
                  </a:cubicBezTo>
                  <a:cubicBezTo>
                    <a:pt x="185" y="1911"/>
                    <a:pt x="299" y="1949"/>
                    <a:pt x="460" y="1949"/>
                  </a:cubicBezTo>
                  <a:cubicBezTo>
                    <a:pt x="821" y="1949"/>
                    <a:pt x="1418" y="1760"/>
                    <a:pt x="2042" y="1421"/>
                  </a:cubicBezTo>
                  <a:cubicBezTo>
                    <a:pt x="2964" y="950"/>
                    <a:pt x="3553" y="361"/>
                    <a:pt x="3416" y="105"/>
                  </a:cubicBezTo>
                  <a:cubicBezTo>
                    <a:pt x="3369" y="35"/>
                    <a:pt x="3262" y="1"/>
                    <a:pt x="3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0" name="Google Shape;950;p26"/>
            <p:cNvSpPr/>
            <p:nvPr/>
          </p:nvSpPr>
          <p:spPr>
            <a:xfrm>
              <a:off x="2505247" y="1453197"/>
              <a:ext cx="180510" cy="101607"/>
            </a:xfrm>
            <a:custGeom>
              <a:avLst/>
              <a:gdLst/>
              <a:ahLst/>
              <a:cxnLst/>
              <a:rect l="l" t="t" r="r" b="b"/>
              <a:pathLst>
                <a:path w="2887" h="1625" extrusionOk="0">
                  <a:moveTo>
                    <a:pt x="2370" y="0"/>
                  </a:moveTo>
                  <a:cubicBezTo>
                    <a:pt x="2068" y="0"/>
                    <a:pt x="1627" y="126"/>
                    <a:pt x="1178" y="364"/>
                  </a:cubicBezTo>
                  <a:cubicBezTo>
                    <a:pt x="471" y="736"/>
                    <a:pt x="0" y="1246"/>
                    <a:pt x="157" y="1482"/>
                  </a:cubicBezTo>
                  <a:cubicBezTo>
                    <a:pt x="216" y="1578"/>
                    <a:pt x="351" y="1624"/>
                    <a:pt x="534" y="1624"/>
                  </a:cubicBezTo>
                  <a:cubicBezTo>
                    <a:pt x="835" y="1624"/>
                    <a:pt x="1268" y="1499"/>
                    <a:pt x="1709" y="1267"/>
                  </a:cubicBezTo>
                  <a:cubicBezTo>
                    <a:pt x="2434" y="893"/>
                    <a:pt x="2887" y="383"/>
                    <a:pt x="2730" y="128"/>
                  </a:cubicBezTo>
                  <a:cubicBezTo>
                    <a:pt x="2672" y="42"/>
                    <a:pt x="2544" y="0"/>
                    <a:pt x="23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1" name="Google Shape;951;p26"/>
            <p:cNvSpPr/>
            <p:nvPr/>
          </p:nvSpPr>
          <p:spPr>
            <a:xfrm>
              <a:off x="2657433" y="1317262"/>
              <a:ext cx="179259" cy="101607"/>
            </a:xfrm>
            <a:custGeom>
              <a:avLst/>
              <a:gdLst/>
              <a:ahLst/>
              <a:cxnLst/>
              <a:rect l="l" t="t" r="r" b="b"/>
              <a:pathLst>
                <a:path w="2867" h="1625" extrusionOk="0">
                  <a:moveTo>
                    <a:pt x="2334" y="0"/>
                  </a:moveTo>
                  <a:cubicBezTo>
                    <a:pt x="2032" y="0"/>
                    <a:pt x="1600" y="126"/>
                    <a:pt x="1159" y="358"/>
                  </a:cubicBezTo>
                  <a:cubicBezTo>
                    <a:pt x="453" y="750"/>
                    <a:pt x="0" y="1242"/>
                    <a:pt x="139" y="1496"/>
                  </a:cubicBezTo>
                  <a:cubicBezTo>
                    <a:pt x="196" y="1582"/>
                    <a:pt x="324" y="1624"/>
                    <a:pt x="498" y="1624"/>
                  </a:cubicBezTo>
                  <a:cubicBezTo>
                    <a:pt x="800" y="1624"/>
                    <a:pt x="1240" y="1498"/>
                    <a:pt x="1689" y="1261"/>
                  </a:cubicBezTo>
                  <a:cubicBezTo>
                    <a:pt x="2416" y="889"/>
                    <a:pt x="2867" y="378"/>
                    <a:pt x="2710" y="143"/>
                  </a:cubicBezTo>
                  <a:cubicBezTo>
                    <a:pt x="2650" y="46"/>
                    <a:pt x="2516" y="0"/>
                    <a:pt x="2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2" name="Google Shape;952;p26"/>
            <p:cNvSpPr/>
            <p:nvPr/>
          </p:nvSpPr>
          <p:spPr>
            <a:xfrm>
              <a:off x="2280657" y="1495215"/>
              <a:ext cx="179259" cy="101670"/>
            </a:xfrm>
            <a:custGeom>
              <a:avLst/>
              <a:gdLst/>
              <a:ahLst/>
              <a:cxnLst/>
              <a:rect l="l" t="t" r="r" b="b"/>
              <a:pathLst>
                <a:path w="2867" h="1626" extrusionOk="0">
                  <a:moveTo>
                    <a:pt x="2341" y="1"/>
                  </a:moveTo>
                  <a:cubicBezTo>
                    <a:pt x="2039" y="1"/>
                    <a:pt x="1598" y="126"/>
                    <a:pt x="1158" y="359"/>
                  </a:cubicBezTo>
                  <a:cubicBezTo>
                    <a:pt x="451" y="731"/>
                    <a:pt x="0" y="1242"/>
                    <a:pt x="157" y="1498"/>
                  </a:cubicBezTo>
                  <a:cubicBezTo>
                    <a:pt x="207" y="1584"/>
                    <a:pt x="332" y="1625"/>
                    <a:pt x="506" y="1625"/>
                  </a:cubicBezTo>
                  <a:cubicBezTo>
                    <a:pt x="809" y="1625"/>
                    <a:pt x="1258" y="1499"/>
                    <a:pt x="1707" y="1262"/>
                  </a:cubicBezTo>
                  <a:cubicBezTo>
                    <a:pt x="2414" y="888"/>
                    <a:pt x="2866" y="378"/>
                    <a:pt x="2709" y="142"/>
                  </a:cubicBezTo>
                  <a:cubicBezTo>
                    <a:pt x="2657" y="47"/>
                    <a:pt x="2524" y="1"/>
                    <a:pt x="23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3" name="Google Shape;953;p26"/>
            <p:cNvSpPr/>
            <p:nvPr/>
          </p:nvSpPr>
          <p:spPr>
            <a:xfrm>
              <a:off x="1823250" y="0"/>
              <a:ext cx="70800" cy="76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954" name="Google Shape;954;p26"/>
          <p:cNvGrpSpPr/>
          <p:nvPr/>
        </p:nvGrpSpPr>
        <p:grpSpPr>
          <a:xfrm flipH="1">
            <a:off x="9821125" y="4462565"/>
            <a:ext cx="2228015" cy="2057636"/>
            <a:chOff x="519653" y="2122165"/>
            <a:chExt cx="2996792" cy="2767624"/>
          </a:xfrm>
        </p:grpSpPr>
        <p:sp>
          <p:nvSpPr>
            <p:cNvPr id="955" name="Google Shape;955;p26"/>
            <p:cNvSpPr/>
            <p:nvPr/>
          </p:nvSpPr>
          <p:spPr>
            <a:xfrm>
              <a:off x="1890213" y="2122165"/>
              <a:ext cx="328810" cy="299192"/>
            </a:xfrm>
            <a:custGeom>
              <a:avLst/>
              <a:gdLst/>
              <a:ahLst/>
              <a:cxnLst/>
              <a:rect l="l" t="t" r="r" b="b"/>
              <a:pathLst>
                <a:path w="7206" h="6558" extrusionOk="0">
                  <a:moveTo>
                    <a:pt x="3593" y="1"/>
                  </a:moveTo>
                  <a:cubicBezTo>
                    <a:pt x="1610" y="1"/>
                    <a:pt x="0" y="1454"/>
                    <a:pt x="0" y="3279"/>
                  </a:cubicBezTo>
                  <a:cubicBezTo>
                    <a:pt x="0" y="5085"/>
                    <a:pt x="1610" y="6558"/>
                    <a:pt x="3593" y="6558"/>
                  </a:cubicBezTo>
                  <a:cubicBezTo>
                    <a:pt x="5596" y="6558"/>
                    <a:pt x="7206" y="5085"/>
                    <a:pt x="7206" y="3279"/>
                  </a:cubicBezTo>
                  <a:cubicBezTo>
                    <a:pt x="7206" y="1454"/>
                    <a:pt x="5596" y="1"/>
                    <a:pt x="35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6" name="Google Shape;956;p26"/>
            <p:cNvSpPr/>
            <p:nvPr/>
          </p:nvSpPr>
          <p:spPr>
            <a:xfrm>
              <a:off x="1995023" y="3211301"/>
              <a:ext cx="2692" cy="46"/>
            </a:xfrm>
            <a:custGeom>
              <a:avLst/>
              <a:gdLst/>
              <a:ahLst/>
              <a:cxnLst/>
              <a:rect l="l" t="t" r="r" b="b"/>
              <a:pathLst>
                <a:path w="59" h="1" extrusionOk="0">
                  <a:moveTo>
                    <a:pt x="59" y="0"/>
                  </a:moveTo>
                  <a:lnTo>
                    <a:pt x="1" y="0"/>
                  </a:lnTo>
                  <a:close/>
                </a:path>
              </a:pathLst>
            </a:custGeom>
            <a:solidFill>
              <a:srgbClr val="4726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7" name="Google Shape;957;p26"/>
            <p:cNvSpPr/>
            <p:nvPr/>
          </p:nvSpPr>
          <p:spPr>
            <a:xfrm>
              <a:off x="1970794" y="2392658"/>
              <a:ext cx="149712" cy="156759"/>
            </a:xfrm>
            <a:custGeom>
              <a:avLst/>
              <a:gdLst/>
              <a:ahLst/>
              <a:cxnLst/>
              <a:rect l="l" t="t" r="r" b="b"/>
              <a:pathLst>
                <a:path w="3281" h="3436" extrusionOk="0">
                  <a:moveTo>
                    <a:pt x="1" y="1"/>
                  </a:moveTo>
                  <a:lnTo>
                    <a:pt x="1" y="3436"/>
                  </a:lnTo>
                  <a:lnTo>
                    <a:pt x="3280" y="3436"/>
                  </a:lnTo>
                  <a:lnTo>
                    <a:pt x="3280" y="1"/>
                  </a:lnTo>
                  <a:close/>
                </a:path>
              </a:pathLst>
            </a:custGeom>
            <a:solidFill>
              <a:srgbClr val="835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8" name="Google Shape;958;p26"/>
            <p:cNvSpPr/>
            <p:nvPr/>
          </p:nvSpPr>
          <p:spPr>
            <a:xfrm>
              <a:off x="1875018" y="2471493"/>
              <a:ext cx="316216" cy="272321"/>
            </a:xfrm>
            <a:custGeom>
              <a:avLst/>
              <a:gdLst/>
              <a:ahLst/>
              <a:cxnLst/>
              <a:rect l="l" t="t" r="r" b="b"/>
              <a:pathLst>
                <a:path w="6930" h="5969" extrusionOk="0">
                  <a:moveTo>
                    <a:pt x="2336" y="0"/>
                  </a:moveTo>
                  <a:lnTo>
                    <a:pt x="0" y="1021"/>
                  </a:lnTo>
                  <a:lnTo>
                    <a:pt x="3003" y="5968"/>
                  </a:lnTo>
                  <a:lnTo>
                    <a:pt x="6929" y="707"/>
                  </a:lnTo>
                  <a:lnTo>
                    <a:pt x="5340" y="157"/>
                  </a:lnTo>
                  <a:lnTo>
                    <a:pt x="2336" y="0"/>
                  </a:lnTo>
                  <a:close/>
                </a:path>
              </a:pathLst>
            </a:custGeom>
            <a:solidFill>
              <a:srgbClr val="835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59" name="Google Shape;959;p26"/>
            <p:cNvSpPr/>
            <p:nvPr/>
          </p:nvSpPr>
          <p:spPr>
            <a:xfrm>
              <a:off x="1634006" y="2475052"/>
              <a:ext cx="778539" cy="1038094"/>
            </a:xfrm>
            <a:custGeom>
              <a:avLst/>
              <a:gdLst/>
              <a:ahLst/>
              <a:cxnLst/>
              <a:rect l="l" t="t" r="r" b="b"/>
              <a:pathLst>
                <a:path w="17062" h="22754" extrusionOk="0">
                  <a:moveTo>
                    <a:pt x="6832" y="1"/>
                  </a:moveTo>
                  <a:cubicBezTo>
                    <a:pt x="6832" y="1"/>
                    <a:pt x="3848" y="1198"/>
                    <a:pt x="2848" y="1669"/>
                  </a:cubicBezTo>
                  <a:cubicBezTo>
                    <a:pt x="1806" y="2160"/>
                    <a:pt x="0" y="8108"/>
                    <a:pt x="0" y="8108"/>
                  </a:cubicBezTo>
                  <a:lnTo>
                    <a:pt x="3298" y="9149"/>
                  </a:lnTo>
                  <a:lnTo>
                    <a:pt x="3947" y="6969"/>
                  </a:lnTo>
                  <a:lnTo>
                    <a:pt x="3947" y="6969"/>
                  </a:lnTo>
                  <a:cubicBezTo>
                    <a:pt x="3947" y="6970"/>
                    <a:pt x="3123" y="13076"/>
                    <a:pt x="2945" y="15118"/>
                  </a:cubicBezTo>
                  <a:cubicBezTo>
                    <a:pt x="2827" y="16707"/>
                    <a:pt x="2945" y="22754"/>
                    <a:pt x="2945" y="22754"/>
                  </a:cubicBezTo>
                  <a:lnTo>
                    <a:pt x="14980" y="22538"/>
                  </a:lnTo>
                  <a:cubicBezTo>
                    <a:pt x="14980" y="22538"/>
                    <a:pt x="14745" y="17277"/>
                    <a:pt x="14646" y="15824"/>
                  </a:cubicBezTo>
                  <a:cubicBezTo>
                    <a:pt x="14548" y="14607"/>
                    <a:pt x="14253" y="12035"/>
                    <a:pt x="14018" y="9895"/>
                  </a:cubicBezTo>
                  <a:cubicBezTo>
                    <a:pt x="13606" y="9090"/>
                    <a:pt x="13507" y="8168"/>
                    <a:pt x="13311" y="7304"/>
                  </a:cubicBezTo>
                  <a:cubicBezTo>
                    <a:pt x="13110" y="6486"/>
                    <a:pt x="13787" y="5955"/>
                    <a:pt x="14430" y="5955"/>
                  </a:cubicBezTo>
                  <a:cubicBezTo>
                    <a:pt x="14852" y="5955"/>
                    <a:pt x="15260" y="6185"/>
                    <a:pt x="15392" y="6715"/>
                  </a:cubicBezTo>
                  <a:cubicBezTo>
                    <a:pt x="15569" y="7500"/>
                    <a:pt x="15373" y="7755"/>
                    <a:pt x="15766" y="8461"/>
                  </a:cubicBezTo>
                  <a:lnTo>
                    <a:pt x="17061" y="8461"/>
                  </a:lnTo>
                  <a:cubicBezTo>
                    <a:pt x="17061" y="8461"/>
                    <a:pt x="16059" y="2671"/>
                    <a:pt x="15667" y="2043"/>
                  </a:cubicBezTo>
                  <a:cubicBezTo>
                    <a:pt x="15412" y="1590"/>
                    <a:pt x="11486" y="1"/>
                    <a:pt x="11486" y="1"/>
                  </a:cubicBezTo>
                  <a:lnTo>
                    <a:pt x="8973" y="3122"/>
                  </a:lnTo>
                  <a:lnTo>
                    <a:pt x="68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0" name="Google Shape;960;p26"/>
            <p:cNvSpPr/>
            <p:nvPr/>
          </p:nvSpPr>
          <p:spPr>
            <a:xfrm>
              <a:off x="1913484" y="2475052"/>
              <a:ext cx="290298" cy="195310"/>
            </a:xfrm>
            <a:custGeom>
              <a:avLst/>
              <a:gdLst/>
              <a:ahLst/>
              <a:cxnLst/>
              <a:rect l="l" t="t" r="r" b="b"/>
              <a:pathLst>
                <a:path w="6362" h="4281" extrusionOk="0">
                  <a:moveTo>
                    <a:pt x="707" y="1"/>
                  </a:moveTo>
                  <a:lnTo>
                    <a:pt x="0" y="276"/>
                  </a:lnTo>
                  <a:lnTo>
                    <a:pt x="2691" y="4281"/>
                  </a:lnTo>
                  <a:lnTo>
                    <a:pt x="6361" y="412"/>
                  </a:lnTo>
                  <a:lnTo>
                    <a:pt x="5361" y="1"/>
                  </a:lnTo>
                  <a:lnTo>
                    <a:pt x="2848" y="3122"/>
                  </a:lnTo>
                  <a:lnTo>
                    <a:pt x="70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1" name="Google Shape;961;p26"/>
            <p:cNvSpPr/>
            <p:nvPr/>
          </p:nvSpPr>
          <p:spPr>
            <a:xfrm>
              <a:off x="1924343" y="2202779"/>
              <a:ext cx="262464" cy="267074"/>
            </a:xfrm>
            <a:custGeom>
              <a:avLst/>
              <a:gdLst/>
              <a:ahLst/>
              <a:cxnLst/>
              <a:rect l="l" t="t" r="r" b="b"/>
              <a:pathLst>
                <a:path w="5752" h="5854" extrusionOk="0">
                  <a:moveTo>
                    <a:pt x="2747" y="1"/>
                  </a:moveTo>
                  <a:cubicBezTo>
                    <a:pt x="1511" y="1"/>
                    <a:pt x="548" y="1257"/>
                    <a:pt x="548" y="2493"/>
                  </a:cubicBezTo>
                  <a:lnTo>
                    <a:pt x="548" y="2631"/>
                  </a:lnTo>
                  <a:cubicBezTo>
                    <a:pt x="502" y="2619"/>
                    <a:pt x="462" y="2612"/>
                    <a:pt x="429" y="2612"/>
                  </a:cubicBezTo>
                  <a:cubicBezTo>
                    <a:pt x="1" y="2612"/>
                    <a:pt x="505" y="3588"/>
                    <a:pt x="705" y="3770"/>
                  </a:cubicBezTo>
                  <a:cubicBezTo>
                    <a:pt x="765" y="4045"/>
                    <a:pt x="843" y="4320"/>
                    <a:pt x="961" y="4516"/>
                  </a:cubicBezTo>
                  <a:cubicBezTo>
                    <a:pt x="1196" y="4987"/>
                    <a:pt x="1608" y="5045"/>
                    <a:pt x="1961" y="5320"/>
                  </a:cubicBezTo>
                  <a:cubicBezTo>
                    <a:pt x="1961" y="5320"/>
                    <a:pt x="2158" y="5713"/>
                    <a:pt x="2296" y="5773"/>
                  </a:cubicBezTo>
                  <a:cubicBezTo>
                    <a:pt x="2408" y="5824"/>
                    <a:pt x="2613" y="5853"/>
                    <a:pt x="2813" y="5853"/>
                  </a:cubicBezTo>
                  <a:cubicBezTo>
                    <a:pt x="2995" y="5853"/>
                    <a:pt x="3174" y="5829"/>
                    <a:pt x="3277" y="5773"/>
                  </a:cubicBezTo>
                  <a:cubicBezTo>
                    <a:pt x="3375" y="5713"/>
                    <a:pt x="3552" y="5360"/>
                    <a:pt x="3552" y="5360"/>
                  </a:cubicBezTo>
                  <a:cubicBezTo>
                    <a:pt x="3846" y="5124"/>
                    <a:pt x="4239" y="4948"/>
                    <a:pt x="4474" y="4574"/>
                  </a:cubicBezTo>
                  <a:cubicBezTo>
                    <a:pt x="4612" y="4359"/>
                    <a:pt x="4710" y="4124"/>
                    <a:pt x="4788" y="3868"/>
                  </a:cubicBezTo>
                  <a:cubicBezTo>
                    <a:pt x="4848" y="3868"/>
                    <a:pt x="4887" y="3888"/>
                    <a:pt x="4887" y="3888"/>
                  </a:cubicBezTo>
                  <a:cubicBezTo>
                    <a:pt x="5071" y="3851"/>
                    <a:pt x="5752" y="2613"/>
                    <a:pt x="5293" y="2613"/>
                  </a:cubicBezTo>
                  <a:cubicBezTo>
                    <a:pt x="5262" y="2613"/>
                    <a:pt x="5224" y="2619"/>
                    <a:pt x="5181" y="2631"/>
                  </a:cubicBezTo>
                  <a:cubicBezTo>
                    <a:pt x="5123" y="2650"/>
                    <a:pt x="5084" y="2690"/>
                    <a:pt x="5024" y="2729"/>
                  </a:cubicBezTo>
                  <a:cubicBezTo>
                    <a:pt x="5044" y="2650"/>
                    <a:pt x="5044" y="2572"/>
                    <a:pt x="5044" y="2493"/>
                  </a:cubicBezTo>
                  <a:cubicBezTo>
                    <a:pt x="5044" y="1257"/>
                    <a:pt x="4003" y="1"/>
                    <a:pt x="2747" y="1"/>
                  </a:cubicBezTo>
                  <a:close/>
                </a:path>
              </a:pathLst>
            </a:custGeom>
            <a:solidFill>
              <a:srgbClr val="A86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2" name="Google Shape;962;p26"/>
            <p:cNvSpPr/>
            <p:nvPr/>
          </p:nvSpPr>
          <p:spPr>
            <a:xfrm>
              <a:off x="1764779" y="2526103"/>
              <a:ext cx="647763" cy="990647"/>
            </a:xfrm>
            <a:custGeom>
              <a:avLst/>
              <a:gdLst/>
              <a:ahLst/>
              <a:cxnLst/>
              <a:rect l="l" t="t" r="r" b="b"/>
              <a:pathLst>
                <a:path w="14196" h="21714" extrusionOk="0">
                  <a:moveTo>
                    <a:pt x="11073" y="0"/>
                  </a:moveTo>
                  <a:lnTo>
                    <a:pt x="11073" y="0"/>
                  </a:lnTo>
                  <a:cubicBezTo>
                    <a:pt x="11269" y="2356"/>
                    <a:pt x="10583" y="5065"/>
                    <a:pt x="8973" y="7520"/>
                  </a:cubicBezTo>
                  <a:cubicBezTo>
                    <a:pt x="6757" y="10922"/>
                    <a:pt x="3365" y="12919"/>
                    <a:pt x="345" y="12919"/>
                  </a:cubicBezTo>
                  <a:cubicBezTo>
                    <a:pt x="315" y="12919"/>
                    <a:pt x="286" y="12918"/>
                    <a:pt x="257" y="12918"/>
                  </a:cubicBezTo>
                  <a:cubicBezTo>
                    <a:pt x="197" y="13389"/>
                    <a:pt x="158" y="13782"/>
                    <a:pt x="139" y="14096"/>
                  </a:cubicBezTo>
                  <a:cubicBezTo>
                    <a:pt x="1" y="15666"/>
                    <a:pt x="139" y="21713"/>
                    <a:pt x="139" y="21713"/>
                  </a:cubicBezTo>
                  <a:lnTo>
                    <a:pt x="12172" y="21498"/>
                  </a:lnTo>
                  <a:cubicBezTo>
                    <a:pt x="12172" y="21498"/>
                    <a:pt x="11918" y="16237"/>
                    <a:pt x="11819" y="14803"/>
                  </a:cubicBezTo>
                  <a:cubicBezTo>
                    <a:pt x="11746" y="13805"/>
                    <a:pt x="11355" y="10091"/>
                    <a:pt x="11048" y="7342"/>
                  </a:cubicBezTo>
                  <a:lnTo>
                    <a:pt x="14195" y="7342"/>
                  </a:lnTo>
                  <a:cubicBezTo>
                    <a:pt x="14195" y="7342"/>
                    <a:pt x="13233" y="1649"/>
                    <a:pt x="12860" y="1002"/>
                  </a:cubicBezTo>
                  <a:cubicBezTo>
                    <a:pt x="12743" y="825"/>
                    <a:pt x="11937" y="413"/>
                    <a:pt x="110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3" name="Google Shape;963;p26"/>
            <p:cNvSpPr/>
            <p:nvPr/>
          </p:nvSpPr>
          <p:spPr>
            <a:xfrm>
              <a:off x="1948435" y="2189321"/>
              <a:ext cx="206111" cy="142479"/>
            </a:xfrm>
            <a:custGeom>
              <a:avLst/>
              <a:gdLst/>
              <a:ahLst/>
              <a:cxnLst/>
              <a:rect l="l" t="t" r="r" b="b"/>
              <a:pathLst>
                <a:path w="4517" h="3123" extrusionOk="0">
                  <a:moveTo>
                    <a:pt x="2258" y="1"/>
                  </a:moveTo>
                  <a:cubicBezTo>
                    <a:pt x="1001" y="1"/>
                    <a:pt x="1" y="1178"/>
                    <a:pt x="1" y="2652"/>
                  </a:cubicBezTo>
                  <a:cubicBezTo>
                    <a:pt x="1" y="2809"/>
                    <a:pt x="1" y="2966"/>
                    <a:pt x="20" y="3123"/>
                  </a:cubicBezTo>
                  <a:cubicBezTo>
                    <a:pt x="216" y="1885"/>
                    <a:pt x="1140" y="943"/>
                    <a:pt x="2258" y="943"/>
                  </a:cubicBezTo>
                  <a:cubicBezTo>
                    <a:pt x="3378" y="943"/>
                    <a:pt x="4300" y="1885"/>
                    <a:pt x="4496" y="3123"/>
                  </a:cubicBezTo>
                  <a:cubicBezTo>
                    <a:pt x="4516" y="2966"/>
                    <a:pt x="4516" y="2809"/>
                    <a:pt x="4516" y="2652"/>
                  </a:cubicBezTo>
                  <a:cubicBezTo>
                    <a:pt x="4516" y="1178"/>
                    <a:pt x="3514" y="1"/>
                    <a:pt x="22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4" name="Google Shape;964;p26"/>
            <p:cNvSpPr/>
            <p:nvPr/>
          </p:nvSpPr>
          <p:spPr>
            <a:xfrm>
              <a:off x="1603526" y="2779579"/>
              <a:ext cx="392418" cy="369907"/>
            </a:xfrm>
            <a:custGeom>
              <a:avLst/>
              <a:gdLst/>
              <a:ahLst/>
              <a:cxnLst/>
              <a:rect l="l" t="t" r="r" b="b"/>
              <a:pathLst>
                <a:path w="8600" h="8108" extrusionOk="0">
                  <a:moveTo>
                    <a:pt x="1532" y="1"/>
                  </a:moveTo>
                  <a:lnTo>
                    <a:pt x="668" y="1433"/>
                  </a:lnTo>
                  <a:cubicBezTo>
                    <a:pt x="668" y="1433"/>
                    <a:pt x="1" y="2789"/>
                    <a:pt x="158" y="3220"/>
                  </a:cubicBezTo>
                  <a:cubicBezTo>
                    <a:pt x="924" y="5105"/>
                    <a:pt x="7560" y="8108"/>
                    <a:pt x="7560" y="8108"/>
                  </a:cubicBezTo>
                  <a:lnTo>
                    <a:pt x="8600" y="5870"/>
                  </a:lnTo>
                  <a:lnTo>
                    <a:pt x="3908" y="2650"/>
                  </a:lnTo>
                  <a:lnTo>
                    <a:pt x="4595" y="452"/>
                  </a:lnTo>
                  <a:lnTo>
                    <a:pt x="15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5" name="Google Shape;965;p26"/>
            <p:cNvSpPr/>
            <p:nvPr/>
          </p:nvSpPr>
          <p:spPr>
            <a:xfrm>
              <a:off x="2120457" y="2759870"/>
              <a:ext cx="308185" cy="339477"/>
            </a:xfrm>
            <a:custGeom>
              <a:avLst/>
              <a:gdLst/>
              <a:ahLst/>
              <a:cxnLst/>
              <a:rect l="l" t="t" r="r" b="b"/>
              <a:pathLst>
                <a:path w="6754" h="7441" extrusionOk="0">
                  <a:moveTo>
                    <a:pt x="2964" y="1"/>
                  </a:moveTo>
                  <a:cubicBezTo>
                    <a:pt x="2945" y="177"/>
                    <a:pt x="2945" y="3318"/>
                    <a:pt x="2945" y="3318"/>
                  </a:cubicBezTo>
                  <a:lnTo>
                    <a:pt x="0" y="5301"/>
                  </a:lnTo>
                  <a:lnTo>
                    <a:pt x="2375" y="7441"/>
                  </a:lnTo>
                  <a:lnTo>
                    <a:pt x="6754" y="4221"/>
                  </a:lnTo>
                  <a:lnTo>
                    <a:pt x="6400" y="2218"/>
                  </a:lnTo>
                  <a:lnTo>
                    <a:pt x="29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6" name="Google Shape;966;p26"/>
            <p:cNvSpPr/>
            <p:nvPr/>
          </p:nvSpPr>
          <p:spPr>
            <a:xfrm>
              <a:off x="2133826" y="2757179"/>
              <a:ext cx="139810" cy="276837"/>
            </a:xfrm>
            <a:custGeom>
              <a:avLst/>
              <a:gdLst/>
              <a:ahLst/>
              <a:cxnLst/>
              <a:rect l="l" t="t" r="r" b="b"/>
              <a:pathLst>
                <a:path w="3064" h="6068" extrusionOk="0">
                  <a:moveTo>
                    <a:pt x="2966" y="0"/>
                  </a:moveTo>
                  <a:cubicBezTo>
                    <a:pt x="2946" y="157"/>
                    <a:pt x="2946" y="3319"/>
                    <a:pt x="2946" y="3319"/>
                  </a:cubicBezTo>
                  <a:lnTo>
                    <a:pt x="1" y="5301"/>
                  </a:lnTo>
                  <a:lnTo>
                    <a:pt x="846" y="6067"/>
                  </a:lnTo>
                  <a:lnTo>
                    <a:pt x="3064" y="3711"/>
                  </a:lnTo>
                  <a:lnTo>
                    <a:pt x="29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7" name="Google Shape;967;p26"/>
            <p:cNvSpPr/>
            <p:nvPr/>
          </p:nvSpPr>
          <p:spPr>
            <a:xfrm>
              <a:off x="693412" y="3733446"/>
              <a:ext cx="2823033" cy="130793"/>
            </a:xfrm>
            <a:custGeom>
              <a:avLst/>
              <a:gdLst/>
              <a:ahLst/>
              <a:cxnLst/>
              <a:rect l="l" t="t" r="r" b="b"/>
              <a:pathLst>
                <a:path w="60920" h="2867" extrusionOk="0">
                  <a:moveTo>
                    <a:pt x="1" y="0"/>
                  </a:moveTo>
                  <a:lnTo>
                    <a:pt x="1" y="2866"/>
                  </a:lnTo>
                  <a:lnTo>
                    <a:pt x="60920" y="2866"/>
                  </a:lnTo>
                  <a:lnTo>
                    <a:pt x="609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8" name="Google Shape;968;p26"/>
            <p:cNvSpPr/>
            <p:nvPr/>
          </p:nvSpPr>
          <p:spPr>
            <a:xfrm>
              <a:off x="693412" y="3664511"/>
              <a:ext cx="2823033" cy="68985"/>
            </a:xfrm>
            <a:custGeom>
              <a:avLst/>
              <a:gdLst/>
              <a:ahLst/>
              <a:cxnLst/>
              <a:rect l="l" t="t" r="r" b="b"/>
              <a:pathLst>
                <a:path w="60920" h="1512" extrusionOk="0">
                  <a:moveTo>
                    <a:pt x="1" y="0"/>
                  </a:moveTo>
                  <a:lnTo>
                    <a:pt x="1" y="1511"/>
                  </a:lnTo>
                  <a:lnTo>
                    <a:pt x="60920" y="1511"/>
                  </a:lnTo>
                  <a:lnTo>
                    <a:pt x="609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69" name="Google Shape;969;p26"/>
            <p:cNvSpPr/>
            <p:nvPr/>
          </p:nvSpPr>
          <p:spPr>
            <a:xfrm>
              <a:off x="1747805" y="3864198"/>
              <a:ext cx="564397" cy="629727"/>
            </a:xfrm>
            <a:custGeom>
              <a:avLst/>
              <a:gdLst/>
              <a:ahLst/>
              <a:cxnLst/>
              <a:rect l="l" t="t" r="r" b="b"/>
              <a:pathLst>
                <a:path w="12369" h="13803" extrusionOk="0">
                  <a:moveTo>
                    <a:pt x="0" y="0"/>
                  </a:moveTo>
                  <a:lnTo>
                    <a:pt x="0" y="13802"/>
                  </a:lnTo>
                  <a:lnTo>
                    <a:pt x="12369" y="13802"/>
                  </a:lnTo>
                  <a:lnTo>
                    <a:pt x="123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0" name="Google Shape;970;p26"/>
            <p:cNvSpPr/>
            <p:nvPr/>
          </p:nvSpPr>
          <p:spPr>
            <a:xfrm>
              <a:off x="1403807" y="4493874"/>
              <a:ext cx="1202214" cy="285734"/>
            </a:xfrm>
            <a:custGeom>
              <a:avLst/>
              <a:gdLst/>
              <a:ahLst/>
              <a:cxnLst/>
              <a:rect l="l" t="t" r="r" b="b"/>
              <a:pathLst>
                <a:path w="26347" h="6263" extrusionOk="0">
                  <a:moveTo>
                    <a:pt x="1" y="0"/>
                  </a:moveTo>
                  <a:lnTo>
                    <a:pt x="1" y="3259"/>
                  </a:lnTo>
                  <a:lnTo>
                    <a:pt x="1" y="6262"/>
                  </a:lnTo>
                  <a:lnTo>
                    <a:pt x="8736" y="6262"/>
                  </a:lnTo>
                  <a:lnTo>
                    <a:pt x="8736" y="3259"/>
                  </a:lnTo>
                  <a:lnTo>
                    <a:pt x="17610" y="3259"/>
                  </a:lnTo>
                  <a:lnTo>
                    <a:pt x="17610" y="6262"/>
                  </a:lnTo>
                  <a:lnTo>
                    <a:pt x="26347" y="6262"/>
                  </a:lnTo>
                  <a:lnTo>
                    <a:pt x="26347" y="3259"/>
                  </a:lnTo>
                  <a:lnTo>
                    <a:pt x="263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1" name="Google Shape;971;p26"/>
            <p:cNvSpPr/>
            <p:nvPr/>
          </p:nvSpPr>
          <p:spPr>
            <a:xfrm>
              <a:off x="1445877" y="4620110"/>
              <a:ext cx="293036" cy="148729"/>
            </a:xfrm>
            <a:custGeom>
              <a:avLst/>
              <a:gdLst/>
              <a:ahLst/>
              <a:cxnLst/>
              <a:rect l="l" t="t" r="r" b="b"/>
              <a:pathLst>
                <a:path w="6422" h="3260" extrusionOk="0">
                  <a:moveTo>
                    <a:pt x="3201" y="1"/>
                  </a:moveTo>
                  <a:cubicBezTo>
                    <a:pt x="1434" y="1"/>
                    <a:pt x="1" y="1453"/>
                    <a:pt x="1" y="3260"/>
                  </a:cubicBezTo>
                  <a:lnTo>
                    <a:pt x="6421" y="3260"/>
                  </a:lnTo>
                  <a:cubicBezTo>
                    <a:pt x="6421" y="1453"/>
                    <a:pt x="4987" y="1"/>
                    <a:pt x="3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2" name="Google Shape;972;p26"/>
            <p:cNvSpPr/>
            <p:nvPr/>
          </p:nvSpPr>
          <p:spPr>
            <a:xfrm>
              <a:off x="1481696" y="4676590"/>
              <a:ext cx="220439" cy="203294"/>
            </a:xfrm>
            <a:custGeom>
              <a:avLst/>
              <a:gdLst/>
              <a:ahLst/>
              <a:cxnLst/>
              <a:rect l="l" t="t" r="r" b="b"/>
              <a:pathLst>
                <a:path w="4831" h="4456" extrusionOk="0">
                  <a:moveTo>
                    <a:pt x="2416" y="0"/>
                  </a:moveTo>
                  <a:cubicBezTo>
                    <a:pt x="1081" y="0"/>
                    <a:pt x="1" y="1001"/>
                    <a:pt x="1" y="2238"/>
                  </a:cubicBezTo>
                  <a:cubicBezTo>
                    <a:pt x="1" y="3474"/>
                    <a:pt x="1081" y="4456"/>
                    <a:pt x="2416" y="4456"/>
                  </a:cubicBezTo>
                  <a:cubicBezTo>
                    <a:pt x="3751" y="4456"/>
                    <a:pt x="4830" y="3474"/>
                    <a:pt x="4830" y="2238"/>
                  </a:cubicBezTo>
                  <a:cubicBezTo>
                    <a:pt x="4830" y="1001"/>
                    <a:pt x="3751" y="0"/>
                    <a:pt x="24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3" name="Google Shape;973;p26"/>
            <p:cNvSpPr/>
            <p:nvPr/>
          </p:nvSpPr>
          <p:spPr>
            <a:xfrm>
              <a:off x="1573091" y="4760763"/>
              <a:ext cx="38603" cy="35859"/>
            </a:xfrm>
            <a:custGeom>
              <a:avLst/>
              <a:gdLst/>
              <a:ahLst/>
              <a:cxnLst/>
              <a:rect l="l" t="t" r="r" b="b"/>
              <a:pathLst>
                <a:path w="846" h="786" extrusionOk="0">
                  <a:moveTo>
                    <a:pt x="413" y="1"/>
                  </a:moveTo>
                  <a:cubicBezTo>
                    <a:pt x="178" y="1"/>
                    <a:pt x="0" y="177"/>
                    <a:pt x="0" y="393"/>
                  </a:cubicBezTo>
                  <a:cubicBezTo>
                    <a:pt x="0" y="608"/>
                    <a:pt x="178" y="786"/>
                    <a:pt x="413" y="786"/>
                  </a:cubicBezTo>
                  <a:cubicBezTo>
                    <a:pt x="649" y="786"/>
                    <a:pt x="845" y="608"/>
                    <a:pt x="845" y="393"/>
                  </a:cubicBezTo>
                  <a:cubicBezTo>
                    <a:pt x="845" y="177"/>
                    <a:pt x="649" y="1"/>
                    <a:pt x="4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4" name="Google Shape;974;p26"/>
            <p:cNvSpPr/>
            <p:nvPr/>
          </p:nvSpPr>
          <p:spPr>
            <a:xfrm>
              <a:off x="2276326" y="4620110"/>
              <a:ext cx="292945" cy="148729"/>
            </a:xfrm>
            <a:custGeom>
              <a:avLst/>
              <a:gdLst/>
              <a:ahLst/>
              <a:cxnLst/>
              <a:rect l="l" t="t" r="r" b="b"/>
              <a:pathLst>
                <a:path w="6420" h="3260" extrusionOk="0">
                  <a:moveTo>
                    <a:pt x="3220" y="1"/>
                  </a:moveTo>
                  <a:cubicBezTo>
                    <a:pt x="1433" y="1"/>
                    <a:pt x="0" y="1453"/>
                    <a:pt x="0" y="3260"/>
                  </a:cubicBezTo>
                  <a:lnTo>
                    <a:pt x="6419" y="3260"/>
                  </a:lnTo>
                  <a:cubicBezTo>
                    <a:pt x="6419" y="1453"/>
                    <a:pt x="4987" y="1"/>
                    <a:pt x="32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5" name="Google Shape;975;p26"/>
            <p:cNvSpPr/>
            <p:nvPr/>
          </p:nvSpPr>
          <p:spPr>
            <a:xfrm>
              <a:off x="2313011" y="4677457"/>
              <a:ext cx="220393" cy="202427"/>
            </a:xfrm>
            <a:custGeom>
              <a:avLst/>
              <a:gdLst/>
              <a:ahLst/>
              <a:cxnLst/>
              <a:rect l="l" t="t" r="r" b="b"/>
              <a:pathLst>
                <a:path w="4830" h="4437" extrusionOk="0">
                  <a:moveTo>
                    <a:pt x="2416" y="0"/>
                  </a:moveTo>
                  <a:cubicBezTo>
                    <a:pt x="1081" y="0"/>
                    <a:pt x="0" y="982"/>
                    <a:pt x="0" y="2219"/>
                  </a:cubicBezTo>
                  <a:cubicBezTo>
                    <a:pt x="0" y="3455"/>
                    <a:pt x="1081" y="4437"/>
                    <a:pt x="2416" y="4437"/>
                  </a:cubicBezTo>
                  <a:cubicBezTo>
                    <a:pt x="3751" y="4437"/>
                    <a:pt x="4830" y="3455"/>
                    <a:pt x="4830" y="2219"/>
                  </a:cubicBezTo>
                  <a:cubicBezTo>
                    <a:pt x="4830" y="982"/>
                    <a:pt x="3751" y="0"/>
                    <a:pt x="24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6" name="Google Shape;976;p26"/>
            <p:cNvSpPr/>
            <p:nvPr/>
          </p:nvSpPr>
          <p:spPr>
            <a:xfrm>
              <a:off x="2403539" y="4760763"/>
              <a:ext cx="39424" cy="35859"/>
            </a:xfrm>
            <a:custGeom>
              <a:avLst/>
              <a:gdLst/>
              <a:ahLst/>
              <a:cxnLst/>
              <a:rect l="l" t="t" r="r" b="b"/>
              <a:pathLst>
                <a:path w="864" h="786" extrusionOk="0">
                  <a:moveTo>
                    <a:pt x="432" y="1"/>
                  </a:moveTo>
                  <a:cubicBezTo>
                    <a:pt x="196" y="1"/>
                    <a:pt x="0" y="177"/>
                    <a:pt x="0" y="393"/>
                  </a:cubicBezTo>
                  <a:cubicBezTo>
                    <a:pt x="0" y="608"/>
                    <a:pt x="196" y="786"/>
                    <a:pt x="432" y="786"/>
                  </a:cubicBezTo>
                  <a:cubicBezTo>
                    <a:pt x="667" y="786"/>
                    <a:pt x="864" y="608"/>
                    <a:pt x="864" y="393"/>
                  </a:cubicBezTo>
                  <a:cubicBezTo>
                    <a:pt x="864" y="177"/>
                    <a:pt x="667" y="1"/>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7" name="Google Shape;977;p26"/>
            <p:cNvSpPr/>
            <p:nvPr/>
          </p:nvSpPr>
          <p:spPr>
            <a:xfrm>
              <a:off x="717638" y="3290135"/>
              <a:ext cx="389680" cy="351841"/>
            </a:xfrm>
            <a:custGeom>
              <a:avLst/>
              <a:gdLst/>
              <a:ahLst/>
              <a:cxnLst/>
              <a:rect l="l" t="t" r="r" b="b"/>
              <a:pathLst>
                <a:path w="8540" h="7712" extrusionOk="0">
                  <a:moveTo>
                    <a:pt x="4380" y="1"/>
                  </a:moveTo>
                  <a:cubicBezTo>
                    <a:pt x="4114" y="1"/>
                    <a:pt x="3808" y="441"/>
                    <a:pt x="3632" y="569"/>
                  </a:cubicBezTo>
                  <a:cubicBezTo>
                    <a:pt x="3473" y="675"/>
                    <a:pt x="3314" y="749"/>
                    <a:pt x="3126" y="749"/>
                  </a:cubicBezTo>
                  <a:cubicBezTo>
                    <a:pt x="3106" y="749"/>
                    <a:pt x="3085" y="748"/>
                    <a:pt x="3063" y="746"/>
                  </a:cubicBezTo>
                  <a:cubicBezTo>
                    <a:pt x="2928" y="734"/>
                    <a:pt x="2786" y="723"/>
                    <a:pt x="2642" y="723"/>
                  </a:cubicBezTo>
                  <a:cubicBezTo>
                    <a:pt x="2534" y="723"/>
                    <a:pt x="2426" y="729"/>
                    <a:pt x="2317" y="746"/>
                  </a:cubicBezTo>
                  <a:cubicBezTo>
                    <a:pt x="1668" y="843"/>
                    <a:pt x="1021" y="1178"/>
                    <a:pt x="648" y="1746"/>
                  </a:cubicBezTo>
                  <a:lnTo>
                    <a:pt x="707" y="1668"/>
                  </a:lnTo>
                  <a:lnTo>
                    <a:pt x="707" y="1668"/>
                  </a:lnTo>
                  <a:cubicBezTo>
                    <a:pt x="648" y="1786"/>
                    <a:pt x="589" y="1885"/>
                    <a:pt x="530" y="2002"/>
                  </a:cubicBezTo>
                  <a:cubicBezTo>
                    <a:pt x="373" y="2395"/>
                    <a:pt x="333" y="2827"/>
                    <a:pt x="216" y="3238"/>
                  </a:cubicBezTo>
                  <a:cubicBezTo>
                    <a:pt x="158" y="3494"/>
                    <a:pt x="98" y="3710"/>
                    <a:pt x="98" y="3984"/>
                  </a:cubicBezTo>
                  <a:cubicBezTo>
                    <a:pt x="79" y="4437"/>
                    <a:pt x="0" y="4888"/>
                    <a:pt x="40" y="5340"/>
                  </a:cubicBezTo>
                  <a:cubicBezTo>
                    <a:pt x="59" y="5890"/>
                    <a:pt x="216" y="6458"/>
                    <a:pt x="569" y="6851"/>
                  </a:cubicBezTo>
                  <a:cubicBezTo>
                    <a:pt x="962" y="7303"/>
                    <a:pt x="1571" y="7518"/>
                    <a:pt x="2100" y="7656"/>
                  </a:cubicBezTo>
                  <a:cubicBezTo>
                    <a:pt x="2260" y="7695"/>
                    <a:pt x="2420" y="7712"/>
                    <a:pt x="2580" y="7712"/>
                  </a:cubicBezTo>
                  <a:cubicBezTo>
                    <a:pt x="2988" y="7712"/>
                    <a:pt x="3393" y="7601"/>
                    <a:pt x="3789" y="7460"/>
                  </a:cubicBezTo>
                  <a:cubicBezTo>
                    <a:pt x="4338" y="7264"/>
                    <a:pt x="4673" y="6714"/>
                    <a:pt x="5105" y="6301"/>
                  </a:cubicBezTo>
                  <a:cubicBezTo>
                    <a:pt x="5576" y="5869"/>
                    <a:pt x="6243" y="5929"/>
                    <a:pt x="6793" y="5712"/>
                  </a:cubicBezTo>
                  <a:cubicBezTo>
                    <a:pt x="7304" y="5516"/>
                    <a:pt x="7736" y="5222"/>
                    <a:pt x="8207" y="4947"/>
                  </a:cubicBezTo>
                  <a:cubicBezTo>
                    <a:pt x="8343" y="4848"/>
                    <a:pt x="8343" y="4652"/>
                    <a:pt x="8383" y="4476"/>
                  </a:cubicBezTo>
                  <a:cubicBezTo>
                    <a:pt x="8422" y="4240"/>
                    <a:pt x="8540" y="3906"/>
                    <a:pt x="8521" y="3652"/>
                  </a:cubicBezTo>
                  <a:cubicBezTo>
                    <a:pt x="8500" y="3513"/>
                    <a:pt x="8304" y="3435"/>
                    <a:pt x="8186" y="3356"/>
                  </a:cubicBezTo>
                  <a:cubicBezTo>
                    <a:pt x="7990" y="3259"/>
                    <a:pt x="7775" y="3160"/>
                    <a:pt x="7578" y="3063"/>
                  </a:cubicBezTo>
                  <a:cubicBezTo>
                    <a:pt x="7343" y="2924"/>
                    <a:pt x="7008" y="2846"/>
                    <a:pt x="6851" y="2610"/>
                  </a:cubicBezTo>
                  <a:cubicBezTo>
                    <a:pt x="6715" y="2395"/>
                    <a:pt x="6694" y="2081"/>
                    <a:pt x="6773" y="1825"/>
                  </a:cubicBezTo>
                  <a:cubicBezTo>
                    <a:pt x="6851" y="1629"/>
                    <a:pt x="6911" y="1296"/>
                    <a:pt x="6793" y="1099"/>
                  </a:cubicBezTo>
                  <a:cubicBezTo>
                    <a:pt x="6684" y="913"/>
                    <a:pt x="6502" y="825"/>
                    <a:pt x="6314" y="825"/>
                  </a:cubicBezTo>
                  <a:cubicBezTo>
                    <a:pt x="6264" y="825"/>
                    <a:pt x="6214" y="831"/>
                    <a:pt x="6165" y="843"/>
                  </a:cubicBezTo>
                  <a:cubicBezTo>
                    <a:pt x="6048" y="869"/>
                    <a:pt x="5958" y="955"/>
                    <a:pt x="5859" y="955"/>
                  </a:cubicBezTo>
                  <a:cubicBezTo>
                    <a:pt x="5808" y="955"/>
                    <a:pt x="5754" y="931"/>
                    <a:pt x="5694" y="864"/>
                  </a:cubicBezTo>
                  <a:cubicBezTo>
                    <a:pt x="5644" y="782"/>
                    <a:pt x="5596" y="741"/>
                    <a:pt x="5514" y="741"/>
                  </a:cubicBezTo>
                  <a:cubicBezTo>
                    <a:pt x="5497" y="741"/>
                    <a:pt x="5478" y="743"/>
                    <a:pt x="5458" y="746"/>
                  </a:cubicBezTo>
                  <a:cubicBezTo>
                    <a:pt x="5402" y="754"/>
                    <a:pt x="5378" y="762"/>
                    <a:pt x="5364" y="762"/>
                  </a:cubicBezTo>
                  <a:cubicBezTo>
                    <a:pt x="5342" y="762"/>
                    <a:pt x="5339" y="745"/>
                    <a:pt x="5281" y="686"/>
                  </a:cubicBezTo>
                  <a:cubicBezTo>
                    <a:pt x="5233" y="631"/>
                    <a:pt x="5183" y="617"/>
                    <a:pt x="5131" y="617"/>
                  </a:cubicBezTo>
                  <a:cubicBezTo>
                    <a:pt x="5077" y="617"/>
                    <a:pt x="5021" y="632"/>
                    <a:pt x="4965" y="632"/>
                  </a:cubicBezTo>
                  <a:cubicBezTo>
                    <a:pt x="4920" y="632"/>
                    <a:pt x="4875" y="623"/>
                    <a:pt x="4830" y="589"/>
                  </a:cubicBezTo>
                  <a:cubicBezTo>
                    <a:pt x="4692" y="471"/>
                    <a:pt x="4692" y="215"/>
                    <a:pt x="4555" y="79"/>
                  </a:cubicBezTo>
                  <a:cubicBezTo>
                    <a:pt x="4500" y="24"/>
                    <a:pt x="4441" y="1"/>
                    <a:pt x="4380" y="1"/>
                  </a:cubicBezTo>
                  <a:close/>
                </a:path>
              </a:pathLst>
            </a:custGeom>
            <a:solidFill>
              <a:srgbClr val="ECC3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8" name="Google Shape;978;p26"/>
            <p:cNvSpPr/>
            <p:nvPr/>
          </p:nvSpPr>
          <p:spPr>
            <a:xfrm>
              <a:off x="718505" y="3327728"/>
              <a:ext cx="388813" cy="314248"/>
            </a:xfrm>
            <a:custGeom>
              <a:avLst/>
              <a:gdLst/>
              <a:ahLst/>
              <a:cxnLst/>
              <a:rect l="l" t="t" r="r" b="b"/>
              <a:pathLst>
                <a:path w="8521" h="6888" extrusionOk="0">
                  <a:moveTo>
                    <a:pt x="6361" y="1"/>
                  </a:moveTo>
                  <a:lnTo>
                    <a:pt x="6361" y="1"/>
                  </a:lnTo>
                  <a:cubicBezTo>
                    <a:pt x="6460" y="2179"/>
                    <a:pt x="4772" y="4084"/>
                    <a:pt x="2552" y="4280"/>
                  </a:cubicBezTo>
                  <a:cubicBezTo>
                    <a:pt x="2414" y="4295"/>
                    <a:pt x="2276" y="4302"/>
                    <a:pt x="2140" y="4302"/>
                  </a:cubicBezTo>
                  <a:cubicBezTo>
                    <a:pt x="1369" y="4302"/>
                    <a:pt x="640" y="4074"/>
                    <a:pt x="40" y="3691"/>
                  </a:cubicBezTo>
                  <a:cubicBezTo>
                    <a:pt x="21" y="3966"/>
                    <a:pt x="0" y="4241"/>
                    <a:pt x="21" y="4516"/>
                  </a:cubicBezTo>
                  <a:cubicBezTo>
                    <a:pt x="40" y="5066"/>
                    <a:pt x="197" y="5634"/>
                    <a:pt x="550" y="6027"/>
                  </a:cubicBezTo>
                  <a:cubicBezTo>
                    <a:pt x="943" y="6479"/>
                    <a:pt x="1552" y="6694"/>
                    <a:pt x="2081" y="6832"/>
                  </a:cubicBezTo>
                  <a:cubicBezTo>
                    <a:pt x="2241" y="6871"/>
                    <a:pt x="2401" y="6888"/>
                    <a:pt x="2561" y="6888"/>
                  </a:cubicBezTo>
                  <a:cubicBezTo>
                    <a:pt x="2969" y="6888"/>
                    <a:pt x="3374" y="6777"/>
                    <a:pt x="3770" y="6636"/>
                  </a:cubicBezTo>
                  <a:cubicBezTo>
                    <a:pt x="4319" y="6440"/>
                    <a:pt x="4654" y="5890"/>
                    <a:pt x="5086" y="5477"/>
                  </a:cubicBezTo>
                  <a:cubicBezTo>
                    <a:pt x="5557" y="5045"/>
                    <a:pt x="6224" y="5105"/>
                    <a:pt x="6774" y="4888"/>
                  </a:cubicBezTo>
                  <a:cubicBezTo>
                    <a:pt x="7285" y="4692"/>
                    <a:pt x="7717" y="4398"/>
                    <a:pt x="8188" y="4123"/>
                  </a:cubicBezTo>
                  <a:cubicBezTo>
                    <a:pt x="8324" y="4024"/>
                    <a:pt x="8324" y="3828"/>
                    <a:pt x="8364" y="3652"/>
                  </a:cubicBezTo>
                  <a:cubicBezTo>
                    <a:pt x="8403" y="3416"/>
                    <a:pt x="8521" y="3082"/>
                    <a:pt x="8502" y="2828"/>
                  </a:cubicBezTo>
                  <a:cubicBezTo>
                    <a:pt x="8481" y="2689"/>
                    <a:pt x="8285" y="2611"/>
                    <a:pt x="8167" y="2532"/>
                  </a:cubicBezTo>
                  <a:cubicBezTo>
                    <a:pt x="7971" y="2435"/>
                    <a:pt x="7756" y="2336"/>
                    <a:pt x="7559" y="2239"/>
                  </a:cubicBezTo>
                  <a:cubicBezTo>
                    <a:pt x="7324" y="2100"/>
                    <a:pt x="6989" y="2022"/>
                    <a:pt x="6832" y="1786"/>
                  </a:cubicBezTo>
                  <a:cubicBezTo>
                    <a:pt x="6696" y="1571"/>
                    <a:pt x="6675" y="1257"/>
                    <a:pt x="6754" y="1001"/>
                  </a:cubicBezTo>
                  <a:cubicBezTo>
                    <a:pt x="6832" y="805"/>
                    <a:pt x="6892" y="472"/>
                    <a:pt x="6774" y="275"/>
                  </a:cubicBezTo>
                  <a:cubicBezTo>
                    <a:pt x="6675" y="98"/>
                    <a:pt x="6518" y="19"/>
                    <a:pt x="6361" y="1"/>
                  </a:cubicBezTo>
                  <a:close/>
                </a:path>
              </a:pathLst>
            </a:custGeom>
            <a:solidFill>
              <a:srgbClr val="D5A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9" name="Google Shape;979;p26"/>
            <p:cNvSpPr/>
            <p:nvPr/>
          </p:nvSpPr>
          <p:spPr>
            <a:xfrm>
              <a:off x="946011" y="3455789"/>
              <a:ext cx="159522" cy="143437"/>
            </a:xfrm>
            <a:custGeom>
              <a:avLst/>
              <a:gdLst/>
              <a:ahLst/>
              <a:cxnLst/>
              <a:rect l="l" t="t" r="r" b="b"/>
              <a:pathLst>
                <a:path w="3496" h="3144" extrusionOk="0">
                  <a:moveTo>
                    <a:pt x="3495" y="0"/>
                  </a:moveTo>
                  <a:cubicBezTo>
                    <a:pt x="3319" y="295"/>
                    <a:pt x="2927" y="570"/>
                    <a:pt x="2632" y="707"/>
                  </a:cubicBezTo>
                  <a:cubicBezTo>
                    <a:pt x="2220" y="924"/>
                    <a:pt x="1788" y="1100"/>
                    <a:pt x="1396" y="1374"/>
                  </a:cubicBezTo>
                  <a:cubicBezTo>
                    <a:pt x="1100" y="1591"/>
                    <a:pt x="807" y="1846"/>
                    <a:pt x="551" y="2102"/>
                  </a:cubicBezTo>
                  <a:cubicBezTo>
                    <a:pt x="433" y="2219"/>
                    <a:pt x="354" y="2337"/>
                    <a:pt x="257" y="2455"/>
                  </a:cubicBezTo>
                  <a:cubicBezTo>
                    <a:pt x="178" y="2552"/>
                    <a:pt x="61" y="2612"/>
                    <a:pt x="1" y="2730"/>
                  </a:cubicBezTo>
                  <a:lnTo>
                    <a:pt x="21" y="2749"/>
                  </a:lnTo>
                  <a:cubicBezTo>
                    <a:pt x="173" y="2570"/>
                    <a:pt x="365" y="2506"/>
                    <a:pt x="572" y="2506"/>
                  </a:cubicBezTo>
                  <a:cubicBezTo>
                    <a:pt x="979" y="2506"/>
                    <a:pt x="1443" y="2757"/>
                    <a:pt x="1768" y="2887"/>
                  </a:cubicBezTo>
                  <a:cubicBezTo>
                    <a:pt x="1906" y="2965"/>
                    <a:pt x="2024" y="3044"/>
                    <a:pt x="2160" y="3102"/>
                  </a:cubicBezTo>
                  <a:cubicBezTo>
                    <a:pt x="2222" y="3126"/>
                    <a:pt x="2237" y="3144"/>
                    <a:pt x="2264" y="3144"/>
                  </a:cubicBezTo>
                  <a:cubicBezTo>
                    <a:pt x="2280" y="3144"/>
                    <a:pt x="2300" y="3137"/>
                    <a:pt x="2338" y="3122"/>
                  </a:cubicBezTo>
                  <a:cubicBezTo>
                    <a:pt x="2396" y="3083"/>
                    <a:pt x="2456" y="3005"/>
                    <a:pt x="2495" y="2965"/>
                  </a:cubicBezTo>
                  <a:cubicBezTo>
                    <a:pt x="2691" y="2709"/>
                    <a:pt x="2867" y="2376"/>
                    <a:pt x="3005" y="2081"/>
                  </a:cubicBezTo>
                  <a:cubicBezTo>
                    <a:pt x="3319" y="1414"/>
                    <a:pt x="3417" y="707"/>
                    <a:pt x="3495" y="0"/>
                  </a:cubicBezTo>
                  <a:close/>
                </a:path>
              </a:pathLst>
            </a:custGeom>
            <a:solidFill>
              <a:srgbClr val="D5A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0" name="Google Shape;980;p26"/>
            <p:cNvSpPr/>
            <p:nvPr/>
          </p:nvSpPr>
          <p:spPr>
            <a:xfrm>
              <a:off x="629848" y="3316049"/>
              <a:ext cx="320733" cy="362151"/>
            </a:xfrm>
            <a:custGeom>
              <a:avLst/>
              <a:gdLst/>
              <a:ahLst/>
              <a:cxnLst/>
              <a:rect l="l" t="t" r="r" b="b"/>
              <a:pathLst>
                <a:path w="7029" h="7938" extrusionOk="0">
                  <a:moveTo>
                    <a:pt x="2977" y="1"/>
                  </a:moveTo>
                  <a:cubicBezTo>
                    <a:pt x="2788" y="1"/>
                    <a:pt x="2594" y="44"/>
                    <a:pt x="2435" y="99"/>
                  </a:cubicBezTo>
                  <a:cubicBezTo>
                    <a:pt x="1650" y="414"/>
                    <a:pt x="864" y="1120"/>
                    <a:pt x="530" y="1964"/>
                  </a:cubicBezTo>
                  <a:cubicBezTo>
                    <a:pt x="1" y="3299"/>
                    <a:pt x="79" y="5066"/>
                    <a:pt x="943" y="6225"/>
                  </a:cubicBezTo>
                  <a:cubicBezTo>
                    <a:pt x="1629" y="7167"/>
                    <a:pt x="2729" y="7814"/>
                    <a:pt x="3809" y="7913"/>
                  </a:cubicBezTo>
                  <a:cubicBezTo>
                    <a:pt x="3955" y="7929"/>
                    <a:pt x="4107" y="7937"/>
                    <a:pt x="4261" y="7937"/>
                  </a:cubicBezTo>
                  <a:cubicBezTo>
                    <a:pt x="5057" y="7937"/>
                    <a:pt x="5916" y="7707"/>
                    <a:pt x="6459" y="7049"/>
                  </a:cubicBezTo>
                  <a:cubicBezTo>
                    <a:pt x="6793" y="6657"/>
                    <a:pt x="6773" y="6146"/>
                    <a:pt x="7029" y="5733"/>
                  </a:cubicBezTo>
                  <a:cubicBezTo>
                    <a:pt x="6223" y="5557"/>
                    <a:pt x="5537" y="5165"/>
                    <a:pt x="4869" y="4576"/>
                  </a:cubicBezTo>
                  <a:cubicBezTo>
                    <a:pt x="4456" y="4202"/>
                    <a:pt x="4202" y="3515"/>
                    <a:pt x="4005" y="2966"/>
                  </a:cubicBezTo>
                  <a:cubicBezTo>
                    <a:pt x="3749" y="2180"/>
                    <a:pt x="3475" y="1160"/>
                    <a:pt x="3671" y="335"/>
                  </a:cubicBezTo>
                  <a:lnTo>
                    <a:pt x="3632" y="236"/>
                  </a:lnTo>
                  <a:lnTo>
                    <a:pt x="3632" y="236"/>
                  </a:lnTo>
                  <a:cubicBezTo>
                    <a:pt x="3632" y="273"/>
                    <a:pt x="3632" y="327"/>
                    <a:pt x="3648" y="366"/>
                  </a:cubicBezTo>
                  <a:lnTo>
                    <a:pt x="3648" y="366"/>
                  </a:lnTo>
                  <a:cubicBezTo>
                    <a:pt x="3518" y="92"/>
                    <a:pt x="3252" y="1"/>
                    <a:pt x="2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1" name="Google Shape;981;p26"/>
            <p:cNvSpPr/>
            <p:nvPr/>
          </p:nvSpPr>
          <p:spPr>
            <a:xfrm>
              <a:off x="785716" y="3323257"/>
              <a:ext cx="157697" cy="272594"/>
            </a:xfrm>
            <a:custGeom>
              <a:avLst/>
              <a:gdLst/>
              <a:ahLst/>
              <a:cxnLst/>
              <a:rect l="l" t="t" r="r" b="b"/>
              <a:pathLst>
                <a:path w="3456" h="5975" extrusionOk="0">
                  <a:moveTo>
                    <a:pt x="148" y="0"/>
                  </a:moveTo>
                  <a:cubicBezTo>
                    <a:pt x="66" y="0"/>
                    <a:pt x="67" y="77"/>
                    <a:pt x="40" y="295"/>
                  </a:cubicBezTo>
                  <a:cubicBezTo>
                    <a:pt x="1" y="589"/>
                    <a:pt x="1" y="884"/>
                    <a:pt x="1" y="1178"/>
                  </a:cubicBezTo>
                  <a:cubicBezTo>
                    <a:pt x="1" y="2454"/>
                    <a:pt x="255" y="3847"/>
                    <a:pt x="1139" y="4732"/>
                  </a:cubicBezTo>
                  <a:cubicBezTo>
                    <a:pt x="1511" y="5085"/>
                    <a:pt x="1943" y="5379"/>
                    <a:pt x="2375" y="5654"/>
                  </a:cubicBezTo>
                  <a:cubicBezTo>
                    <a:pt x="2592" y="5792"/>
                    <a:pt x="2807" y="5850"/>
                    <a:pt x="3063" y="5928"/>
                  </a:cubicBezTo>
                  <a:cubicBezTo>
                    <a:pt x="3168" y="5958"/>
                    <a:pt x="3238" y="5975"/>
                    <a:pt x="3287" y="5975"/>
                  </a:cubicBezTo>
                  <a:cubicBezTo>
                    <a:pt x="3404" y="5975"/>
                    <a:pt x="3400" y="5878"/>
                    <a:pt x="3456" y="5614"/>
                  </a:cubicBezTo>
                  <a:cubicBezTo>
                    <a:pt x="2572" y="5595"/>
                    <a:pt x="1650" y="4790"/>
                    <a:pt x="1197" y="3965"/>
                  </a:cubicBezTo>
                  <a:cubicBezTo>
                    <a:pt x="569" y="2808"/>
                    <a:pt x="315" y="1295"/>
                    <a:pt x="315" y="39"/>
                  </a:cubicBezTo>
                  <a:cubicBezTo>
                    <a:pt x="237" y="15"/>
                    <a:pt x="184" y="0"/>
                    <a:pt x="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2" name="Google Shape;982;p26"/>
            <p:cNvSpPr/>
            <p:nvPr/>
          </p:nvSpPr>
          <p:spPr>
            <a:xfrm>
              <a:off x="1032935" y="3268693"/>
              <a:ext cx="1076822" cy="399060"/>
            </a:xfrm>
            <a:custGeom>
              <a:avLst/>
              <a:gdLst/>
              <a:ahLst/>
              <a:cxnLst/>
              <a:rect l="l" t="t" r="r" b="b"/>
              <a:pathLst>
                <a:path w="23599" h="8747" extrusionOk="0">
                  <a:moveTo>
                    <a:pt x="16719" y="1"/>
                  </a:moveTo>
                  <a:cubicBezTo>
                    <a:pt x="13036" y="1"/>
                    <a:pt x="8654" y="72"/>
                    <a:pt x="5655" y="352"/>
                  </a:cubicBezTo>
                  <a:cubicBezTo>
                    <a:pt x="4653" y="450"/>
                    <a:pt x="1729" y="2119"/>
                    <a:pt x="1041" y="3120"/>
                  </a:cubicBezTo>
                  <a:cubicBezTo>
                    <a:pt x="472" y="3983"/>
                    <a:pt x="98" y="6418"/>
                    <a:pt x="1" y="6791"/>
                  </a:cubicBezTo>
                  <a:cubicBezTo>
                    <a:pt x="1" y="6791"/>
                    <a:pt x="1001" y="7852"/>
                    <a:pt x="1394" y="8067"/>
                  </a:cubicBezTo>
                  <a:cubicBezTo>
                    <a:pt x="1826" y="8323"/>
                    <a:pt x="3318" y="8616"/>
                    <a:pt x="3357" y="8616"/>
                  </a:cubicBezTo>
                  <a:cubicBezTo>
                    <a:pt x="3391" y="8616"/>
                    <a:pt x="5870" y="8747"/>
                    <a:pt x="7113" y="8747"/>
                  </a:cubicBezTo>
                  <a:cubicBezTo>
                    <a:pt x="7322" y="8747"/>
                    <a:pt x="7497" y="8743"/>
                    <a:pt x="7618" y="8734"/>
                  </a:cubicBezTo>
                  <a:cubicBezTo>
                    <a:pt x="11367" y="8519"/>
                    <a:pt x="23559" y="7910"/>
                    <a:pt x="23559" y="7910"/>
                  </a:cubicBezTo>
                  <a:lnTo>
                    <a:pt x="23599" y="77"/>
                  </a:lnTo>
                  <a:cubicBezTo>
                    <a:pt x="23599" y="77"/>
                    <a:pt x="20534" y="1"/>
                    <a:pt x="167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3" name="Google Shape;983;p26"/>
            <p:cNvSpPr/>
            <p:nvPr/>
          </p:nvSpPr>
          <p:spPr>
            <a:xfrm>
              <a:off x="1032935" y="3262260"/>
              <a:ext cx="1076822" cy="405493"/>
            </a:xfrm>
            <a:custGeom>
              <a:avLst/>
              <a:gdLst/>
              <a:ahLst/>
              <a:cxnLst/>
              <a:rect l="l" t="t" r="r" b="b"/>
              <a:pathLst>
                <a:path w="23599" h="8888" extrusionOk="0">
                  <a:moveTo>
                    <a:pt x="18998" y="1"/>
                  </a:moveTo>
                  <a:cubicBezTo>
                    <a:pt x="17981" y="1"/>
                    <a:pt x="16903" y="37"/>
                    <a:pt x="15883" y="140"/>
                  </a:cubicBezTo>
                  <a:cubicBezTo>
                    <a:pt x="14705" y="2632"/>
                    <a:pt x="12958" y="4242"/>
                    <a:pt x="10170" y="5852"/>
                  </a:cubicBezTo>
                  <a:cubicBezTo>
                    <a:pt x="8156" y="7013"/>
                    <a:pt x="5892" y="7488"/>
                    <a:pt x="3796" y="7488"/>
                  </a:cubicBezTo>
                  <a:cubicBezTo>
                    <a:pt x="2419" y="7488"/>
                    <a:pt x="1114" y="7283"/>
                    <a:pt x="1" y="6932"/>
                  </a:cubicBezTo>
                  <a:lnTo>
                    <a:pt x="1" y="6932"/>
                  </a:lnTo>
                  <a:cubicBezTo>
                    <a:pt x="216" y="7325"/>
                    <a:pt x="1100" y="8051"/>
                    <a:pt x="1394" y="8208"/>
                  </a:cubicBezTo>
                  <a:cubicBezTo>
                    <a:pt x="1826" y="8464"/>
                    <a:pt x="3279" y="8757"/>
                    <a:pt x="3318" y="8757"/>
                  </a:cubicBezTo>
                  <a:cubicBezTo>
                    <a:pt x="3352" y="8757"/>
                    <a:pt x="5817" y="8888"/>
                    <a:pt x="7055" y="8888"/>
                  </a:cubicBezTo>
                  <a:cubicBezTo>
                    <a:pt x="7264" y="8888"/>
                    <a:pt x="7437" y="8884"/>
                    <a:pt x="7559" y="8875"/>
                  </a:cubicBezTo>
                  <a:cubicBezTo>
                    <a:pt x="11328" y="8660"/>
                    <a:pt x="23559" y="8051"/>
                    <a:pt x="23559" y="8051"/>
                  </a:cubicBezTo>
                  <a:lnTo>
                    <a:pt x="23599" y="218"/>
                  </a:lnTo>
                  <a:cubicBezTo>
                    <a:pt x="23599" y="218"/>
                    <a:pt x="21483" y="1"/>
                    <a:pt x="189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4" name="Google Shape;984;p26"/>
            <p:cNvSpPr/>
            <p:nvPr/>
          </p:nvSpPr>
          <p:spPr>
            <a:xfrm>
              <a:off x="1217504" y="3175989"/>
              <a:ext cx="2255673" cy="495734"/>
            </a:xfrm>
            <a:custGeom>
              <a:avLst/>
              <a:gdLst/>
              <a:ahLst/>
              <a:cxnLst/>
              <a:rect l="l" t="t" r="r" b="b"/>
              <a:pathLst>
                <a:path w="49434" h="10866" extrusionOk="0">
                  <a:moveTo>
                    <a:pt x="30430" y="1"/>
                  </a:moveTo>
                  <a:cubicBezTo>
                    <a:pt x="16930" y="1"/>
                    <a:pt x="1354" y="1775"/>
                    <a:pt x="1354" y="1775"/>
                  </a:cubicBezTo>
                  <a:lnTo>
                    <a:pt x="0" y="10865"/>
                  </a:lnTo>
                  <a:lnTo>
                    <a:pt x="0" y="10865"/>
                  </a:lnTo>
                  <a:lnTo>
                    <a:pt x="49434" y="10708"/>
                  </a:lnTo>
                  <a:cubicBezTo>
                    <a:pt x="49434" y="10708"/>
                    <a:pt x="46783" y="1560"/>
                    <a:pt x="44270" y="1029"/>
                  </a:cubicBezTo>
                  <a:cubicBezTo>
                    <a:pt x="40680" y="272"/>
                    <a:pt x="35714" y="1"/>
                    <a:pt x="30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5" name="Google Shape;985;p26"/>
            <p:cNvSpPr/>
            <p:nvPr/>
          </p:nvSpPr>
          <p:spPr>
            <a:xfrm>
              <a:off x="2160702" y="3178133"/>
              <a:ext cx="1312456" cy="497148"/>
            </a:xfrm>
            <a:custGeom>
              <a:avLst/>
              <a:gdLst/>
              <a:ahLst/>
              <a:cxnLst/>
              <a:rect l="l" t="t" r="r" b="b"/>
              <a:pathLst>
                <a:path w="28763" h="10897" extrusionOk="0">
                  <a:moveTo>
                    <a:pt x="12958" y="0"/>
                  </a:moveTo>
                  <a:cubicBezTo>
                    <a:pt x="12840" y="3751"/>
                    <a:pt x="7089" y="8423"/>
                    <a:pt x="1" y="10897"/>
                  </a:cubicBezTo>
                  <a:lnTo>
                    <a:pt x="28763" y="10661"/>
                  </a:lnTo>
                  <a:cubicBezTo>
                    <a:pt x="28763" y="10661"/>
                    <a:pt x="26112" y="1513"/>
                    <a:pt x="23599" y="982"/>
                  </a:cubicBezTo>
                  <a:cubicBezTo>
                    <a:pt x="20753" y="374"/>
                    <a:pt x="17023" y="79"/>
                    <a:pt x="129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6" name="Google Shape;986;p26"/>
            <p:cNvSpPr/>
            <p:nvPr/>
          </p:nvSpPr>
          <p:spPr>
            <a:xfrm>
              <a:off x="1110869" y="3240818"/>
              <a:ext cx="349389" cy="434463"/>
            </a:xfrm>
            <a:custGeom>
              <a:avLst/>
              <a:gdLst/>
              <a:ahLst/>
              <a:cxnLst/>
              <a:rect l="l" t="t" r="r" b="b"/>
              <a:pathLst>
                <a:path w="7657" h="9523" extrusionOk="0">
                  <a:moveTo>
                    <a:pt x="7225" y="0"/>
                  </a:moveTo>
                  <a:lnTo>
                    <a:pt x="3397" y="178"/>
                  </a:lnTo>
                  <a:lnTo>
                    <a:pt x="0" y="9523"/>
                  </a:lnTo>
                  <a:lnTo>
                    <a:pt x="7657" y="9523"/>
                  </a:lnTo>
                  <a:lnTo>
                    <a:pt x="72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7" name="Google Shape;987;p26"/>
            <p:cNvSpPr/>
            <p:nvPr/>
          </p:nvSpPr>
          <p:spPr>
            <a:xfrm>
              <a:off x="1694921" y="3170971"/>
              <a:ext cx="538434" cy="428167"/>
            </a:xfrm>
            <a:custGeom>
              <a:avLst/>
              <a:gdLst/>
              <a:ahLst/>
              <a:cxnLst/>
              <a:rect l="l" t="t" r="r" b="b"/>
              <a:pathLst>
                <a:path w="11800" h="9385" extrusionOk="0">
                  <a:moveTo>
                    <a:pt x="11800" y="0"/>
                  </a:moveTo>
                  <a:lnTo>
                    <a:pt x="0" y="845"/>
                  </a:lnTo>
                  <a:lnTo>
                    <a:pt x="1100" y="9384"/>
                  </a:lnTo>
                  <a:lnTo>
                    <a:pt x="11132" y="9384"/>
                  </a:lnTo>
                  <a:lnTo>
                    <a:pt x="118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8" name="Google Shape;988;p26"/>
            <p:cNvSpPr/>
            <p:nvPr/>
          </p:nvSpPr>
          <p:spPr>
            <a:xfrm>
              <a:off x="693412" y="3733449"/>
              <a:ext cx="2823033" cy="43937"/>
            </a:xfrm>
            <a:custGeom>
              <a:avLst/>
              <a:gdLst/>
              <a:ahLst/>
              <a:cxnLst/>
              <a:rect l="l" t="t" r="r" b="b"/>
              <a:pathLst>
                <a:path w="60920" h="963" extrusionOk="0">
                  <a:moveTo>
                    <a:pt x="1" y="0"/>
                  </a:moveTo>
                  <a:lnTo>
                    <a:pt x="1" y="963"/>
                  </a:lnTo>
                  <a:lnTo>
                    <a:pt x="60920" y="963"/>
                  </a:lnTo>
                  <a:lnTo>
                    <a:pt x="609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89" name="Google Shape;989;p26"/>
            <p:cNvSpPr/>
            <p:nvPr/>
          </p:nvSpPr>
          <p:spPr>
            <a:xfrm>
              <a:off x="1745067" y="3854389"/>
              <a:ext cx="575166" cy="630594"/>
            </a:xfrm>
            <a:custGeom>
              <a:avLst/>
              <a:gdLst/>
              <a:ahLst/>
              <a:cxnLst/>
              <a:rect l="l" t="t" r="r" b="b"/>
              <a:pathLst>
                <a:path w="12605" h="13822" extrusionOk="0">
                  <a:moveTo>
                    <a:pt x="6303" y="0"/>
                  </a:moveTo>
                  <a:lnTo>
                    <a:pt x="5440" y="1904"/>
                  </a:lnTo>
                  <a:lnTo>
                    <a:pt x="60" y="1904"/>
                  </a:lnTo>
                  <a:lnTo>
                    <a:pt x="60" y="2749"/>
                  </a:lnTo>
                  <a:lnTo>
                    <a:pt x="5047" y="2749"/>
                  </a:lnTo>
                  <a:lnTo>
                    <a:pt x="4595" y="3749"/>
                  </a:lnTo>
                  <a:lnTo>
                    <a:pt x="60" y="3749"/>
                  </a:lnTo>
                  <a:lnTo>
                    <a:pt x="60" y="4299"/>
                  </a:lnTo>
                  <a:lnTo>
                    <a:pt x="4340" y="4299"/>
                  </a:lnTo>
                  <a:lnTo>
                    <a:pt x="1" y="13821"/>
                  </a:lnTo>
                  <a:lnTo>
                    <a:pt x="12604" y="13821"/>
                  </a:lnTo>
                  <a:lnTo>
                    <a:pt x="126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0" name="Google Shape;990;p26"/>
            <p:cNvSpPr/>
            <p:nvPr/>
          </p:nvSpPr>
          <p:spPr>
            <a:xfrm>
              <a:off x="2048774" y="2933645"/>
              <a:ext cx="246356" cy="251882"/>
            </a:xfrm>
            <a:custGeom>
              <a:avLst/>
              <a:gdLst/>
              <a:ahLst/>
              <a:cxnLst/>
              <a:rect l="l" t="t" r="r" b="b"/>
              <a:pathLst>
                <a:path w="5399" h="5521" extrusionOk="0">
                  <a:moveTo>
                    <a:pt x="3200" y="0"/>
                  </a:moveTo>
                  <a:lnTo>
                    <a:pt x="1865" y="1433"/>
                  </a:lnTo>
                  <a:cubicBezTo>
                    <a:pt x="1689" y="1590"/>
                    <a:pt x="1218" y="2218"/>
                    <a:pt x="904" y="2650"/>
                  </a:cubicBezTo>
                  <a:cubicBezTo>
                    <a:pt x="844" y="2631"/>
                    <a:pt x="805" y="2631"/>
                    <a:pt x="726" y="2631"/>
                  </a:cubicBezTo>
                  <a:cubicBezTo>
                    <a:pt x="412" y="2846"/>
                    <a:pt x="1" y="3789"/>
                    <a:pt x="59" y="4181"/>
                  </a:cubicBezTo>
                  <a:cubicBezTo>
                    <a:pt x="98" y="4574"/>
                    <a:pt x="393" y="4417"/>
                    <a:pt x="629" y="4712"/>
                  </a:cubicBezTo>
                  <a:cubicBezTo>
                    <a:pt x="766" y="4888"/>
                    <a:pt x="805" y="5320"/>
                    <a:pt x="1001" y="5458"/>
                  </a:cubicBezTo>
                  <a:cubicBezTo>
                    <a:pt x="1069" y="5502"/>
                    <a:pt x="1128" y="5520"/>
                    <a:pt x="1182" y="5520"/>
                  </a:cubicBezTo>
                  <a:cubicBezTo>
                    <a:pt x="1393" y="5520"/>
                    <a:pt x="1512" y="5229"/>
                    <a:pt x="1669" y="5026"/>
                  </a:cubicBezTo>
                  <a:cubicBezTo>
                    <a:pt x="1846" y="4810"/>
                    <a:pt x="2101" y="4613"/>
                    <a:pt x="2278" y="4378"/>
                  </a:cubicBezTo>
                  <a:cubicBezTo>
                    <a:pt x="2415" y="4181"/>
                    <a:pt x="2474" y="3966"/>
                    <a:pt x="2375" y="3789"/>
                  </a:cubicBezTo>
                  <a:lnTo>
                    <a:pt x="5399" y="2414"/>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1" name="Google Shape;991;p26"/>
            <p:cNvSpPr/>
            <p:nvPr/>
          </p:nvSpPr>
          <p:spPr>
            <a:xfrm>
              <a:off x="1857086" y="2984650"/>
              <a:ext cx="233808" cy="224919"/>
            </a:xfrm>
            <a:custGeom>
              <a:avLst/>
              <a:gdLst/>
              <a:ahLst/>
              <a:cxnLst/>
              <a:rect l="l" t="t" r="r" b="b"/>
              <a:pathLst>
                <a:path w="5124" h="4930" extrusionOk="0">
                  <a:moveTo>
                    <a:pt x="1728" y="1"/>
                  </a:moveTo>
                  <a:cubicBezTo>
                    <a:pt x="1696" y="1"/>
                    <a:pt x="0" y="2848"/>
                    <a:pt x="0" y="2848"/>
                  </a:cubicBezTo>
                  <a:lnTo>
                    <a:pt x="2689" y="3869"/>
                  </a:lnTo>
                  <a:cubicBezTo>
                    <a:pt x="2592" y="3948"/>
                    <a:pt x="2532" y="4065"/>
                    <a:pt x="2611" y="4280"/>
                  </a:cubicBezTo>
                  <a:cubicBezTo>
                    <a:pt x="2689" y="4516"/>
                    <a:pt x="3063" y="4673"/>
                    <a:pt x="3278" y="4752"/>
                  </a:cubicBezTo>
                  <a:cubicBezTo>
                    <a:pt x="3541" y="4843"/>
                    <a:pt x="3836" y="4929"/>
                    <a:pt x="4110" y="4929"/>
                  </a:cubicBezTo>
                  <a:cubicBezTo>
                    <a:pt x="4369" y="4929"/>
                    <a:pt x="4610" y="4853"/>
                    <a:pt x="4791" y="4634"/>
                  </a:cubicBezTo>
                  <a:cubicBezTo>
                    <a:pt x="5124" y="4241"/>
                    <a:pt x="5066" y="3534"/>
                    <a:pt x="4830" y="3063"/>
                  </a:cubicBezTo>
                  <a:cubicBezTo>
                    <a:pt x="4724" y="2834"/>
                    <a:pt x="4554" y="2237"/>
                    <a:pt x="4305" y="2237"/>
                  </a:cubicBezTo>
                  <a:cubicBezTo>
                    <a:pt x="4278" y="2237"/>
                    <a:pt x="4250" y="2244"/>
                    <a:pt x="4221" y="2259"/>
                  </a:cubicBezTo>
                  <a:lnTo>
                    <a:pt x="4142" y="2259"/>
                  </a:lnTo>
                  <a:lnTo>
                    <a:pt x="1728" y="1"/>
                  </a:lnTo>
                  <a:cubicBezTo>
                    <a:pt x="1728" y="1"/>
                    <a:pt x="1728" y="1"/>
                    <a:pt x="1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2" name="Google Shape;992;p26"/>
            <p:cNvSpPr/>
            <p:nvPr/>
          </p:nvSpPr>
          <p:spPr>
            <a:xfrm>
              <a:off x="645955" y="4116762"/>
              <a:ext cx="636082" cy="773028"/>
            </a:xfrm>
            <a:custGeom>
              <a:avLst/>
              <a:gdLst/>
              <a:ahLst/>
              <a:cxnLst/>
              <a:rect l="l" t="t" r="r" b="b"/>
              <a:pathLst>
                <a:path w="13940" h="16944" extrusionOk="0">
                  <a:moveTo>
                    <a:pt x="1" y="1"/>
                  </a:moveTo>
                  <a:lnTo>
                    <a:pt x="1" y="16944"/>
                  </a:lnTo>
                  <a:lnTo>
                    <a:pt x="13940" y="16944"/>
                  </a:lnTo>
                  <a:lnTo>
                    <a:pt x="139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3" name="Google Shape;993;p26"/>
            <p:cNvSpPr/>
            <p:nvPr/>
          </p:nvSpPr>
          <p:spPr>
            <a:xfrm>
              <a:off x="585040" y="4116762"/>
              <a:ext cx="753397" cy="52922"/>
            </a:xfrm>
            <a:custGeom>
              <a:avLst/>
              <a:gdLst/>
              <a:ahLst/>
              <a:cxnLst/>
              <a:rect l="l" t="t" r="r" b="b"/>
              <a:pathLst>
                <a:path w="16511" h="1160" extrusionOk="0">
                  <a:moveTo>
                    <a:pt x="1" y="1"/>
                  </a:moveTo>
                  <a:lnTo>
                    <a:pt x="1" y="1160"/>
                  </a:lnTo>
                  <a:lnTo>
                    <a:pt x="16511" y="1160"/>
                  </a:lnTo>
                  <a:lnTo>
                    <a:pt x="165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4" name="Google Shape;994;p26"/>
            <p:cNvSpPr/>
            <p:nvPr/>
          </p:nvSpPr>
          <p:spPr>
            <a:xfrm>
              <a:off x="848411" y="4169638"/>
              <a:ext cx="433622" cy="675395"/>
            </a:xfrm>
            <a:custGeom>
              <a:avLst/>
              <a:gdLst/>
              <a:ahLst/>
              <a:cxnLst/>
              <a:rect l="l" t="t" r="r" b="b"/>
              <a:pathLst>
                <a:path w="9503" h="14804" extrusionOk="0">
                  <a:moveTo>
                    <a:pt x="6027" y="1"/>
                  </a:moveTo>
                  <a:lnTo>
                    <a:pt x="1" y="14803"/>
                  </a:lnTo>
                  <a:lnTo>
                    <a:pt x="9503" y="14803"/>
                  </a:lnTo>
                  <a:lnTo>
                    <a:pt x="95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5" name="Google Shape;995;p26"/>
            <p:cNvSpPr/>
            <p:nvPr/>
          </p:nvSpPr>
          <p:spPr>
            <a:xfrm>
              <a:off x="601193" y="4844981"/>
              <a:ext cx="720270" cy="44801"/>
            </a:xfrm>
            <a:custGeom>
              <a:avLst/>
              <a:gdLst/>
              <a:ahLst/>
              <a:cxnLst/>
              <a:rect l="l" t="t" r="r" b="b"/>
              <a:pathLst>
                <a:path w="15785" h="982" extrusionOk="0">
                  <a:moveTo>
                    <a:pt x="0" y="0"/>
                  </a:moveTo>
                  <a:lnTo>
                    <a:pt x="0" y="982"/>
                  </a:lnTo>
                  <a:lnTo>
                    <a:pt x="15784" y="982"/>
                  </a:lnTo>
                  <a:lnTo>
                    <a:pt x="157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6" name="Google Shape;996;p26"/>
            <p:cNvSpPr/>
            <p:nvPr/>
          </p:nvSpPr>
          <p:spPr>
            <a:xfrm>
              <a:off x="532156" y="3997688"/>
              <a:ext cx="846619" cy="119120"/>
            </a:xfrm>
            <a:custGeom>
              <a:avLst/>
              <a:gdLst/>
              <a:ahLst/>
              <a:cxnLst/>
              <a:rect l="l" t="t" r="r" b="b"/>
              <a:pathLst>
                <a:path w="18554" h="2611" extrusionOk="0">
                  <a:moveTo>
                    <a:pt x="1" y="0"/>
                  </a:moveTo>
                  <a:lnTo>
                    <a:pt x="1" y="2611"/>
                  </a:lnTo>
                  <a:lnTo>
                    <a:pt x="18554" y="2611"/>
                  </a:lnTo>
                  <a:lnTo>
                    <a:pt x="185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7" name="Google Shape;997;p26"/>
            <p:cNvSpPr/>
            <p:nvPr/>
          </p:nvSpPr>
          <p:spPr>
            <a:xfrm>
              <a:off x="519653" y="3993770"/>
              <a:ext cx="880659" cy="23683"/>
            </a:xfrm>
            <a:custGeom>
              <a:avLst/>
              <a:gdLst/>
              <a:ahLst/>
              <a:cxnLst/>
              <a:rect l="l" t="t" r="r" b="b"/>
              <a:pathLst>
                <a:path w="19300" h="433" extrusionOk="0">
                  <a:moveTo>
                    <a:pt x="0" y="0"/>
                  </a:moveTo>
                  <a:lnTo>
                    <a:pt x="0" y="432"/>
                  </a:lnTo>
                  <a:lnTo>
                    <a:pt x="19299" y="432"/>
                  </a:lnTo>
                  <a:lnTo>
                    <a:pt x="19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8" name="Google Shape;998;p26"/>
            <p:cNvSpPr/>
            <p:nvPr/>
          </p:nvSpPr>
          <p:spPr>
            <a:xfrm>
              <a:off x="645948" y="3711100"/>
              <a:ext cx="524061" cy="282672"/>
            </a:xfrm>
            <a:custGeom>
              <a:avLst/>
              <a:gdLst/>
              <a:ahLst/>
              <a:cxnLst/>
              <a:rect l="l" t="t" r="r" b="b"/>
              <a:pathLst>
                <a:path w="11485" h="6283" extrusionOk="0">
                  <a:moveTo>
                    <a:pt x="1" y="0"/>
                  </a:moveTo>
                  <a:lnTo>
                    <a:pt x="1" y="6282"/>
                  </a:lnTo>
                  <a:lnTo>
                    <a:pt x="11485" y="6282"/>
                  </a:lnTo>
                  <a:lnTo>
                    <a:pt x="114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99" name="Google Shape;999;p26"/>
            <p:cNvSpPr/>
            <p:nvPr/>
          </p:nvSpPr>
          <p:spPr>
            <a:xfrm>
              <a:off x="691629" y="3759450"/>
              <a:ext cx="269719" cy="57347"/>
            </a:xfrm>
            <a:custGeom>
              <a:avLst/>
              <a:gdLst/>
              <a:ahLst/>
              <a:cxnLst/>
              <a:rect l="l" t="t" r="r" b="b"/>
              <a:pathLst>
                <a:path w="5911" h="1257" extrusionOk="0">
                  <a:moveTo>
                    <a:pt x="0" y="0"/>
                  </a:moveTo>
                  <a:lnTo>
                    <a:pt x="0" y="1257"/>
                  </a:lnTo>
                  <a:lnTo>
                    <a:pt x="5910" y="1257"/>
                  </a:lnTo>
                  <a:lnTo>
                    <a:pt x="59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0" name="Google Shape;1000;p26"/>
            <p:cNvSpPr/>
            <p:nvPr/>
          </p:nvSpPr>
          <p:spPr>
            <a:xfrm>
              <a:off x="702352" y="3769258"/>
              <a:ext cx="247315" cy="39463"/>
            </a:xfrm>
            <a:custGeom>
              <a:avLst/>
              <a:gdLst/>
              <a:ahLst/>
              <a:cxnLst/>
              <a:rect l="l" t="t" r="r" b="b"/>
              <a:pathLst>
                <a:path w="5420" h="865" extrusionOk="0">
                  <a:moveTo>
                    <a:pt x="1" y="0"/>
                  </a:moveTo>
                  <a:lnTo>
                    <a:pt x="1" y="864"/>
                  </a:lnTo>
                  <a:lnTo>
                    <a:pt x="5419" y="864"/>
                  </a:lnTo>
                  <a:lnTo>
                    <a:pt x="54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1" name="Google Shape;1001;p26"/>
            <p:cNvSpPr/>
            <p:nvPr/>
          </p:nvSpPr>
          <p:spPr>
            <a:xfrm>
              <a:off x="645955" y="3711090"/>
              <a:ext cx="524061" cy="286646"/>
            </a:xfrm>
            <a:custGeom>
              <a:avLst/>
              <a:gdLst/>
              <a:ahLst/>
              <a:cxnLst/>
              <a:rect l="l" t="t" r="r" b="b"/>
              <a:pathLst>
                <a:path w="11485" h="6283" extrusionOk="0">
                  <a:moveTo>
                    <a:pt x="7362" y="0"/>
                  </a:moveTo>
                  <a:lnTo>
                    <a:pt x="7362" y="5890"/>
                  </a:lnTo>
                  <a:lnTo>
                    <a:pt x="1" y="5890"/>
                  </a:lnTo>
                  <a:lnTo>
                    <a:pt x="1" y="6282"/>
                  </a:lnTo>
                  <a:lnTo>
                    <a:pt x="11485" y="6282"/>
                  </a:lnTo>
                  <a:lnTo>
                    <a:pt x="11485" y="5890"/>
                  </a:lnTo>
                  <a:lnTo>
                    <a:pt x="114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2" name="Google Shape;1002;p26"/>
            <p:cNvSpPr/>
            <p:nvPr/>
          </p:nvSpPr>
          <p:spPr>
            <a:xfrm>
              <a:off x="835863" y="3910778"/>
              <a:ext cx="32306" cy="32255"/>
            </a:xfrm>
            <a:custGeom>
              <a:avLst/>
              <a:gdLst/>
              <a:ahLst/>
              <a:cxnLst/>
              <a:rect l="l" t="t" r="r" b="b"/>
              <a:pathLst>
                <a:path w="708" h="707" extrusionOk="0">
                  <a:moveTo>
                    <a:pt x="354" y="0"/>
                  </a:moveTo>
                  <a:cubicBezTo>
                    <a:pt x="158" y="0"/>
                    <a:pt x="1" y="157"/>
                    <a:pt x="1" y="354"/>
                  </a:cubicBezTo>
                  <a:cubicBezTo>
                    <a:pt x="1" y="550"/>
                    <a:pt x="158" y="707"/>
                    <a:pt x="354" y="707"/>
                  </a:cubicBezTo>
                  <a:cubicBezTo>
                    <a:pt x="551" y="707"/>
                    <a:pt x="708" y="550"/>
                    <a:pt x="708" y="354"/>
                  </a:cubicBezTo>
                  <a:cubicBezTo>
                    <a:pt x="708" y="157"/>
                    <a:pt x="551" y="0"/>
                    <a:pt x="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3" name="Google Shape;1003;p26"/>
            <p:cNvSpPr/>
            <p:nvPr/>
          </p:nvSpPr>
          <p:spPr>
            <a:xfrm>
              <a:off x="835863" y="3851652"/>
              <a:ext cx="32306" cy="31434"/>
            </a:xfrm>
            <a:custGeom>
              <a:avLst/>
              <a:gdLst/>
              <a:ahLst/>
              <a:cxnLst/>
              <a:rect l="l" t="t" r="r" b="b"/>
              <a:pathLst>
                <a:path w="708" h="689" extrusionOk="0">
                  <a:moveTo>
                    <a:pt x="354" y="0"/>
                  </a:moveTo>
                  <a:cubicBezTo>
                    <a:pt x="158" y="0"/>
                    <a:pt x="1" y="157"/>
                    <a:pt x="1" y="354"/>
                  </a:cubicBezTo>
                  <a:cubicBezTo>
                    <a:pt x="1" y="550"/>
                    <a:pt x="158" y="688"/>
                    <a:pt x="354" y="688"/>
                  </a:cubicBezTo>
                  <a:cubicBezTo>
                    <a:pt x="551" y="688"/>
                    <a:pt x="708" y="550"/>
                    <a:pt x="708" y="354"/>
                  </a:cubicBezTo>
                  <a:cubicBezTo>
                    <a:pt x="708" y="157"/>
                    <a:pt x="551" y="0"/>
                    <a:pt x="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4" name="Google Shape;1004;p26"/>
            <p:cNvSpPr/>
            <p:nvPr/>
          </p:nvSpPr>
          <p:spPr>
            <a:xfrm>
              <a:off x="1169959" y="3763008"/>
              <a:ext cx="136206" cy="235595"/>
            </a:xfrm>
            <a:custGeom>
              <a:avLst/>
              <a:gdLst/>
              <a:ahLst/>
              <a:cxnLst/>
              <a:rect l="l" t="t" r="r" b="b"/>
              <a:pathLst>
                <a:path w="2985" h="5164" extrusionOk="0">
                  <a:moveTo>
                    <a:pt x="1" y="1"/>
                  </a:moveTo>
                  <a:lnTo>
                    <a:pt x="1" y="550"/>
                  </a:lnTo>
                  <a:lnTo>
                    <a:pt x="1100" y="550"/>
                  </a:lnTo>
                  <a:lnTo>
                    <a:pt x="1100" y="373"/>
                  </a:lnTo>
                  <a:cubicBezTo>
                    <a:pt x="1232" y="342"/>
                    <a:pt x="1366" y="327"/>
                    <a:pt x="1496" y="327"/>
                  </a:cubicBezTo>
                  <a:cubicBezTo>
                    <a:pt x="1775" y="327"/>
                    <a:pt x="2039" y="396"/>
                    <a:pt x="2239" y="530"/>
                  </a:cubicBezTo>
                  <a:cubicBezTo>
                    <a:pt x="2475" y="687"/>
                    <a:pt x="2613" y="904"/>
                    <a:pt x="2632" y="1218"/>
                  </a:cubicBezTo>
                  <a:cubicBezTo>
                    <a:pt x="2691" y="1708"/>
                    <a:pt x="2534" y="2160"/>
                    <a:pt x="2160" y="2553"/>
                  </a:cubicBezTo>
                  <a:cubicBezTo>
                    <a:pt x="1964" y="2768"/>
                    <a:pt x="1749" y="2964"/>
                    <a:pt x="1513" y="3161"/>
                  </a:cubicBezTo>
                  <a:cubicBezTo>
                    <a:pt x="1375" y="3278"/>
                    <a:pt x="1257" y="3377"/>
                    <a:pt x="1121" y="3495"/>
                  </a:cubicBezTo>
                  <a:cubicBezTo>
                    <a:pt x="668" y="3907"/>
                    <a:pt x="40" y="4477"/>
                    <a:pt x="40" y="5144"/>
                  </a:cubicBezTo>
                  <a:lnTo>
                    <a:pt x="315" y="5163"/>
                  </a:lnTo>
                  <a:cubicBezTo>
                    <a:pt x="315" y="4613"/>
                    <a:pt x="885" y="4084"/>
                    <a:pt x="1317" y="3691"/>
                  </a:cubicBezTo>
                  <a:cubicBezTo>
                    <a:pt x="1435" y="3593"/>
                    <a:pt x="1571" y="3475"/>
                    <a:pt x="1689" y="3377"/>
                  </a:cubicBezTo>
                  <a:cubicBezTo>
                    <a:pt x="1925" y="3181"/>
                    <a:pt x="2160" y="2964"/>
                    <a:pt x="2377" y="2749"/>
                  </a:cubicBezTo>
                  <a:cubicBezTo>
                    <a:pt x="2809" y="2278"/>
                    <a:pt x="2985" y="1747"/>
                    <a:pt x="2906" y="1179"/>
                  </a:cubicBezTo>
                  <a:cubicBezTo>
                    <a:pt x="2867" y="805"/>
                    <a:pt x="2691" y="491"/>
                    <a:pt x="2377" y="294"/>
                  </a:cubicBezTo>
                  <a:cubicBezTo>
                    <a:pt x="2135" y="124"/>
                    <a:pt x="1821" y="46"/>
                    <a:pt x="1487" y="46"/>
                  </a:cubicBezTo>
                  <a:cubicBezTo>
                    <a:pt x="1360" y="46"/>
                    <a:pt x="1230" y="58"/>
                    <a:pt x="1100" y="79"/>
                  </a:cubicBezTo>
                  <a:lnTo>
                    <a:pt x="11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5" name="Google Shape;1005;p26"/>
            <p:cNvSpPr/>
            <p:nvPr/>
          </p:nvSpPr>
          <p:spPr>
            <a:xfrm>
              <a:off x="1642949" y="4428452"/>
              <a:ext cx="760606" cy="65468"/>
            </a:xfrm>
            <a:custGeom>
              <a:avLst/>
              <a:gdLst/>
              <a:ahLst/>
              <a:cxnLst/>
              <a:rect l="l" t="t" r="r" b="b"/>
              <a:pathLst>
                <a:path w="16669" h="1435" extrusionOk="0">
                  <a:moveTo>
                    <a:pt x="1" y="0"/>
                  </a:moveTo>
                  <a:lnTo>
                    <a:pt x="1" y="1434"/>
                  </a:lnTo>
                  <a:lnTo>
                    <a:pt x="16669" y="1434"/>
                  </a:lnTo>
                  <a:lnTo>
                    <a:pt x="166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06" name="Google Shape;1006;p26"/>
            <p:cNvSpPr/>
            <p:nvPr/>
          </p:nvSpPr>
          <p:spPr>
            <a:xfrm>
              <a:off x="1642949" y="4428452"/>
              <a:ext cx="759694" cy="33213"/>
            </a:xfrm>
            <a:custGeom>
              <a:avLst/>
              <a:gdLst/>
              <a:ahLst/>
              <a:cxnLst/>
              <a:rect l="l" t="t" r="r" b="b"/>
              <a:pathLst>
                <a:path w="16649" h="728" extrusionOk="0">
                  <a:moveTo>
                    <a:pt x="1" y="0"/>
                  </a:moveTo>
                  <a:lnTo>
                    <a:pt x="1" y="728"/>
                  </a:lnTo>
                  <a:lnTo>
                    <a:pt x="16649" y="728"/>
                  </a:lnTo>
                  <a:lnTo>
                    <a:pt x="166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3619664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007"/>
        <p:cNvGrpSpPr/>
        <p:nvPr/>
      </p:nvGrpSpPr>
      <p:grpSpPr>
        <a:xfrm>
          <a:off x="0" y="0"/>
          <a:ext cx="0" cy="0"/>
          <a:chOff x="0" y="0"/>
          <a:chExt cx="0" cy="0"/>
        </a:xfrm>
      </p:grpSpPr>
      <p:sp>
        <p:nvSpPr>
          <p:cNvPr id="1008" name="Google Shape;1008;p27"/>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09" name="Google Shape;1009;p27"/>
          <p:cNvGrpSpPr/>
          <p:nvPr/>
        </p:nvGrpSpPr>
        <p:grpSpPr>
          <a:xfrm>
            <a:off x="-6366" y="166871"/>
            <a:ext cx="12198367" cy="6256543"/>
            <a:chOff x="-4775" y="125152"/>
            <a:chExt cx="9148775" cy="4692407"/>
          </a:xfrm>
        </p:grpSpPr>
        <p:grpSp>
          <p:nvGrpSpPr>
            <p:cNvPr id="1010" name="Google Shape;1010;p27"/>
            <p:cNvGrpSpPr/>
            <p:nvPr/>
          </p:nvGrpSpPr>
          <p:grpSpPr>
            <a:xfrm>
              <a:off x="-4775" y="636650"/>
              <a:ext cx="9148775" cy="3936950"/>
              <a:chOff x="-4775" y="636650"/>
              <a:chExt cx="9148775" cy="3936950"/>
            </a:xfrm>
          </p:grpSpPr>
          <p:sp>
            <p:nvSpPr>
              <p:cNvPr id="1011" name="Google Shape;1011;p2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2" name="Google Shape;1012;p2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3" name="Google Shape;1013;p2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4" name="Google Shape;1014;p2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5" name="Google Shape;1015;p2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6" name="Google Shape;1016;p2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017" name="Google Shape;1017;p27"/>
            <p:cNvGrpSpPr/>
            <p:nvPr/>
          </p:nvGrpSpPr>
          <p:grpSpPr>
            <a:xfrm rot="-5400000">
              <a:off x="4587067" y="895676"/>
              <a:ext cx="4692407" cy="3151360"/>
              <a:chOff x="-4775" y="1422240"/>
              <a:chExt cx="9148775" cy="3151360"/>
            </a:xfrm>
          </p:grpSpPr>
          <p:sp>
            <p:nvSpPr>
              <p:cNvPr id="1018" name="Google Shape;1018;p2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19" name="Google Shape;1019;p2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0" name="Google Shape;1020;p2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1" name="Google Shape;1021;p2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2" name="Google Shape;1022;p2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023" name="Google Shape;1023;p27"/>
            <p:cNvGrpSpPr/>
            <p:nvPr/>
          </p:nvGrpSpPr>
          <p:grpSpPr>
            <a:xfrm rot="-5400000">
              <a:off x="257322" y="502881"/>
              <a:ext cx="4692407" cy="3936950"/>
              <a:chOff x="-4775" y="636650"/>
              <a:chExt cx="9148775" cy="3936950"/>
            </a:xfrm>
          </p:grpSpPr>
          <p:sp>
            <p:nvSpPr>
              <p:cNvPr id="1024" name="Google Shape;1024;p2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5" name="Google Shape;1025;p2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6" name="Google Shape;1026;p2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7" name="Google Shape;1027;p2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8" name="Google Shape;1028;p2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29" name="Google Shape;1029;p2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sp>
        <p:nvSpPr>
          <p:cNvPr id="1030" name="Google Shape;1030;p27"/>
          <p:cNvSpPr/>
          <p:nvPr/>
        </p:nvSpPr>
        <p:spPr>
          <a:xfrm>
            <a:off x="2" y="6312002"/>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1" name="Google Shape;1031;p27"/>
          <p:cNvSpPr/>
          <p:nvPr/>
        </p:nvSpPr>
        <p:spPr>
          <a:xfrm>
            <a:off x="2" y="6312002"/>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32" name="Google Shape;1032;p27"/>
          <p:cNvGrpSpPr/>
          <p:nvPr/>
        </p:nvGrpSpPr>
        <p:grpSpPr>
          <a:xfrm flipH="1">
            <a:off x="10396836" y="4144526"/>
            <a:ext cx="1683377" cy="2350924"/>
            <a:chOff x="184251" y="2368040"/>
            <a:chExt cx="1786772" cy="2495320"/>
          </a:xfrm>
        </p:grpSpPr>
        <p:grpSp>
          <p:nvGrpSpPr>
            <p:cNvPr id="1033" name="Google Shape;1033;p27"/>
            <p:cNvGrpSpPr/>
            <p:nvPr/>
          </p:nvGrpSpPr>
          <p:grpSpPr>
            <a:xfrm flipH="1">
              <a:off x="868600" y="2998656"/>
              <a:ext cx="1102423" cy="1810818"/>
              <a:chOff x="456850" y="2998656"/>
              <a:chExt cx="1102423" cy="1810818"/>
            </a:xfrm>
          </p:grpSpPr>
          <p:sp>
            <p:nvSpPr>
              <p:cNvPr id="1034" name="Google Shape;1034;p27"/>
              <p:cNvSpPr/>
              <p:nvPr/>
            </p:nvSpPr>
            <p:spPr>
              <a:xfrm>
                <a:off x="676453" y="2998656"/>
                <a:ext cx="882755" cy="619678"/>
              </a:xfrm>
              <a:custGeom>
                <a:avLst/>
                <a:gdLst/>
                <a:ahLst/>
                <a:cxnLst/>
                <a:rect l="l" t="t" r="r" b="b"/>
                <a:pathLst>
                  <a:path w="59315" h="41638" extrusionOk="0">
                    <a:moveTo>
                      <a:pt x="2365" y="1"/>
                    </a:moveTo>
                    <a:lnTo>
                      <a:pt x="0" y="992"/>
                    </a:lnTo>
                    <a:lnTo>
                      <a:pt x="15571" y="38197"/>
                    </a:lnTo>
                    <a:lnTo>
                      <a:pt x="16817" y="41638"/>
                    </a:lnTo>
                    <a:lnTo>
                      <a:pt x="59315" y="41638"/>
                    </a:lnTo>
                    <a:lnTo>
                      <a:pt x="59315" y="39659"/>
                    </a:lnTo>
                    <a:lnTo>
                      <a:pt x="18366" y="38283"/>
                    </a:lnTo>
                    <a:lnTo>
                      <a:pt x="23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5" name="Google Shape;1035;p27"/>
              <p:cNvSpPr/>
              <p:nvPr/>
            </p:nvSpPr>
            <p:spPr>
              <a:xfrm>
                <a:off x="1024047" y="3400690"/>
                <a:ext cx="197848" cy="215097"/>
              </a:xfrm>
              <a:custGeom>
                <a:avLst/>
                <a:gdLst/>
                <a:ahLst/>
                <a:cxnLst/>
                <a:rect l="l" t="t" r="r" b="b"/>
                <a:pathLst>
                  <a:path w="13294" h="14453" extrusionOk="0">
                    <a:moveTo>
                      <a:pt x="10926" y="5551"/>
                    </a:moveTo>
                    <a:lnTo>
                      <a:pt x="10926" y="9422"/>
                    </a:lnTo>
                    <a:lnTo>
                      <a:pt x="9164" y="9422"/>
                    </a:lnTo>
                    <a:lnTo>
                      <a:pt x="9164" y="5551"/>
                    </a:lnTo>
                    <a:close/>
                    <a:moveTo>
                      <a:pt x="45" y="0"/>
                    </a:moveTo>
                    <a:lnTo>
                      <a:pt x="0" y="14453"/>
                    </a:lnTo>
                    <a:lnTo>
                      <a:pt x="9164" y="14453"/>
                    </a:lnTo>
                    <a:lnTo>
                      <a:pt x="9164" y="11184"/>
                    </a:lnTo>
                    <a:lnTo>
                      <a:pt x="13249" y="11184"/>
                    </a:lnTo>
                    <a:lnTo>
                      <a:pt x="13293" y="4260"/>
                    </a:lnTo>
                    <a:lnTo>
                      <a:pt x="9164" y="4260"/>
                    </a:lnTo>
                    <a:lnTo>
                      <a:pt x="91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nvGrpSpPr>
              <p:cNvPr id="1036" name="Google Shape;1036;p27"/>
              <p:cNvGrpSpPr/>
              <p:nvPr/>
            </p:nvGrpSpPr>
            <p:grpSpPr>
              <a:xfrm>
                <a:off x="456850" y="3615778"/>
                <a:ext cx="1102423" cy="1193696"/>
                <a:chOff x="456850" y="3615778"/>
                <a:chExt cx="1102423" cy="1193696"/>
              </a:xfrm>
            </p:grpSpPr>
            <p:sp>
              <p:nvSpPr>
                <p:cNvPr id="1037" name="Google Shape;1037;p27"/>
                <p:cNvSpPr/>
                <p:nvPr/>
              </p:nvSpPr>
              <p:spPr>
                <a:xfrm>
                  <a:off x="456850" y="3615786"/>
                  <a:ext cx="1102347" cy="1149125"/>
                </a:xfrm>
                <a:custGeom>
                  <a:avLst/>
                  <a:gdLst/>
                  <a:ahLst/>
                  <a:cxnLst/>
                  <a:rect l="l" t="t" r="r" b="b"/>
                  <a:pathLst>
                    <a:path w="74070" h="98892" extrusionOk="0">
                      <a:moveTo>
                        <a:pt x="0" y="1"/>
                      </a:moveTo>
                      <a:lnTo>
                        <a:pt x="0" y="15056"/>
                      </a:lnTo>
                      <a:lnTo>
                        <a:pt x="14583" y="15056"/>
                      </a:lnTo>
                      <a:lnTo>
                        <a:pt x="14583" y="98892"/>
                      </a:lnTo>
                      <a:lnTo>
                        <a:pt x="65168" y="98892"/>
                      </a:lnTo>
                      <a:lnTo>
                        <a:pt x="65168" y="15056"/>
                      </a:lnTo>
                      <a:lnTo>
                        <a:pt x="74070" y="15056"/>
                      </a:lnTo>
                      <a:lnTo>
                        <a:pt x="74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8" name="Google Shape;1038;p27"/>
                <p:cNvSpPr/>
                <p:nvPr/>
              </p:nvSpPr>
              <p:spPr>
                <a:xfrm>
                  <a:off x="456854" y="3615778"/>
                  <a:ext cx="1102347" cy="61480"/>
                </a:xfrm>
                <a:custGeom>
                  <a:avLst/>
                  <a:gdLst/>
                  <a:ahLst/>
                  <a:cxnLst/>
                  <a:rect l="l" t="t" r="r" b="b"/>
                  <a:pathLst>
                    <a:path w="74070" h="4131" extrusionOk="0">
                      <a:moveTo>
                        <a:pt x="0" y="1"/>
                      </a:moveTo>
                      <a:lnTo>
                        <a:pt x="0" y="4130"/>
                      </a:lnTo>
                      <a:lnTo>
                        <a:pt x="74070" y="4130"/>
                      </a:lnTo>
                      <a:lnTo>
                        <a:pt x="74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39" name="Google Shape;1039;p27"/>
                <p:cNvSpPr/>
                <p:nvPr/>
              </p:nvSpPr>
              <p:spPr>
                <a:xfrm>
                  <a:off x="456850" y="4735808"/>
                  <a:ext cx="1102423" cy="73666"/>
                </a:xfrm>
                <a:custGeom>
                  <a:avLst/>
                  <a:gdLst/>
                  <a:ahLst/>
                  <a:cxnLst/>
                  <a:rect l="l" t="t" r="r" b="b"/>
                  <a:pathLst>
                    <a:path w="58283" h="4949" extrusionOk="0">
                      <a:moveTo>
                        <a:pt x="1" y="0"/>
                      </a:moveTo>
                      <a:lnTo>
                        <a:pt x="1" y="4948"/>
                      </a:lnTo>
                      <a:lnTo>
                        <a:pt x="58283" y="4948"/>
                      </a:lnTo>
                      <a:lnTo>
                        <a:pt x="58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
            <p:nvSpPr>
              <p:cNvPr id="1040" name="Google Shape;1040;p27"/>
              <p:cNvSpPr/>
              <p:nvPr/>
            </p:nvSpPr>
            <p:spPr>
              <a:xfrm>
                <a:off x="1024716" y="3437198"/>
                <a:ext cx="135714" cy="20508"/>
              </a:xfrm>
              <a:custGeom>
                <a:avLst/>
                <a:gdLst/>
                <a:ahLst/>
                <a:cxnLst/>
                <a:rect l="l" t="t" r="r" b="b"/>
                <a:pathLst>
                  <a:path w="9119" h="1378" extrusionOk="0">
                    <a:moveTo>
                      <a:pt x="0" y="1"/>
                    </a:moveTo>
                    <a:lnTo>
                      <a:pt x="0" y="1332"/>
                    </a:lnTo>
                    <a:lnTo>
                      <a:pt x="9119" y="1377"/>
                    </a:lnTo>
                    <a:lnTo>
                      <a:pt x="9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1" name="Google Shape;1041;p27"/>
              <p:cNvSpPr/>
              <p:nvPr/>
            </p:nvSpPr>
            <p:spPr>
              <a:xfrm>
                <a:off x="1024047" y="3594689"/>
                <a:ext cx="136383" cy="14094"/>
              </a:xfrm>
              <a:custGeom>
                <a:avLst/>
                <a:gdLst/>
                <a:ahLst/>
                <a:cxnLst/>
                <a:rect l="l" t="t" r="r" b="b"/>
                <a:pathLst>
                  <a:path w="9164" h="947" extrusionOk="0">
                    <a:moveTo>
                      <a:pt x="45" y="0"/>
                    </a:moveTo>
                    <a:lnTo>
                      <a:pt x="0" y="946"/>
                    </a:lnTo>
                    <a:lnTo>
                      <a:pt x="9164" y="946"/>
                    </a:lnTo>
                    <a:lnTo>
                      <a:pt x="9164" y="41"/>
                    </a:lnTo>
                    <a:lnTo>
                      <a:pt x="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nvGrpSpPr>
            <p:cNvPr id="1042" name="Google Shape;1042;p27"/>
            <p:cNvGrpSpPr/>
            <p:nvPr/>
          </p:nvGrpSpPr>
          <p:grpSpPr>
            <a:xfrm flipH="1">
              <a:off x="184251" y="2368040"/>
              <a:ext cx="804574" cy="2495320"/>
              <a:chOff x="2486767" y="2118470"/>
              <a:chExt cx="885120" cy="2745127"/>
            </a:xfrm>
          </p:grpSpPr>
          <p:sp>
            <p:nvSpPr>
              <p:cNvPr id="1043" name="Google Shape;1043;p27"/>
              <p:cNvSpPr/>
              <p:nvPr/>
            </p:nvSpPr>
            <p:spPr>
              <a:xfrm>
                <a:off x="3095139" y="4661535"/>
                <a:ext cx="162078" cy="178384"/>
              </a:xfrm>
              <a:custGeom>
                <a:avLst/>
                <a:gdLst/>
                <a:ahLst/>
                <a:cxnLst/>
                <a:rect l="l" t="t" r="r" b="b"/>
                <a:pathLst>
                  <a:path w="3552" h="3910" extrusionOk="0">
                    <a:moveTo>
                      <a:pt x="62" y="3837"/>
                    </a:moveTo>
                    <a:cubicBezTo>
                      <a:pt x="54" y="3839"/>
                      <a:pt x="46" y="3841"/>
                      <a:pt x="38" y="3844"/>
                    </a:cubicBezTo>
                    <a:lnTo>
                      <a:pt x="77" y="3864"/>
                    </a:lnTo>
                    <a:cubicBezTo>
                      <a:pt x="72" y="3858"/>
                      <a:pt x="67" y="3849"/>
                      <a:pt x="62" y="3837"/>
                    </a:cubicBezTo>
                    <a:close/>
                    <a:moveTo>
                      <a:pt x="1895" y="1"/>
                    </a:moveTo>
                    <a:cubicBezTo>
                      <a:pt x="1711" y="1"/>
                      <a:pt x="1529" y="26"/>
                      <a:pt x="1392" y="95"/>
                    </a:cubicBezTo>
                    <a:cubicBezTo>
                      <a:pt x="1059" y="291"/>
                      <a:pt x="823" y="702"/>
                      <a:pt x="666" y="1056"/>
                    </a:cubicBezTo>
                    <a:cubicBezTo>
                      <a:pt x="392" y="1763"/>
                      <a:pt x="117" y="2451"/>
                      <a:pt x="18" y="3197"/>
                    </a:cubicBezTo>
                    <a:cubicBezTo>
                      <a:pt x="1" y="3320"/>
                      <a:pt x="15" y="3718"/>
                      <a:pt x="62" y="3837"/>
                    </a:cubicBezTo>
                    <a:lnTo>
                      <a:pt x="62" y="3837"/>
                    </a:lnTo>
                    <a:cubicBezTo>
                      <a:pt x="194" y="3798"/>
                      <a:pt x="343" y="3784"/>
                      <a:pt x="499" y="3784"/>
                    </a:cubicBezTo>
                    <a:cubicBezTo>
                      <a:pt x="851" y="3784"/>
                      <a:pt x="1236" y="3856"/>
                      <a:pt x="1530" y="3883"/>
                    </a:cubicBezTo>
                    <a:cubicBezTo>
                      <a:pt x="1722" y="3898"/>
                      <a:pt x="1924" y="3910"/>
                      <a:pt x="2128" y="3910"/>
                    </a:cubicBezTo>
                    <a:cubicBezTo>
                      <a:pt x="2468" y="3910"/>
                      <a:pt x="2813" y="3876"/>
                      <a:pt x="3120" y="3765"/>
                    </a:cubicBezTo>
                    <a:cubicBezTo>
                      <a:pt x="3552" y="3628"/>
                      <a:pt x="3454" y="3118"/>
                      <a:pt x="3454" y="2725"/>
                    </a:cubicBezTo>
                    <a:cubicBezTo>
                      <a:pt x="3454" y="2587"/>
                      <a:pt x="3473" y="2430"/>
                      <a:pt x="3454" y="2293"/>
                    </a:cubicBezTo>
                    <a:cubicBezTo>
                      <a:pt x="3434" y="2097"/>
                      <a:pt x="3297" y="1998"/>
                      <a:pt x="3219" y="1841"/>
                    </a:cubicBezTo>
                    <a:cubicBezTo>
                      <a:pt x="3140" y="1704"/>
                      <a:pt x="3120" y="1547"/>
                      <a:pt x="3041" y="1409"/>
                    </a:cubicBezTo>
                    <a:cubicBezTo>
                      <a:pt x="2944" y="1273"/>
                      <a:pt x="2806" y="1116"/>
                      <a:pt x="2766" y="938"/>
                    </a:cubicBezTo>
                    <a:cubicBezTo>
                      <a:pt x="2688" y="605"/>
                      <a:pt x="2904" y="114"/>
                      <a:pt x="2413" y="55"/>
                    </a:cubicBezTo>
                    <a:cubicBezTo>
                      <a:pt x="2266" y="26"/>
                      <a:pt x="2080" y="1"/>
                      <a:pt x="1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4" name="Google Shape;1044;p27"/>
              <p:cNvSpPr/>
              <p:nvPr/>
            </p:nvSpPr>
            <p:spPr>
              <a:xfrm>
                <a:off x="3067259" y="4571750"/>
                <a:ext cx="140723" cy="178338"/>
              </a:xfrm>
              <a:custGeom>
                <a:avLst/>
                <a:gdLst/>
                <a:ahLst/>
                <a:cxnLst/>
                <a:rect l="l" t="t" r="r" b="b"/>
                <a:pathLst>
                  <a:path w="3084" h="3909" extrusionOk="0">
                    <a:moveTo>
                      <a:pt x="100" y="1"/>
                    </a:moveTo>
                    <a:lnTo>
                      <a:pt x="1" y="3830"/>
                    </a:lnTo>
                    <a:lnTo>
                      <a:pt x="3005" y="3908"/>
                    </a:lnTo>
                    <a:lnTo>
                      <a:pt x="3084" y="79"/>
                    </a:lnTo>
                    <a:lnTo>
                      <a:pt x="1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5" name="Google Shape;1045;p27"/>
              <p:cNvSpPr/>
              <p:nvPr/>
            </p:nvSpPr>
            <p:spPr>
              <a:xfrm>
                <a:off x="2892637" y="3555245"/>
                <a:ext cx="360158" cy="1150052"/>
              </a:xfrm>
              <a:custGeom>
                <a:avLst/>
                <a:gdLst/>
                <a:ahLst/>
                <a:cxnLst/>
                <a:rect l="l" t="t" r="r" b="b"/>
                <a:pathLst>
                  <a:path w="7893" h="25208" extrusionOk="0">
                    <a:moveTo>
                      <a:pt x="1099" y="0"/>
                    </a:moveTo>
                    <a:lnTo>
                      <a:pt x="0" y="10758"/>
                    </a:lnTo>
                    <a:cubicBezTo>
                      <a:pt x="0" y="10758"/>
                      <a:pt x="79" y="11916"/>
                      <a:pt x="79" y="11936"/>
                    </a:cubicBezTo>
                    <a:cubicBezTo>
                      <a:pt x="961" y="15234"/>
                      <a:pt x="2199" y="25207"/>
                      <a:pt x="2199" y="25207"/>
                    </a:cubicBezTo>
                    <a:lnTo>
                      <a:pt x="7892" y="24540"/>
                    </a:lnTo>
                    <a:cubicBezTo>
                      <a:pt x="7892" y="24540"/>
                      <a:pt x="6929" y="17944"/>
                      <a:pt x="6400" y="15724"/>
                    </a:cubicBezTo>
                    <a:cubicBezTo>
                      <a:pt x="6144" y="14606"/>
                      <a:pt x="5065" y="11877"/>
                      <a:pt x="4594" y="10699"/>
                    </a:cubicBezTo>
                    <a:lnTo>
                      <a:pt x="7204" y="39"/>
                    </a:lnTo>
                    <a:lnTo>
                      <a:pt x="10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6" name="Google Shape;1046;p27"/>
              <p:cNvSpPr/>
              <p:nvPr/>
            </p:nvSpPr>
            <p:spPr>
              <a:xfrm>
                <a:off x="2913170" y="4669427"/>
                <a:ext cx="342271" cy="194169"/>
              </a:xfrm>
              <a:custGeom>
                <a:avLst/>
                <a:gdLst/>
                <a:ahLst/>
                <a:cxnLst/>
                <a:rect l="l" t="t" r="r" b="b"/>
                <a:pathLst>
                  <a:path w="7501" h="4256" extrusionOk="0">
                    <a:moveTo>
                      <a:pt x="6657" y="0"/>
                    </a:moveTo>
                    <a:cubicBezTo>
                      <a:pt x="6558" y="39"/>
                      <a:pt x="6461" y="236"/>
                      <a:pt x="6362" y="333"/>
                    </a:cubicBezTo>
                    <a:cubicBezTo>
                      <a:pt x="6244" y="471"/>
                      <a:pt x="6087" y="589"/>
                      <a:pt x="5930" y="687"/>
                    </a:cubicBezTo>
                    <a:cubicBezTo>
                      <a:pt x="5694" y="825"/>
                      <a:pt x="5440" y="961"/>
                      <a:pt x="5184" y="1060"/>
                    </a:cubicBezTo>
                    <a:cubicBezTo>
                      <a:pt x="5099" y="1086"/>
                      <a:pt x="5022" y="1098"/>
                      <a:pt x="4949" y="1098"/>
                    </a:cubicBezTo>
                    <a:cubicBezTo>
                      <a:pt x="4579" y="1098"/>
                      <a:pt x="4334" y="805"/>
                      <a:pt x="4006" y="608"/>
                    </a:cubicBezTo>
                    <a:cubicBezTo>
                      <a:pt x="3913" y="562"/>
                      <a:pt x="3800" y="522"/>
                      <a:pt x="3694" y="522"/>
                    </a:cubicBezTo>
                    <a:cubicBezTo>
                      <a:pt x="3643" y="522"/>
                      <a:pt x="3594" y="531"/>
                      <a:pt x="3550" y="553"/>
                    </a:cubicBezTo>
                    <a:lnTo>
                      <a:pt x="3550" y="553"/>
                    </a:lnTo>
                    <a:lnTo>
                      <a:pt x="3555" y="550"/>
                    </a:lnTo>
                    <a:lnTo>
                      <a:pt x="3555" y="550"/>
                    </a:lnTo>
                    <a:cubicBezTo>
                      <a:pt x="3552" y="552"/>
                      <a:pt x="3549" y="553"/>
                      <a:pt x="3546" y="555"/>
                    </a:cubicBezTo>
                    <a:lnTo>
                      <a:pt x="3546" y="555"/>
                    </a:lnTo>
                    <a:cubicBezTo>
                      <a:pt x="3528" y="564"/>
                      <a:pt x="3511" y="576"/>
                      <a:pt x="3495" y="589"/>
                    </a:cubicBezTo>
                    <a:lnTo>
                      <a:pt x="3517" y="575"/>
                    </a:lnTo>
                    <a:lnTo>
                      <a:pt x="3517" y="575"/>
                    </a:lnTo>
                    <a:cubicBezTo>
                      <a:pt x="3402" y="661"/>
                      <a:pt x="3331" y="817"/>
                      <a:pt x="3260" y="943"/>
                    </a:cubicBezTo>
                    <a:cubicBezTo>
                      <a:pt x="3162" y="1118"/>
                      <a:pt x="3045" y="1296"/>
                      <a:pt x="2927" y="1472"/>
                    </a:cubicBezTo>
                    <a:cubicBezTo>
                      <a:pt x="2730" y="1786"/>
                      <a:pt x="2514" y="2160"/>
                      <a:pt x="2220" y="2375"/>
                    </a:cubicBezTo>
                    <a:cubicBezTo>
                      <a:pt x="1807" y="2689"/>
                      <a:pt x="1356" y="2885"/>
                      <a:pt x="846" y="2925"/>
                    </a:cubicBezTo>
                    <a:cubicBezTo>
                      <a:pt x="629" y="2964"/>
                      <a:pt x="335" y="3042"/>
                      <a:pt x="197" y="3199"/>
                    </a:cubicBezTo>
                    <a:cubicBezTo>
                      <a:pt x="100" y="3317"/>
                      <a:pt x="21" y="3691"/>
                      <a:pt x="100" y="3848"/>
                    </a:cubicBezTo>
                    <a:cubicBezTo>
                      <a:pt x="90" y="3857"/>
                      <a:pt x="65" y="3857"/>
                      <a:pt x="45" y="3857"/>
                    </a:cubicBezTo>
                    <a:cubicBezTo>
                      <a:pt x="26" y="3857"/>
                      <a:pt x="11" y="3857"/>
                      <a:pt x="21" y="3867"/>
                    </a:cubicBezTo>
                    <a:cubicBezTo>
                      <a:pt x="1" y="3927"/>
                      <a:pt x="21" y="4084"/>
                      <a:pt x="40" y="4142"/>
                    </a:cubicBezTo>
                    <a:cubicBezTo>
                      <a:pt x="96" y="4212"/>
                      <a:pt x="230" y="4222"/>
                      <a:pt x="353" y="4222"/>
                    </a:cubicBezTo>
                    <a:cubicBezTo>
                      <a:pt x="403" y="4222"/>
                      <a:pt x="452" y="4220"/>
                      <a:pt x="492" y="4220"/>
                    </a:cubicBezTo>
                    <a:cubicBezTo>
                      <a:pt x="700" y="4240"/>
                      <a:pt x="917" y="4255"/>
                      <a:pt x="1134" y="4255"/>
                    </a:cubicBezTo>
                    <a:cubicBezTo>
                      <a:pt x="1349" y="4255"/>
                      <a:pt x="1563" y="4240"/>
                      <a:pt x="1768" y="4201"/>
                    </a:cubicBezTo>
                    <a:cubicBezTo>
                      <a:pt x="2613" y="4063"/>
                      <a:pt x="3477" y="3848"/>
                      <a:pt x="4262" y="3495"/>
                    </a:cubicBezTo>
                    <a:cubicBezTo>
                      <a:pt x="4595" y="3356"/>
                      <a:pt x="4870" y="3121"/>
                      <a:pt x="5184" y="2964"/>
                    </a:cubicBezTo>
                    <a:cubicBezTo>
                      <a:pt x="5276" y="2910"/>
                      <a:pt x="5453" y="2786"/>
                      <a:pt x="5572" y="2786"/>
                    </a:cubicBezTo>
                    <a:cubicBezTo>
                      <a:pt x="5580" y="2786"/>
                      <a:pt x="5589" y="2787"/>
                      <a:pt x="5597" y="2788"/>
                    </a:cubicBezTo>
                    <a:cubicBezTo>
                      <a:pt x="5733" y="2807"/>
                      <a:pt x="5754" y="3003"/>
                      <a:pt x="5754" y="3102"/>
                    </a:cubicBezTo>
                    <a:cubicBezTo>
                      <a:pt x="6087" y="3082"/>
                      <a:pt x="6362" y="3003"/>
                      <a:pt x="6636" y="2906"/>
                    </a:cubicBezTo>
                    <a:cubicBezTo>
                      <a:pt x="6872" y="2827"/>
                      <a:pt x="7186" y="2788"/>
                      <a:pt x="7364" y="2610"/>
                    </a:cubicBezTo>
                    <a:cubicBezTo>
                      <a:pt x="7500" y="2493"/>
                      <a:pt x="7442" y="2139"/>
                      <a:pt x="7383" y="1943"/>
                    </a:cubicBezTo>
                    <a:lnTo>
                      <a:pt x="7383" y="1904"/>
                    </a:lnTo>
                    <a:cubicBezTo>
                      <a:pt x="7383" y="1885"/>
                      <a:pt x="7403" y="1864"/>
                      <a:pt x="7403" y="1846"/>
                    </a:cubicBezTo>
                    <a:cubicBezTo>
                      <a:pt x="7442" y="1689"/>
                      <a:pt x="7304" y="1335"/>
                      <a:pt x="7265" y="1178"/>
                    </a:cubicBezTo>
                    <a:cubicBezTo>
                      <a:pt x="7167" y="746"/>
                      <a:pt x="6932" y="314"/>
                      <a:pt x="6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7" name="Google Shape;1047;p27"/>
              <p:cNvSpPr/>
              <p:nvPr/>
            </p:nvSpPr>
            <p:spPr>
              <a:xfrm>
                <a:off x="2952594" y="3554287"/>
                <a:ext cx="303759" cy="1149231"/>
              </a:xfrm>
              <a:custGeom>
                <a:avLst/>
                <a:gdLst/>
                <a:ahLst/>
                <a:cxnLst/>
                <a:rect l="l" t="t" r="r" b="b"/>
                <a:pathLst>
                  <a:path w="6657" h="25190" extrusionOk="0">
                    <a:moveTo>
                      <a:pt x="1532" y="1"/>
                    </a:moveTo>
                    <a:lnTo>
                      <a:pt x="1532" y="1"/>
                    </a:lnTo>
                    <a:cubicBezTo>
                      <a:pt x="1925" y="1218"/>
                      <a:pt x="2239" y="2573"/>
                      <a:pt x="2416" y="4045"/>
                    </a:cubicBezTo>
                    <a:cubicBezTo>
                      <a:pt x="1532" y="6460"/>
                      <a:pt x="1100" y="8895"/>
                      <a:pt x="1160" y="11505"/>
                    </a:cubicBezTo>
                    <a:cubicBezTo>
                      <a:pt x="1199" y="12939"/>
                      <a:pt x="1278" y="14332"/>
                      <a:pt x="1435" y="15745"/>
                    </a:cubicBezTo>
                    <a:cubicBezTo>
                      <a:pt x="1042" y="16923"/>
                      <a:pt x="550" y="17944"/>
                      <a:pt x="1" y="18789"/>
                    </a:cubicBezTo>
                    <a:cubicBezTo>
                      <a:pt x="492" y="22106"/>
                      <a:pt x="885" y="25189"/>
                      <a:pt x="885" y="25189"/>
                    </a:cubicBezTo>
                    <a:lnTo>
                      <a:pt x="6657" y="24522"/>
                    </a:lnTo>
                    <a:cubicBezTo>
                      <a:pt x="6657" y="24522"/>
                      <a:pt x="5675" y="17944"/>
                      <a:pt x="5144" y="15727"/>
                    </a:cubicBezTo>
                    <a:cubicBezTo>
                      <a:pt x="5125" y="15648"/>
                      <a:pt x="5105" y="15549"/>
                      <a:pt x="5066" y="15431"/>
                    </a:cubicBezTo>
                    <a:cubicBezTo>
                      <a:pt x="5086" y="14156"/>
                      <a:pt x="5105" y="12879"/>
                      <a:pt x="5026" y="11623"/>
                    </a:cubicBezTo>
                    <a:cubicBezTo>
                      <a:pt x="5008" y="11054"/>
                      <a:pt x="4772" y="10563"/>
                      <a:pt x="4673" y="10013"/>
                    </a:cubicBezTo>
                    <a:cubicBezTo>
                      <a:pt x="4576" y="9405"/>
                      <a:pt x="4654" y="9091"/>
                      <a:pt x="4791" y="8482"/>
                    </a:cubicBezTo>
                    <a:cubicBezTo>
                      <a:pt x="5165" y="6774"/>
                      <a:pt x="5576" y="3987"/>
                      <a:pt x="5479" y="1906"/>
                    </a:cubicBezTo>
                    <a:lnTo>
                      <a:pt x="5950" y="21"/>
                    </a:lnTo>
                    <a:lnTo>
                      <a:pt x="15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8" name="Google Shape;1048;p27"/>
              <p:cNvSpPr/>
              <p:nvPr/>
            </p:nvSpPr>
            <p:spPr>
              <a:xfrm>
                <a:off x="2932015" y="2227871"/>
                <a:ext cx="351214" cy="386833"/>
              </a:xfrm>
              <a:custGeom>
                <a:avLst/>
                <a:gdLst/>
                <a:ahLst/>
                <a:cxnLst/>
                <a:rect l="l" t="t" r="r" b="b"/>
                <a:pathLst>
                  <a:path w="7697" h="8479" extrusionOk="0">
                    <a:moveTo>
                      <a:pt x="4374" y="7"/>
                    </a:moveTo>
                    <a:cubicBezTo>
                      <a:pt x="4277" y="7"/>
                      <a:pt x="4181" y="12"/>
                      <a:pt x="4084" y="19"/>
                    </a:cubicBezTo>
                    <a:cubicBezTo>
                      <a:pt x="3671" y="40"/>
                      <a:pt x="3279" y="0"/>
                      <a:pt x="2886" y="79"/>
                    </a:cubicBezTo>
                    <a:cubicBezTo>
                      <a:pt x="2768" y="98"/>
                      <a:pt x="2650" y="137"/>
                      <a:pt x="2533" y="176"/>
                    </a:cubicBezTo>
                    <a:lnTo>
                      <a:pt x="2632" y="118"/>
                    </a:lnTo>
                    <a:lnTo>
                      <a:pt x="2632" y="118"/>
                    </a:lnTo>
                    <a:cubicBezTo>
                      <a:pt x="2003" y="393"/>
                      <a:pt x="1551" y="962"/>
                      <a:pt x="1315" y="1590"/>
                    </a:cubicBezTo>
                    <a:cubicBezTo>
                      <a:pt x="1218" y="1846"/>
                      <a:pt x="1179" y="2100"/>
                      <a:pt x="1158" y="2356"/>
                    </a:cubicBezTo>
                    <a:cubicBezTo>
                      <a:pt x="1119" y="2571"/>
                      <a:pt x="1001" y="2729"/>
                      <a:pt x="865" y="2886"/>
                    </a:cubicBezTo>
                    <a:cubicBezTo>
                      <a:pt x="668" y="3063"/>
                      <a:pt x="1" y="3357"/>
                      <a:pt x="197" y="3710"/>
                    </a:cubicBezTo>
                    <a:cubicBezTo>
                      <a:pt x="295" y="3867"/>
                      <a:pt x="511" y="3927"/>
                      <a:pt x="590" y="4103"/>
                    </a:cubicBezTo>
                    <a:cubicBezTo>
                      <a:pt x="668" y="4260"/>
                      <a:pt x="472" y="4378"/>
                      <a:pt x="569" y="4555"/>
                    </a:cubicBezTo>
                    <a:cubicBezTo>
                      <a:pt x="648" y="4673"/>
                      <a:pt x="648" y="4613"/>
                      <a:pt x="590" y="4751"/>
                    </a:cubicBezTo>
                    <a:cubicBezTo>
                      <a:pt x="530" y="4869"/>
                      <a:pt x="569" y="4927"/>
                      <a:pt x="629" y="5026"/>
                    </a:cubicBezTo>
                    <a:cubicBezTo>
                      <a:pt x="786" y="5223"/>
                      <a:pt x="609" y="5301"/>
                      <a:pt x="511" y="5477"/>
                    </a:cubicBezTo>
                    <a:cubicBezTo>
                      <a:pt x="412" y="5713"/>
                      <a:pt x="412" y="5987"/>
                      <a:pt x="609" y="6165"/>
                    </a:cubicBezTo>
                    <a:cubicBezTo>
                      <a:pt x="724" y="6280"/>
                      <a:pt x="924" y="6311"/>
                      <a:pt x="1109" y="6311"/>
                    </a:cubicBezTo>
                    <a:cubicBezTo>
                      <a:pt x="1175" y="6311"/>
                      <a:pt x="1239" y="6307"/>
                      <a:pt x="1297" y="6302"/>
                    </a:cubicBezTo>
                    <a:cubicBezTo>
                      <a:pt x="1319" y="6300"/>
                      <a:pt x="1343" y="6299"/>
                      <a:pt x="1366" y="6299"/>
                    </a:cubicBezTo>
                    <a:cubicBezTo>
                      <a:pt x="1588" y="6299"/>
                      <a:pt x="1841" y="6378"/>
                      <a:pt x="1983" y="6537"/>
                    </a:cubicBezTo>
                    <a:cubicBezTo>
                      <a:pt x="2179" y="6754"/>
                      <a:pt x="2160" y="7107"/>
                      <a:pt x="2219" y="7382"/>
                    </a:cubicBezTo>
                    <a:cubicBezTo>
                      <a:pt x="2278" y="7597"/>
                      <a:pt x="2317" y="7814"/>
                      <a:pt x="2376" y="8029"/>
                    </a:cubicBezTo>
                    <a:cubicBezTo>
                      <a:pt x="2396" y="8167"/>
                      <a:pt x="2435" y="8383"/>
                      <a:pt x="2553" y="8422"/>
                    </a:cubicBezTo>
                    <a:cubicBezTo>
                      <a:pt x="2651" y="8467"/>
                      <a:pt x="2777" y="8479"/>
                      <a:pt x="2905" y="8479"/>
                    </a:cubicBezTo>
                    <a:cubicBezTo>
                      <a:pt x="3061" y="8479"/>
                      <a:pt x="3220" y="8461"/>
                      <a:pt x="3338" y="8461"/>
                    </a:cubicBezTo>
                    <a:cubicBezTo>
                      <a:pt x="3411" y="8461"/>
                      <a:pt x="3492" y="8474"/>
                      <a:pt x="3570" y="8474"/>
                    </a:cubicBezTo>
                    <a:cubicBezTo>
                      <a:pt x="3661" y="8474"/>
                      <a:pt x="3746" y="8457"/>
                      <a:pt x="3810" y="8383"/>
                    </a:cubicBezTo>
                    <a:cubicBezTo>
                      <a:pt x="4182" y="7990"/>
                      <a:pt x="4556" y="7618"/>
                      <a:pt x="4849" y="7147"/>
                    </a:cubicBezTo>
                    <a:cubicBezTo>
                      <a:pt x="5163" y="6616"/>
                      <a:pt x="5262" y="5948"/>
                      <a:pt x="5773" y="5556"/>
                    </a:cubicBezTo>
                    <a:cubicBezTo>
                      <a:pt x="6244" y="5223"/>
                      <a:pt x="6833" y="5006"/>
                      <a:pt x="7147" y="4495"/>
                    </a:cubicBezTo>
                    <a:cubicBezTo>
                      <a:pt x="7461" y="3985"/>
                      <a:pt x="7697" y="3435"/>
                      <a:pt x="7697" y="2827"/>
                    </a:cubicBezTo>
                    <a:cubicBezTo>
                      <a:pt x="7697" y="2278"/>
                      <a:pt x="7637" y="1610"/>
                      <a:pt x="7323" y="1119"/>
                    </a:cubicBezTo>
                    <a:cubicBezTo>
                      <a:pt x="7048" y="687"/>
                      <a:pt x="6558" y="412"/>
                      <a:pt x="6066" y="275"/>
                    </a:cubicBezTo>
                    <a:cubicBezTo>
                      <a:pt x="5655" y="137"/>
                      <a:pt x="5223" y="118"/>
                      <a:pt x="4791" y="40"/>
                    </a:cubicBezTo>
                    <a:cubicBezTo>
                      <a:pt x="4652" y="17"/>
                      <a:pt x="4513" y="7"/>
                      <a:pt x="4374" y="7"/>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49" name="Google Shape;1049;p27"/>
              <p:cNvSpPr/>
              <p:nvPr/>
            </p:nvSpPr>
            <p:spPr>
              <a:xfrm>
                <a:off x="2951727" y="2233255"/>
                <a:ext cx="331502" cy="381450"/>
              </a:xfrm>
              <a:custGeom>
                <a:avLst/>
                <a:gdLst/>
                <a:ahLst/>
                <a:cxnLst/>
                <a:rect l="l" t="t" r="r" b="b"/>
                <a:pathLst>
                  <a:path w="7265" h="8361" extrusionOk="0">
                    <a:moveTo>
                      <a:pt x="4870" y="0"/>
                    </a:moveTo>
                    <a:lnTo>
                      <a:pt x="4870" y="0"/>
                    </a:lnTo>
                    <a:cubicBezTo>
                      <a:pt x="5105" y="825"/>
                      <a:pt x="5124" y="1747"/>
                      <a:pt x="4830" y="2650"/>
                    </a:cubicBezTo>
                    <a:cubicBezTo>
                      <a:pt x="4252" y="4499"/>
                      <a:pt x="2647" y="5709"/>
                      <a:pt x="971" y="5709"/>
                    </a:cubicBezTo>
                    <a:cubicBezTo>
                      <a:pt x="654" y="5709"/>
                      <a:pt x="335" y="5666"/>
                      <a:pt x="20" y="5576"/>
                    </a:cubicBezTo>
                    <a:lnTo>
                      <a:pt x="20" y="5576"/>
                    </a:lnTo>
                    <a:cubicBezTo>
                      <a:pt x="1" y="5733"/>
                      <a:pt x="40" y="5909"/>
                      <a:pt x="177" y="6047"/>
                    </a:cubicBezTo>
                    <a:cubicBezTo>
                      <a:pt x="292" y="6162"/>
                      <a:pt x="492" y="6193"/>
                      <a:pt x="677" y="6193"/>
                    </a:cubicBezTo>
                    <a:cubicBezTo>
                      <a:pt x="743" y="6193"/>
                      <a:pt x="807" y="6189"/>
                      <a:pt x="865" y="6184"/>
                    </a:cubicBezTo>
                    <a:cubicBezTo>
                      <a:pt x="887" y="6182"/>
                      <a:pt x="911" y="6181"/>
                      <a:pt x="934" y="6181"/>
                    </a:cubicBezTo>
                    <a:cubicBezTo>
                      <a:pt x="1156" y="6181"/>
                      <a:pt x="1409" y="6260"/>
                      <a:pt x="1551" y="6419"/>
                    </a:cubicBezTo>
                    <a:cubicBezTo>
                      <a:pt x="1747" y="6636"/>
                      <a:pt x="1728" y="6989"/>
                      <a:pt x="1787" y="7264"/>
                    </a:cubicBezTo>
                    <a:cubicBezTo>
                      <a:pt x="1846" y="7479"/>
                      <a:pt x="1885" y="7696"/>
                      <a:pt x="1944" y="7911"/>
                    </a:cubicBezTo>
                    <a:cubicBezTo>
                      <a:pt x="1964" y="8049"/>
                      <a:pt x="2003" y="8265"/>
                      <a:pt x="2121" y="8304"/>
                    </a:cubicBezTo>
                    <a:cubicBezTo>
                      <a:pt x="2219" y="8349"/>
                      <a:pt x="2345" y="8361"/>
                      <a:pt x="2473" y="8361"/>
                    </a:cubicBezTo>
                    <a:cubicBezTo>
                      <a:pt x="2629" y="8361"/>
                      <a:pt x="2788" y="8343"/>
                      <a:pt x="2906" y="8343"/>
                    </a:cubicBezTo>
                    <a:cubicBezTo>
                      <a:pt x="2979" y="8343"/>
                      <a:pt x="3060" y="8356"/>
                      <a:pt x="3138" y="8356"/>
                    </a:cubicBezTo>
                    <a:cubicBezTo>
                      <a:pt x="3229" y="8356"/>
                      <a:pt x="3314" y="8339"/>
                      <a:pt x="3378" y="8265"/>
                    </a:cubicBezTo>
                    <a:cubicBezTo>
                      <a:pt x="3750" y="7872"/>
                      <a:pt x="4124" y="7500"/>
                      <a:pt x="4417" y="7029"/>
                    </a:cubicBezTo>
                    <a:cubicBezTo>
                      <a:pt x="4731" y="6498"/>
                      <a:pt x="4830" y="5830"/>
                      <a:pt x="5341" y="5438"/>
                    </a:cubicBezTo>
                    <a:cubicBezTo>
                      <a:pt x="5812" y="5105"/>
                      <a:pt x="6401" y="4888"/>
                      <a:pt x="6715" y="4377"/>
                    </a:cubicBezTo>
                    <a:cubicBezTo>
                      <a:pt x="7029" y="3867"/>
                      <a:pt x="7265" y="3317"/>
                      <a:pt x="7265" y="2709"/>
                    </a:cubicBezTo>
                    <a:cubicBezTo>
                      <a:pt x="7265" y="2160"/>
                      <a:pt x="7205" y="1492"/>
                      <a:pt x="6891" y="1001"/>
                    </a:cubicBezTo>
                    <a:cubicBezTo>
                      <a:pt x="6616" y="569"/>
                      <a:pt x="6126" y="294"/>
                      <a:pt x="5634" y="157"/>
                    </a:cubicBezTo>
                    <a:cubicBezTo>
                      <a:pt x="5380" y="79"/>
                      <a:pt x="5124" y="40"/>
                      <a:pt x="4870" y="0"/>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0" name="Google Shape;1050;p27"/>
              <p:cNvSpPr/>
              <p:nvPr/>
            </p:nvSpPr>
            <p:spPr>
              <a:xfrm>
                <a:off x="3047548" y="2477743"/>
                <a:ext cx="152359" cy="136959"/>
              </a:xfrm>
              <a:custGeom>
                <a:avLst/>
                <a:gdLst/>
                <a:ahLst/>
                <a:cxnLst/>
                <a:rect l="l" t="t" r="r" b="b"/>
                <a:pathLst>
                  <a:path w="3339" h="3002" extrusionOk="0">
                    <a:moveTo>
                      <a:pt x="3319" y="0"/>
                    </a:moveTo>
                    <a:cubicBezTo>
                      <a:pt x="3201" y="39"/>
                      <a:pt x="3103" y="138"/>
                      <a:pt x="3005" y="196"/>
                    </a:cubicBezTo>
                    <a:cubicBezTo>
                      <a:pt x="2887" y="275"/>
                      <a:pt x="2749" y="335"/>
                      <a:pt x="2613" y="413"/>
                    </a:cubicBezTo>
                    <a:cubicBezTo>
                      <a:pt x="2317" y="628"/>
                      <a:pt x="2024" y="864"/>
                      <a:pt x="1768" y="1120"/>
                    </a:cubicBezTo>
                    <a:cubicBezTo>
                      <a:pt x="1414" y="1453"/>
                      <a:pt x="1160" y="1845"/>
                      <a:pt x="864" y="2219"/>
                    </a:cubicBezTo>
                    <a:cubicBezTo>
                      <a:pt x="649" y="2474"/>
                      <a:pt x="315" y="2827"/>
                      <a:pt x="1" y="2926"/>
                    </a:cubicBezTo>
                    <a:cubicBezTo>
                      <a:pt x="347" y="2967"/>
                      <a:pt x="698" y="3002"/>
                      <a:pt x="1049" y="3002"/>
                    </a:cubicBezTo>
                    <a:cubicBezTo>
                      <a:pt x="1376" y="3002"/>
                      <a:pt x="1702" y="2971"/>
                      <a:pt x="2024" y="2887"/>
                    </a:cubicBezTo>
                    <a:cubicBezTo>
                      <a:pt x="2317" y="2808"/>
                      <a:pt x="2691" y="2709"/>
                      <a:pt x="2945" y="2552"/>
                    </a:cubicBezTo>
                    <a:cubicBezTo>
                      <a:pt x="3005" y="2533"/>
                      <a:pt x="3103" y="2474"/>
                      <a:pt x="3142" y="2416"/>
                    </a:cubicBezTo>
                    <a:cubicBezTo>
                      <a:pt x="3201" y="2337"/>
                      <a:pt x="3181" y="2356"/>
                      <a:pt x="3162" y="2258"/>
                    </a:cubicBezTo>
                    <a:cubicBezTo>
                      <a:pt x="3142" y="2101"/>
                      <a:pt x="3084" y="1963"/>
                      <a:pt x="3063" y="1806"/>
                    </a:cubicBezTo>
                    <a:cubicBezTo>
                      <a:pt x="2985" y="1277"/>
                      <a:pt x="2749" y="353"/>
                      <a:pt x="3338" y="39"/>
                    </a:cubicBezTo>
                    <a:lnTo>
                      <a:pt x="3319" y="0"/>
                    </a:lnTo>
                    <a:close/>
                  </a:path>
                </a:pathLst>
              </a:custGeom>
              <a:solidFill>
                <a:srgbClr val="B67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1" name="Google Shape;1051;p27"/>
              <p:cNvSpPr/>
              <p:nvPr/>
            </p:nvSpPr>
            <p:spPr>
              <a:xfrm>
                <a:off x="2986633" y="2184348"/>
                <a:ext cx="326118" cy="323464"/>
              </a:xfrm>
              <a:custGeom>
                <a:avLst/>
                <a:gdLst/>
                <a:ahLst/>
                <a:cxnLst/>
                <a:rect l="l" t="t" r="r" b="b"/>
                <a:pathLst>
                  <a:path w="7147" h="7090" extrusionOk="0">
                    <a:moveTo>
                      <a:pt x="954" y="611"/>
                    </a:moveTo>
                    <a:lnTo>
                      <a:pt x="954" y="611"/>
                    </a:lnTo>
                    <a:cubicBezTo>
                      <a:pt x="934" y="624"/>
                      <a:pt x="916" y="634"/>
                      <a:pt x="904" y="640"/>
                    </a:cubicBezTo>
                    <a:lnTo>
                      <a:pt x="954" y="611"/>
                    </a:lnTo>
                    <a:close/>
                    <a:moveTo>
                      <a:pt x="2976" y="0"/>
                    </a:moveTo>
                    <a:cubicBezTo>
                      <a:pt x="2738" y="0"/>
                      <a:pt x="2493" y="20"/>
                      <a:pt x="2278" y="31"/>
                    </a:cubicBezTo>
                    <a:cubicBezTo>
                      <a:pt x="2082" y="51"/>
                      <a:pt x="1885" y="70"/>
                      <a:pt x="1689" y="149"/>
                    </a:cubicBezTo>
                    <a:cubicBezTo>
                      <a:pt x="1627" y="176"/>
                      <a:pt x="1483" y="268"/>
                      <a:pt x="1333" y="366"/>
                    </a:cubicBezTo>
                    <a:lnTo>
                      <a:pt x="1333" y="366"/>
                    </a:lnTo>
                    <a:cubicBezTo>
                      <a:pt x="1021" y="527"/>
                      <a:pt x="716" y="752"/>
                      <a:pt x="532" y="1013"/>
                    </a:cubicBezTo>
                    <a:cubicBezTo>
                      <a:pt x="315" y="1308"/>
                      <a:pt x="1" y="1916"/>
                      <a:pt x="335" y="2269"/>
                    </a:cubicBezTo>
                    <a:cubicBezTo>
                      <a:pt x="397" y="2331"/>
                      <a:pt x="466" y="2350"/>
                      <a:pt x="538" y="2350"/>
                    </a:cubicBezTo>
                    <a:cubicBezTo>
                      <a:pt x="646" y="2350"/>
                      <a:pt x="758" y="2307"/>
                      <a:pt x="856" y="2307"/>
                    </a:cubicBezTo>
                    <a:cubicBezTo>
                      <a:pt x="920" y="2307"/>
                      <a:pt x="977" y="2326"/>
                      <a:pt x="1022" y="2387"/>
                    </a:cubicBezTo>
                    <a:cubicBezTo>
                      <a:pt x="1120" y="2525"/>
                      <a:pt x="1100" y="2643"/>
                      <a:pt x="1238" y="2740"/>
                    </a:cubicBezTo>
                    <a:cubicBezTo>
                      <a:pt x="1395" y="2839"/>
                      <a:pt x="1592" y="2839"/>
                      <a:pt x="1749" y="2918"/>
                    </a:cubicBezTo>
                    <a:cubicBezTo>
                      <a:pt x="2003" y="3015"/>
                      <a:pt x="2298" y="3368"/>
                      <a:pt x="2357" y="3624"/>
                    </a:cubicBezTo>
                    <a:cubicBezTo>
                      <a:pt x="2416" y="3840"/>
                      <a:pt x="2278" y="4056"/>
                      <a:pt x="2239" y="4272"/>
                    </a:cubicBezTo>
                    <a:cubicBezTo>
                      <a:pt x="2199" y="4507"/>
                      <a:pt x="2278" y="4821"/>
                      <a:pt x="2553" y="4900"/>
                    </a:cubicBezTo>
                    <a:cubicBezTo>
                      <a:pt x="2666" y="4922"/>
                      <a:pt x="2753" y="4945"/>
                      <a:pt x="2841" y="4945"/>
                    </a:cubicBezTo>
                    <a:cubicBezTo>
                      <a:pt x="2905" y="4945"/>
                      <a:pt x="2969" y="4933"/>
                      <a:pt x="3044" y="4900"/>
                    </a:cubicBezTo>
                    <a:cubicBezTo>
                      <a:pt x="3359" y="4724"/>
                      <a:pt x="3652" y="4135"/>
                      <a:pt x="4026" y="4056"/>
                    </a:cubicBezTo>
                    <a:cubicBezTo>
                      <a:pt x="4073" y="4044"/>
                      <a:pt x="4119" y="4039"/>
                      <a:pt x="4161" y="4039"/>
                    </a:cubicBezTo>
                    <a:cubicBezTo>
                      <a:pt x="4471" y="4039"/>
                      <a:pt x="4645" y="4337"/>
                      <a:pt x="4576" y="4664"/>
                    </a:cubicBezTo>
                    <a:cubicBezTo>
                      <a:pt x="4536" y="4881"/>
                      <a:pt x="4280" y="5116"/>
                      <a:pt x="4144" y="5292"/>
                    </a:cubicBezTo>
                    <a:cubicBezTo>
                      <a:pt x="4045" y="5410"/>
                      <a:pt x="3966" y="5489"/>
                      <a:pt x="3888" y="5627"/>
                    </a:cubicBezTo>
                    <a:cubicBezTo>
                      <a:pt x="3673" y="5960"/>
                      <a:pt x="3888" y="6255"/>
                      <a:pt x="4045" y="6569"/>
                    </a:cubicBezTo>
                    <a:cubicBezTo>
                      <a:pt x="4123" y="6726"/>
                      <a:pt x="4202" y="6883"/>
                      <a:pt x="4301" y="7001"/>
                    </a:cubicBezTo>
                    <a:cubicBezTo>
                      <a:pt x="4350" y="7064"/>
                      <a:pt x="4379" y="7090"/>
                      <a:pt x="4401" y="7090"/>
                    </a:cubicBezTo>
                    <a:cubicBezTo>
                      <a:pt x="4439" y="7090"/>
                      <a:pt x="4454" y="7010"/>
                      <a:pt x="4516" y="6923"/>
                    </a:cubicBezTo>
                    <a:cubicBezTo>
                      <a:pt x="4791" y="6569"/>
                      <a:pt x="5223" y="6412"/>
                      <a:pt x="5615" y="6216"/>
                    </a:cubicBezTo>
                    <a:cubicBezTo>
                      <a:pt x="6204" y="5941"/>
                      <a:pt x="6578" y="5274"/>
                      <a:pt x="6793" y="4685"/>
                    </a:cubicBezTo>
                    <a:cubicBezTo>
                      <a:pt x="7010" y="4056"/>
                      <a:pt x="7147" y="3408"/>
                      <a:pt x="7029" y="2740"/>
                    </a:cubicBezTo>
                    <a:cubicBezTo>
                      <a:pt x="6793" y="1484"/>
                      <a:pt x="5812" y="620"/>
                      <a:pt x="4673" y="267"/>
                    </a:cubicBezTo>
                    <a:cubicBezTo>
                      <a:pt x="4301" y="149"/>
                      <a:pt x="3987" y="91"/>
                      <a:pt x="3417" y="31"/>
                    </a:cubicBezTo>
                    <a:cubicBezTo>
                      <a:pt x="3279" y="8"/>
                      <a:pt x="3129" y="0"/>
                      <a:pt x="2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2" name="Google Shape;1052;p27"/>
              <p:cNvSpPr/>
              <p:nvPr/>
            </p:nvSpPr>
            <p:spPr>
              <a:xfrm>
                <a:off x="2849609" y="2568212"/>
                <a:ext cx="455114" cy="1099000"/>
              </a:xfrm>
              <a:custGeom>
                <a:avLst/>
                <a:gdLst/>
                <a:ahLst/>
                <a:cxnLst/>
                <a:rect l="l" t="t" r="r" b="b"/>
                <a:pathLst>
                  <a:path w="9974" h="24089" extrusionOk="0">
                    <a:moveTo>
                      <a:pt x="7579" y="1"/>
                    </a:moveTo>
                    <a:cubicBezTo>
                      <a:pt x="7225" y="98"/>
                      <a:pt x="4849" y="530"/>
                      <a:pt x="4025" y="1158"/>
                    </a:cubicBezTo>
                    <a:cubicBezTo>
                      <a:pt x="3063" y="1885"/>
                      <a:pt x="1472" y="5026"/>
                      <a:pt x="1414" y="6087"/>
                    </a:cubicBezTo>
                    <a:cubicBezTo>
                      <a:pt x="943" y="12584"/>
                      <a:pt x="1" y="24088"/>
                      <a:pt x="1" y="24088"/>
                    </a:cubicBezTo>
                    <a:lnTo>
                      <a:pt x="9974" y="24088"/>
                    </a:lnTo>
                    <a:cubicBezTo>
                      <a:pt x="9974" y="24088"/>
                      <a:pt x="9424" y="12034"/>
                      <a:pt x="9581" y="8050"/>
                    </a:cubicBezTo>
                    <a:cubicBezTo>
                      <a:pt x="9620" y="7147"/>
                      <a:pt x="9385" y="3574"/>
                      <a:pt x="9385" y="3534"/>
                    </a:cubicBezTo>
                    <a:cubicBezTo>
                      <a:pt x="9385" y="3495"/>
                      <a:pt x="9071" y="1904"/>
                      <a:pt x="8835" y="1453"/>
                    </a:cubicBezTo>
                    <a:cubicBezTo>
                      <a:pt x="8618" y="1040"/>
                      <a:pt x="7579" y="1"/>
                      <a:pt x="75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3" name="Google Shape;1053;p27"/>
              <p:cNvSpPr/>
              <p:nvPr/>
            </p:nvSpPr>
            <p:spPr>
              <a:xfrm>
                <a:off x="2849609" y="2568212"/>
                <a:ext cx="455114" cy="1106163"/>
              </a:xfrm>
              <a:custGeom>
                <a:avLst/>
                <a:gdLst/>
                <a:ahLst/>
                <a:cxnLst/>
                <a:rect l="l" t="t" r="r" b="b"/>
                <a:pathLst>
                  <a:path w="9974" h="24246" extrusionOk="0">
                    <a:moveTo>
                      <a:pt x="7579" y="1"/>
                    </a:moveTo>
                    <a:lnTo>
                      <a:pt x="7579" y="1"/>
                    </a:lnTo>
                    <a:cubicBezTo>
                      <a:pt x="8482" y="2964"/>
                      <a:pt x="8501" y="7225"/>
                      <a:pt x="6676" y="10817"/>
                    </a:cubicBezTo>
                    <a:cubicBezTo>
                      <a:pt x="5163" y="13782"/>
                      <a:pt x="2946" y="16060"/>
                      <a:pt x="550" y="17355"/>
                    </a:cubicBezTo>
                    <a:cubicBezTo>
                      <a:pt x="236" y="21085"/>
                      <a:pt x="1" y="24245"/>
                      <a:pt x="1" y="24245"/>
                    </a:cubicBezTo>
                    <a:lnTo>
                      <a:pt x="9974" y="24245"/>
                    </a:lnTo>
                    <a:cubicBezTo>
                      <a:pt x="9974" y="24245"/>
                      <a:pt x="9424" y="11976"/>
                      <a:pt x="9581" y="7990"/>
                    </a:cubicBezTo>
                    <a:cubicBezTo>
                      <a:pt x="9620" y="7087"/>
                      <a:pt x="9385" y="3514"/>
                      <a:pt x="9385" y="3475"/>
                    </a:cubicBezTo>
                    <a:cubicBezTo>
                      <a:pt x="9385" y="3435"/>
                      <a:pt x="9071" y="1904"/>
                      <a:pt x="8835" y="1453"/>
                    </a:cubicBezTo>
                    <a:cubicBezTo>
                      <a:pt x="8658" y="1139"/>
                      <a:pt x="7951" y="216"/>
                      <a:pt x="75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4" name="Google Shape;1054;p27"/>
              <p:cNvSpPr/>
              <p:nvPr/>
            </p:nvSpPr>
            <p:spPr>
              <a:xfrm>
                <a:off x="2632825" y="2648689"/>
                <a:ext cx="584977" cy="644144"/>
              </a:xfrm>
              <a:custGeom>
                <a:avLst/>
                <a:gdLst/>
                <a:ahLst/>
                <a:cxnLst/>
                <a:rect l="l" t="t" r="r" b="b"/>
                <a:pathLst>
                  <a:path w="12820" h="14119" extrusionOk="0">
                    <a:moveTo>
                      <a:pt x="11119" y="0"/>
                    </a:moveTo>
                    <a:cubicBezTo>
                      <a:pt x="9950" y="0"/>
                      <a:pt x="9208" y="1326"/>
                      <a:pt x="8914" y="1849"/>
                    </a:cubicBezTo>
                    <a:cubicBezTo>
                      <a:pt x="7872" y="3694"/>
                      <a:pt x="5812" y="8877"/>
                      <a:pt x="5812" y="8877"/>
                    </a:cubicBezTo>
                    <a:lnTo>
                      <a:pt x="1" y="13000"/>
                    </a:lnTo>
                    <a:lnTo>
                      <a:pt x="766" y="14118"/>
                    </a:lnTo>
                    <a:cubicBezTo>
                      <a:pt x="766" y="14118"/>
                      <a:pt x="5616" y="14060"/>
                      <a:pt x="7500" y="12764"/>
                    </a:cubicBezTo>
                    <a:cubicBezTo>
                      <a:pt x="10249" y="10840"/>
                      <a:pt x="12605" y="1986"/>
                      <a:pt x="12605" y="1986"/>
                    </a:cubicBezTo>
                    <a:cubicBezTo>
                      <a:pt x="12605" y="1986"/>
                      <a:pt x="12820" y="611"/>
                      <a:pt x="11877" y="179"/>
                    </a:cubicBezTo>
                    <a:cubicBezTo>
                      <a:pt x="11607" y="54"/>
                      <a:pt x="11354" y="0"/>
                      <a:pt x="111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5" name="Google Shape;1055;p27"/>
              <p:cNvSpPr/>
              <p:nvPr/>
            </p:nvSpPr>
            <p:spPr>
              <a:xfrm>
                <a:off x="3010862" y="2118470"/>
                <a:ext cx="361025" cy="374469"/>
              </a:xfrm>
              <a:custGeom>
                <a:avLst/>
                <a:gdLst/>
                <a:ahLst/>
                <a:cxnLst/>
                <a:rect l="l" t="t" r="r" b="b"/>
                <a:pathLst>
                  <a:path w="7912" h="8208" extrusionOk="0">
                    <a:moveTo>
                      <a:pt x="3115" y="1"/>
                    </a:moveTo>
                    <a:cubicBezTo>
                      <a:pt x="2644" y="1"/>
                      <a:pt x="2356" y="114"/>
                      <a:pt x="2042" y="219"/>
                    </a:cubicBezTo>
                    <a:cubicBezTo>
                      <a:pt x="959" y="626"/>
                      <a:pt x="84" y="1547"/>
                      <a:pt x="59" y="2569"/>
                    </a:cubicBezTo>
                    <a:lnTo>
                      <a:pt x="59" y="2569"/>
                    </a:lnTo>
                    <a:lnTo>
                      <a:pt x="1" y="2595"/>
                    </a:lnTo>
                    <a:cubicBezTo>
                      <a:pt x="19" y="2597"/>
                      <a:pt x="39" y="2602"/>
                      <a:pt x="59" y="2608"/>
                    </a:cubicBezTo>
                    <a:lnTo>
                      <a:pt x="59" y="2608"/>
                    </a:lnTo>
                    <a:cubicBezTo>
                      <a:pt x="59" y="2610"/>
                      <a:pt x="59" y="2612"/>
                      <a:pt x="59" y="2614"/>
                    </a:cubicBezTo>
                    <a:cubicBezTo>
                      <a:pt x="78" y="2633"/>
                      <a:pt x="90" y="2640"/>
                      <a:pt x="98" y="2640"/>
                    </a:cubicBezTo>
                    <a:cubicBezTo>
                      <a:pt x="104" y="2640"/>
                      <a:pt x="108" y="2635"/>
                      <a:pt x="110" y="2628"/>
                    </a:cubicBezTo>
                    <a:lnTo>
                      <a:pt x="110" y="2628"/>
                    </a:lnTo>
                    <a:cubicBezTo>
                      <a:pt x="560" y="2829"/>
                      <a:pt x="1283" y="3827"/>
                      <a:pt x="1590" y="4244"/>
                    </a:cubicBezTo>
                    <a:cubicBezTo>
                      <a:pt x="1964" y="4773"/>
                      <a:pt x="2297" y="5362"/>
                      <a:pt x="2592" y="5951"/>
                    </a:cubicBezTo>
                    <a:cubicBezTo>
                      <a:pt x="3024" y="6757"/>
                      <a:pt x="3613" y="7639"/>
                      <a:pt x="4437" y="8032"/>
                    </a:cubicBezTo>
                    <a:cubicBezTo>
                      <a:pt x="4682" y="8152"/>
                      <a:pt x="4897" y="8207"/>
                      <a:pt x="5098" y="8207"/>
                    </a:cubicBezTo>
                    <a:cubicBezTo>
                      <a:pt x="5589" y="8207"/>
                      <a:pt x="5994" y="7875"/>
                      <a:pt x="6537" y="7346"/>
                    </a:cubicBezTo>
                    <a:cubicBezTo>
                      <a:pt x="7500" y="6422"/>
                      <a:pt x="7911" y="5087"/>
                      <a:pt x="7715" y="3812"/>
                    </a:cubicBezTo>
                    <a:cubicBezTo>
                      <a:pt x="7382" y="1810"/>
                      <a:pt x="5929" y="493"/>
                      <a:pt x="3985" y="101"/>
                    </a:cubicBezTo>
                    <a:cubicBezTo>
                      <a:pt x="3632" y="29"/>
                      <a:pt x="3350" y="1"/>
                      <a:pt x="31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6" name="Google Shape;1056;p27"/>
              <p:cNvSpPr/>
              <p:nvPr/>
            </p:nvSpPr>
            <p:spPr>
              <a:xfrm>
                <a:off x="3004565" y="2224267"/>
                <a:ext cx="172983" cy="234728"/>
              </a:xfrm>
              <a:custGeom>
                <a:avLst/>
                <a:gdLst/>
                <a:ahLst/>
                <a:cxnLst/>
                <a:rect l="l" t="t" r="r" b="b"/>
                <a:pathLst>
                  <a:path w="3791" h="5145" extrusionOk="0">
                    <a:moveTo>
                      <a:pt x="178" y="1"/>
                    </a:moveTo>
                    <a:cubicBezTo>
                      <a:pt x="139" y="119"/>
                      <a:pt x="79" y="237"/>
                      <a:pt x="0" y="373"/>
                    </a:cubicBezTo>
                    <a:cubicBezTo>
                      <a:pt x="217" y="629"/>
                      <a:pt x="471" y="865"/>
                      <a:pt x="727" y="1100"/>
                    </a:cubicBezTo>
                    <a:cubicBezTo>
                      <a:pt x="1356" y="1669"/>
                      <a:pt x="1905" y="2396"/>
                      <a:pt x="2356" y="3122"/>
                    </a:cubicBezTo>
                    <a:cubicBezTo>
                      <a:pt x="2788" y="3828"/>
                      <a:pt x="3220" y="4535"/>
                      <a:pt x="3790" y="5145"/>
                    </a:cubicBezTo>
                    <a:cubicBezTo>
                      <a:pt x="3555" y="4399"/>
                      <a:pt x="3024" y="3554"/>
                      <a:pt x="2612" y="2867"/>
                    </a:cubicBezTo>
                    <a:cubicBezTo>
                      <a:pt x="2317" y="2376"/>
                      <a:pt x="2003" y="1904"/>
                      <a:pt x="1670" y="1433"/>
                    </a:cubicBezTo>
                    <a:cubicBezTo>
                      <a:pt x="1356" y="1022"/>
                      <a:pt x="806" y="433"/>
                      <a:pt x="1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7" name="Google Shape;1057;p27"/>
              <p:cNvSpPr/>
              <p:nvPr/>
            </p:nvSpPr>
            <p:spPr>
              <a:xfrm>
                <a:off x="2908744" y="2346078"/>
                <a:ext cx="451554" cy="163055"/>
              </a:xfrm>
              <a:custGeom>
                <a:avLst/>
                <a:gdLst/>
                <a:ahLst/>
                <a:cxnLst/>
                <a:rect l="l" t="t" r="r" b="b"/>
                <a:pathLst>
                  <a:path w="9896" h="3574" extrusionOk="0">
                    <a:moveTo>
                      <a:pt x="1021" y="1"/>
                    </a:moveTo>
                    <a:cubicBezTo>
                      <a:pt x="844" y="236"/>
                      <a:pt x="216" y="825"/>
                      <a:pt x="216" y="825"/>
                    </a:cubicBezTo>
                    <a:lnTo>
                      <a:pt x="216" y="1433"/>
                    </a:lnTo>
                    <a:lnTo>
                      <a:pt x="0" y="1964"/>
                    </a:lnTo>
                    <a:lnTo>
                      <a:pt x="315" y="2475"/>
                    </a:lnTo>
                    <a:lnTo>
                      <a:pt x="315" y="3436"/>
                    </a:lnTo>
                    <a:lnTo>
                      <a:pt x="1178" y="3574"/>
                    </a:lnTo>
                    <a:lnTo>
                      <a:pt x="3632" y="2965"/>
                    </a:lnTo>
                    <a:lnTo>
                      <a:pt x="6126" y="3574"/>
                    </a:lnTo>
                    <a:lnTo>
                      <a:pt x="6283" y="3318"/>
                    </a:lnTo>
                    <a:cubicBezTo>
                      <a:pt x="6283" y="3318"/>
                      <a:pt x="4123" y="2650"/>
                      <a:pt x="3652" y="2553"/>
                    </a:cubicBezTo>
                    <a:lnTo>
                      <a:pt x="3592" y="1473"/>
                    </a:lnTo>
                    <a:lnTo>
                      <a:pt x="9856" y="551"/>
                    </a:lnTo>
                    <a:lnTo>
                      <a:pt x="9895" y="354"/>
                    </a:lnTo>
                    <a:lnTo>
                      <a:pt x="3574" y="1198"/>
                    </a:lnTo>
                    <a:lnTo>
                      <a:pt x="3553" y="884"/>
                    </a:lnTo>
                    <a:lnTo>
                      <a:pt x="10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58" name="Google Shape;1058;p27"/>
              <p:cNvSpPr/>
              <p:nvPr/>
            </p:nvSpPr>
            <p:spPr>
              <a:xfrm>
                <a:off x="2486767" y="3136937"/>
                <a:ext cx="326163" cy="228751"/>
              </a:xfrm>
              <a:custGeom>
                <a:avLst/>
                <a:gdLst/>
                <a:ahLst/>
                <a:cxnLst/>
                <a:rect l="l" t="t" r="r" b="b"/>
                <a:pathLst>
                  <a:path w="7148" h="5014" extrusionOk="0">
                    <a:moveTo>
                      <a:pt x="5969" y="0"/>
                    </a:moveTo>
                    <a:lnTo>
                      <a:pt x="2789" y="2631"/>
                    </a:lnTo>
                    <a:cubicBezTo>
                      <a:pt x="2632" y="2670"/>
                      <a:pt x="2495" y="2691"/>
                      <a:pt x="2338" y="2709"/>
                    </a:cubicBezTo>
                    <a:cubicBezTo>
                      <a:pt x="1729" y="2788"/>
                      <a:pt x="786" y="2612"/>
                      <a:pt x="375" y="3201"/>
                    </a:cubicBezTo>
                    <a:cubicBezTo>
                      <a:pt x="119" y="3554"/>
                      <a:pt x="1" y="4457"/>
                      <a:pt x="354" y="4790"/>
                    </a:cubicBezTo>
                    <a:cubicBezTo>
                      <a:pt x="499" y="4917"/>
                      <a:pt x="829" y="5014"/>
                      <a:pt x="1128" y="5014"/>
                    </a:cubicBezTo>
                    <a:cubicBezTo>
                      <a:pt x="1479" y="5014"/>
                      <a:pt x="1785" y="4879"/>
                      <a:pt x="1689" y="4497"/>
                    </a:cubicBezTo>
                    <a:cubicBezTo>
                      <a:pt x="1553" y="4457"/>
                      <a:pt x="1435" y="4398"/>
                      <a:pt x="1336" y="4300"/>
                    </a:cubicBezTo>
                    <a:cubicBezTo>
                      <a:pt x="1359" y="4299"/>
                      <a:pt x="1381" y="4298"/>
                      <a:pt x="1404" y="4298"/>
                    </a:cubicBezTo>
                    <a:cubicBezTo>
                      <a:pt x="1588" y="4298"/>
                      <a:pt x="1776" y="4337"/>
                      <a:pt x="1958" y="4337"/>
                    </a:cubicBezTo>
                    <a:cubicBezTo>
                      <a:pt x="2104" y="4337"/>
                      <a:pt x="2246" y="4312"/>
                      <a:pt x="2377" y="4222"/>
                    </a:cubicBezTo>
                    <a:cubicBezTo>
                      <a:pt x="2710" y="3966"/>
                      <a:pt x="2632" y="3790"/>
                      <a:pt x="3084" y="3652"/>
                    </a:cubicBezTo>
                    <a:lnTo>
                      <a:pt x="7147" y="3495"/>
                    </a:lnTo>
                    <a:lnTo>
                      <a:pt x="5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grpSp>
      <p:grpSp>
        <p:nvGrpSpPr>
          <p:cNvPr id="1059" name="Google Shape;1059;p27"/>
          <p:cNvGrpSpPr/>
          <p:nvPr/>
        </p:nvGrpSpPr>
        <p:grpSpPr>
          <a:xfrm>
            <a:off x="138485" y="4142274"/>
            <a:ext cx="814977" cy="2350865"/>
            <a:chOff x="5394075" y="2405534"/>
            <a:chExt cx="895842" cy="2584126"/>
          </a:xfrm>
        </p:grpSpPr>
        <p:sp>
          <p:nvSpPr>
            <p:cNvPr id="1060" name="Google Shape;1060;p27"/>
            <p:cNvSpPr/>
            <p:nvPr/>
          </p:nvSpPr>
          <p:spPr>
            <a:xfrm>
              <a:off x="5722787" y="2662705"/>
              <a:ext cx="124570" cy="69939"/>
            </a:xfrm>
            <a:custGeom>
              <a:avLst/>
              <a:gdLst/>
              <a:ahLst/>
              <a:cxnLst/>
              <a:rect l="l" t="t" r="r" b="b"/>
              <a:pathLst>
                <a:path w="2730" h="1533" extrusionOk="0">
                  <a:moveTo>
                    <a:pt x="2705" y="1482"/>
                  </a:moveTo>
                  <a:cubicBezTo>
                    <a:pt x="2716" y="1490"/>
                    <a:pt x="2725" y="1501"/>
                    <a:pt x="2730" y="1513"/>
                  </a:cubicBezTo>
                  <a:lnTo>
                    <a:pt x="2730" y="1493"/>
                  </a:lnTo>
                  <a:cubicBezTo>
                    <a:pt x="2721" y="1488"/>
                    <a:pt x="2712" y="1485"/>
                    <a:pt x="2705" y="1482"/>
                  </a:cubicBezTo>
                  <a:close/>
                  <a:moveTo>
                    <a:pt x="0" y="1"/>
                  </a:moveTo>
                  <a:lnTo>
                    <a:pt x="0" y="1"/>
                  </a:lnTo>
                  <a:cubicBezTo>
                    <a:pt x="21" y="296"/>
                    <a:pt x="60" y="629"/>
                    <a:pt x="275" y="885"/>
                  </a:cubicBezTo>
                  <a:cubicBezTo>
                    <a:pt x="492" y="1121"/>
                    <a:pt x="785" y="1278"/>
                    <a:pt x="1100" y="1375"/>
                  </a:cubicBezTo>
                  <a:cubicBezTo>
                    <a:pt x="1374" y="1454"/>
                    <a:pt x="1689" y="1532"/>
                    <a:pt x="1963" y="1532"/>
                  </a:cubicBezTo>
                  <a:lnTo>
                    <a:pt x="2278" y="1532"/>
                  </a:lnTo>
                  <a:cubicBezTo>
                    <a:pt x="2395" y="1532"/>
                    <a:pt x="2513" y="1474"/>
                    <a:pt x="2631" y="1474"/>
                  </a:cubicBezTo>
                  <a:cubicBezTo>
                    <a:pt x="2661" y="1474"/>
                    <a:pt x="2680" y="1474"/>
                    <a:pt x="2705" y="1482"/>
                  </a:cubicBezTo>
                  <a:lnTo>
                    <a:pt x="2705" y="1482"/>
                  </a:lnTo>
                  <a:cubicBezTo>
                    <a:pt x="2676" y="1463"/>
                    <a:pt x="2630" y="1456"/>
                    <a:pt x="2580" y="1456"/>
                  </a:cubicBezTo>
                  <a:cubicBezTo>
                    <a:pt x="2495" y="1456"/>
                    <a:pt x="2399" y="1474"/>
                    <a:pt x="2356" y="1474"/>
                  </a:cubicBezTo>
                  <a:cubicBezTo>
                    <a:pt x="2141" y="1474"/>
                    <a:pt x="1924" y="1474"/>
                    <a:pt x="1709" y="1414"/>
                  </a:cubicBezTo>
                  <a:cubicBezTo>
                    <a:pt x="1335" y="1336"/>
                    <a:pt x="943" y="1199"/>
                    <a:pt x="610" y="1003"/>
                  </a:cubicBezTo>
                  <a:cubicBezTo>
                    <a:pt x="236" y="767"/>
                    <a:pt x="39" y="414"/>
                    <a:pt x="0" y="1"/>
                  </a:cubicBezTo>
                  <a:close/>
                </a:path>
              </a:pathLst>
            </a:custGeom>
            <a:solidFill>
              <a:srgbClr val="905C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1" name="Google Shape;1061;p27"/>
            <p:cNvSpPr/>
            <p:nvPr/>
          </p:nvSpPr>
          <p:spPr>
            <a:xfrm>
              <a:off x="5785481" y="2609920"/>
              <a:ext cx="9947" cy="94986"/>
            </a:xfrm>
            <a:custGeom>
              <a:avLst/>
              <a:gdLst/>
              <a:ahLst/>
              <a:cxnLst/>
              <a:rect l="l" t="t" r="r" b="b"/>
              <a:pathLst>
                <a:path w="218" h="2082" extrusionOk="0">
                  <a:moveTo>
                    <a:pt x="79" y="0"/>
                  </a:moveTo>
                  <a:lnTo>
                    <a:pt x="0" y="2081"/>
                  </a:lnTo>
                  <a:lnTo>
                    <a:pt x="99" y="2081"/>
                  </a:lnTo>
                  <a:lnTo>
                    <a:pt x="217" y="0"/>
                  </a:lnTo>
                  <a:close/>
                </a:path>
              </a:pathLst>
            </a:custGeom>
            <a:solidFill>
              <a:srgbClr val="4C9C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2" name="Google Shape;1062;p27"/>
            <p:cNvSpPr/>
            <p:nvPr/>
          </p:nvSpPr>
          <p:spPr>
            <a:xfrm>
              <a:off x="5597353" y="3752388"/>
              <a:ext cx="375444" cy="1151329"/>
            </a:xfrm>
            <a:custGeom>
              <a:avLst/>
              <a:gdLst/>
              <a:ahLst/>
              <a:cxnLst/>
              <a:rect l="l" t="t" r="r" b="b"/>
              <a:pathLst>
                <a:path w="8228" h="25236" extrusionOk="0">
                  <a:moveTo>
                    <a:pt x="2372" y="0"/>
                  </a:moveTo>
                  <a:cubicBezTo>
                    <a:pt x="1982" y="0"/>
                    <a:pt x="1523" y="81"/>
                    <a:pt x="1317" y="420"/>
                  </a:cubicBezTo>
                  <a:cubicBezTo>
                    <a:pt x="1" y="2580"/>
                    <a:pt x="2160" y="10786"/>
                    <a:pt x="2160" y="10786"/>
                  </a:cubicBezTo>
                  <a:cubicBezTo>
                    <a:pt x="1984" y="11984"/>
                    <a:pt x="1592" y="14772"/>
                    <a:pt x="1592" y="15871"/>
                  </a:cubicBezTo>
                  <a:cubicBezTo>
                    <a:pt x="1611" y="18050"/>
                    <a:pt x="1317" y="25157"/>
                    <a:pt x="1317" y="25157"/>
                  </a:cubicBezTo>
                  <a:lnTo>
                    <a:pt x="8227" y="25235"/>
                  </a:lnTo>
                  <a:cubicBezTo>
                    <a:pt x="8227" y="25235"/>
                    <a:pt x="6539" y="14183"/>
                    <a:pt x="6617" y="10924"/>
                  </a:cubicBezTo>
                  <a:lnTo>
                    <a:pt x="6421" y="9825"/>
                  </a:lnTo>
                  <a:lnTo>
                    <a:pt x="3024" y="67"/>
                  </a:lnTo>
                  <a:cubicBezTo>
                    <a:pt x="3024" y="67"/>
                    <a:pt x="2726" y="0"/>
                    <a:pt x="2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3" name="Google Shape;1063;p27"/>
            <p:cNvSpPr/>
            <p:nvPr/>
          </p:nvSpPr>
          <p:spPr>
            <a:xfrm>
              <a:off x="5712977" y="4842755"/>
              <a:ext cx="338620" cy="138738"/>
            </a:xfrm>
            <a:custGeom>
              <a:avLst/>
              <a:gdLst/>
              <a:ahLst/>
              <a:cxnLst/>
              <a:rect l="l" t="t" r="r" b="b"/>
              <a:pathLst>
                <a:path w="7421" h="3041" extrusionOk="0">
                  <a:moveTo>
                    <a:pt x="3356" y="0"/>
                  </a:moveTo>
                  <a:lnTo>
                    <a:pt x="3377" y="21"/>
                  </a:lnTo>
                  <a:cubicBezTo>
                    <a:pt x="3348" y="8"/>
                    <a:pt x="3318" y="3"/>
                    <a:pt x="3287" y="3"/>
                  </a:cubicBezTo>
                  <a:cubicBezTo>
                    <a:pt x="3168" y="3"/>
                    <a:pt x="3038" y="84"/>
                    <a:pt x="2945" y="178"/>
                  </a:cubicBezTo>
                  <a:cubicBezTo>
                    <a:pt x="2645" y="458"/>
                    <a:pt x="2469" y="848"/>
                    <a:pt x="2009" y="848"/>
                  </a:cubicBezTo>
                  <a:cubicBezTo>
                    <a:pt x="1988" y="848"/>
                    <a:pt x="1966" y="847"/>
                    <a:pt x="1943" y="845"/>
                  </a:cubicBezTo>
                  <a:cubicBezTo>
                    <a:pt x="1688" y="825"/>
                    <a:pt x="1414" y="746"/>
                    <a:pt x="1178" y="668"/>
                  </a:cubicBezTo>
                  <a:cubicBezTo>
                    <a:pt x="1000" y="609"/>
                    <a:pt x="843" y="531"/>
                    <a:pt x="686" y="432"/>
                  </a:cubicBezTo>
                  <a:cubicBezTo>
                    <a:pt x="589" y="374"/>
                    <a:pt x="451" y="217"/>
                    <a:pt x="353" y="178"/>
                  </a:cubicBezTo>
                  <a:cubicBezTo>
                    <a:pt x="157" y="531"/>
                    <a:pt x="39" y="1002"/>
                    <a:pt x="39" y="1414"/>
                  </a:cubicBezTo>
                  <a:cubicBezTo>
                    <a:pt x="39" y="1571"/>
                    <a:pt x="0" y="1944"/>
                    <a:pt x="58" y="2062"/>
                  </a:cubicBezTo>
                  <a:cubicBezTo>
                    <a:pt x="79" y="2081"/>
                    <a:pt x="79" y="2102"/>
                    <a:pt x="97" y="2120"/>
                  </a:cubicBezTo>
                  <a:lnTo>
                    <a:pt x="97" y="2160"/>
                  </a:lnTo>
                  <a:cubicBezTo>
                    <a:pt x="97" y="2337"/>
                    <a:pt x="118" y="2690"/>
                    <a:pt x="275" y="2769"/>
                  </a:cubicBezTo>
                  <a:cubicBezTo>
                    <a:pt x="490" y="2906"/>
                    <a:pt x="785" y="2866"/>
                    <a:pt x="1021" y="2887"/>
                  </a:cubicBezTo>
                  <a:cubicBezTo>
                    <a:pt x="1169" y="2898"/>
                    <a:pt x="1330" y="2909"/>
                    <a:pt x="1501" y="2909"/>
                  </a:cubicBezTo>
                  <a:cubicBezTo>
                    <a:pt x="1625" y="2909"/>
                    <a:pt x="1753" y="2903"/>
                    <a:pt x="1885" y="2887"/>
                  </a:cubicBezTo>
                  <a:cubicBezTo>
                    <a:pt x="1845" y="2769"/>
                    <a:pt x="1825" y="2592"/>
                    <a:pt x="1963" y="2552"/>
                  </a:cubicBezTo>
                  <a:cubicBezTo>
                    <a:pt x="1982" y="2545"/>
                    <a:pt x="2006" y="2541"/>
                    <a:pt x="2032" y="2541"/>
                  </a:cubicBezTo>
                  <a:cubicBezTo>
                    <a:pt x="2141" y="2541"/>
                    <a:pt x="2296" y="2596"/>
                    <a:pt x="2375" y="2612"/>
                  </a:cubicBezTo>
                  <a:cubicBezTo>
                    <a:pt x="2689" y="2690"/>
                    <a:pt x="3023" y="2848"/>
                    <a:pt x="3356" y="2906"/>
                  </a:cubicBezTo>
                  <a:cubicBezTo>
                    <a:pt x="3857" y="3003"/>
                    <a:pt x="4373" y="3040"/>
                    <a:pt x="4889" y="3040"/>
                  </a:cubicBezTo>
                  <a:cubicBezTo>
                    <a:pt x="5204" y="3040"/>
                    <a:pt x="5518" y="3027"/>
                    <a:pt x="5830" y="3005"/>
                  </a:cubicBezTo>
                  <a:cubicBezTo>
                    <a:pt x="6223" y="2984"/>
                    <a:pt x="6636" y="2866"/>
                    <a:pt x="7008" y="2749"/>
                  </a:cubicBezTo>
                  <a:cubicBezTo>
                    <a:pt x="7146" y="2709"/>
                    <a:pt x="7361" y="2670"/>
                    <a:pt x="7401" y="2552"/>
                  </a:cubicBezTo>
                  <a:cubicBezTo>
                    <a:pt x="7421" y="2513"/>
                    <a:pt x="7401" y="2356"/>
                    <a:pt x="7361" y="2317"/>
                  </a:cubicBezTo>
                  <a:cubicBezTo>
                    <a:pt x="7369" y="2302"/>
                    <a:pt x="7363" y="2298"/>
                    <a:pt x="7352" y="2298"/>
                  </a:cubicBezTo>
                  <a:cubicBezTo>
                    <a:pt x="7341" y="2298"/>
                    <a:pt x="7323" y="2303"/>
                    <a:pt x="7313" y="2303"/>
                  </a:cubicBezTo>
                  <a:cubicBezTo>
                    <a:pt x="7307" y="2303"/>
                    <a:pt x="7303" y="2302"/>
                    <a:pt x="7303" y="2298"/>
                  </a:cubicBezTo>
                  <a:cubicBezTo>
                    <a:pt x="7342" y="2141"/>
                    <a:pt x="7165" y="1806"/>
                    <a:pt x="7068" y="1728"/>
                  </a:cubicBezTo>
                  <a:cubicBezTo>
                    <a:pt x="6928" y="1635"/>
                    <a:pt x="6716" y="1604"/>
                    <a:pt x="6537" y="1604"/>
                  </a:cubicBezTo>
                  <a:cubicBezTo>
                    <a:pt x="6488" y="1604"/>
                    <a:pt x="6442" y="1606"/>
                    <a:pt x="6400" y="1610"/>
                  </a:cubicBezTo>
                  <a:cubicBezTo>
                    <a:pt x="6281" y="1624"/>
                    <a:pt x="6165" y="1632"/>
                    <a:pt x="6051" y="1632"/>
                  </a:cubicBezTo>
                  <a:cubicBezTo>
                    <a:pt x="5691" y="1632"/>
                    <a:pt x="5349" y="1558"/>
                    <a:pt x="5005" y="1395"/>
                  </a:cubicBezTo>
                  <a:cubicBezTo>
                    <a:pt x="4672" y="1257"/>
                    <a:pt x="4398" y="982"/>
                    <a:pt x="4142" y="727"/>
                  </a:cubicBezTo>
                  <a:cubicBezTo>
                    <a:pt x="4005" y="589"/>
                    <a:pt x="3848" y="452"/>
                    <a:pt x="3710" y="295"/>
                  </a:cubicBezTo>
                  <a:cubicBezTo>
                    <a:pt x="3592" y="196"/>
                    <a:pt x="3495" y="39"/>
                    <a:pt x="3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solidFill>
                  <a:schemeClr val="dk1"/>
                </a:solidFill>
              </a:endParaRPr>
            </a:p>
          </p:txBody>
        </p:sp>
        <p:sp>
          <p:nvSpPr>
            <p:cNvPr id="1064" name="Google Shape;1064;p27"/>
            <p:cNvSpPr/>
            <p:nvPr/>
          </p:nvSpPr>
          <p:spPr>
            <a:xfrm>
              <a:off x="5660047" y="3771549"/>
              <a:ext cx="516988" cy="1109813"/>
            </a:xfrm>
            <a:custGeom>
              <a:avLst/>
              <a:gdLst/>
              <a:ahLst/>
              <a:cxnLst/>
              <a:rect l="l" t="t" r="r" b="b"/>
              <a:pathLst>
                <a:path w="11330" h="24326" extrusionOk="0">
                  <a:moveTo>
                    <a:pt x="5597" y="0"/>
                  </a:moveTo>
                  <a:lnTo>
                    <a:pt x="1" y="1670"/>
                  </a:lnTo>
                  <a:lnTo>
                    <a:pt x="5262" y="10759"/>
                  </a:lnTo>
                  <a:cubicBezTo>
                    <a:pt x="5145" y="11957"/>
                    <a:pt x="4870" y="14764"/>
                    <a:pt x="4929" y="15844"/>
                  </a:cubicBezTo>
                  <a:cubicBezTo>
                    <a:pt x="5047" y="18022"/>
                    <a:pt x="5930" y="24325"/>
                    <a:pt x="5930" y="24325"/>
                  </a:cubicBezTo>
                  <a:lnTo>
                    <a:pt x="11329" y="23402"/>
                  </a:lnTo>
                  <a:cubicBezTo>
                    <a:pt x="11329" y="23402"/>
                    <a:pt x="9798" y="13939"/>
                    <a:pt x="9720" y="10680"/>
                  </a:cubicBezTo>
                  <a:cubicBezTo>
                    <a:pt x="9720" y="10661"/>
                    <a:pt x="9484" y="9581"/>
                    <a:pt x="9484" y="9581"/>
                  </a:cubicBezTo>
                  <a:lnTo>
                    <a:pt x="55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5" name="Google Shape;1065;p27"/>
            <p:cNvSpPr/>
            <p:nvPr/>
          </p:nvSpPr>
          <p:spPr>
            <a:xfrm>
              <a:off x="5949426" y="4851697"/>
              <a:ext cx="340491" cy="137962"/>
            </a:xfrm>
            <a:custGeom>
              <a:avLst/>
              <a:gdLst/>
              <a:ahLst/>
              <a:cxnLst/>
              <a:rect l="l" t="t" r="r" b="b"/>
              <a:pathLst>
                <a:path w="7462" h="3024" extrusionOk="0">
                  <a:moveTo>
                    <a:pt x="3279" y="0"/>
                  </a:moveTo>
                  <a:lnTo>
                    <a:pt x="3299" y="21"/>
                  </a:lnTo>
                  <a:cubicBezTo>
                    <a:pt x="3270" y="10"/>
                    <a:pt x="3240" y="5"/>
                    <a:pt x="3211" y="5"/>
                  </a:cubicBezTo>
                  <a:cubicBezTo>
                    <a:pt x="3084" y="5"/>
                    <a:pt x="2963" y="98"/>
                    <a:pt x="2867" y="178"/>
                  </a:cubicBezTo>
                  <a:cubicBezTo>
                    <a:pt x="2560" y="485"/>
                    <a:pt x="2421" y="904"/>
                    <a:pt x="1939" y="904"/>
                  </a:cubicBezTo>
                  <a:cubicBezTo>
                    <a:pt x="1928" y="904"/>
                    <a:pt x="1916" y="904"/>
                    <a:pt x="1904" y="903"/>
                  </a:cubicBezTo>
                  <a:cubicBezTo>
                    <a:pt x="1650" y="885"/>
                    <a:pt x="1375" y="825"/>
                    <a:pt x="1119" y="746"/>
                  </a:cubicBezTo>
                  <a:cubicBezTo>
                    <a:pt x="943" y="707"/>
                    <a:pt x="786" y="649"/>
                    <a:pt x="629" y="550"/>
                  </a:cubicBezTo>
                  <a:cubicBezTo>
                    <a:pt x="511" y="492"/>
                    <a:pt x="394" y="335"/>
                    <a:pt x="276" y="315"/>
                  </a:cubicBezTo>
                  <a:cubicBezTo>
                    <a:pt x="98" y="688"/>
                    <a:pt x="1" y="1159"/>
                    <a:pt x="20" y="1571"/>
                  </a:cubicBezTo>
                  <a:cubicBezTo>
                    <a:pt x="20" y="1728"/>
                    <a:pt x="1" y="2102"/>
                    <a:pt x="79" y="2220"/>
                  </a:cubicBezTo>
                  <a:cubicBezTo>
                    <a:pt x="98" y="2238"/>
                    <a:pt x="98" y="2259"/>
                    <a:pt x="119" y="2259"/>
                  </a:cubicBezTo>
                  <a:lnTo>
                    <a:pt x="119" y="2317"/>
                  </a:lnTo>
                  <a:cubicBezTo>
                    <a:pt x="138" y="2494"/>
                    <a:pt x="177" y="2827"/>
                    <a:pt x="334" y="2906"/>
                  </a:cubicBezTo>
                  <a:cubicBezTo>
                    <a:pt x="551" y="3024"/>
                    <a:pt x="825" y="2984"/>
                    <a:pt x="1080" y="3005"/>
                  </a:cubicBezTo>
                  <a:cubicBezTo>
                    <a:pt x="1336" y="3005"/>
                    <a:pt x="1630" y="3005"/>
                    <a:pt x="1944" y="2945"/>
                  </a:cubicBezTo>
                  <a:cubicBezTo>
                    <a:pt x="1904" y="2827"/>
                    <a:pt x="1865" y="2670"/>
                    <a:pt x="2003" y="2612"/>
                  </a:cubicBezTo>
                  <a:cubicBezTo>
                    <a:pt x="2029" y="2596"/>
                    <a:pt x="2064" y="2590"/>
                    <a:pt x="2102" y="2590"/>
                  </a:cubicBezTo>
                  <a:cubicBezTo>
                    <a:pt x="2208" y="2590"/>
                    <a:pt x="2343" y="2637"/>
                    <a:pt x="2415" y="2652"/>
                  </a:cubicBezTo>
                  <a:cubicBezTo>
                    <a:pt x="2749" y="2710"/>
                    <a:pt x="3063" y="2848"/>
                    <a:pt x="3396" y="2906"/>
                  </a:cubicBezTo>
                  <a:cubicBezTo>
                    <a:pt x="3744" y="2948"/>
                    <a:pt x="4095" y="2965"/>
                    <a:pt x="4447" y="2965"/>
                  </a:cubicBezTo>
                  <a:cubicBezTo>
                    <a:pt x="4930" y="2965"/>
                    <a:pt x="5414" y="2933"/>
                    <a:pt x="5890" y="2887"/>
                  </a:cubicBezTo>
                  <a:cubicBezTo>
                    <a:pt x="6283" y="2827"/>
                    <a:pt x="6695" y="2710"/>
                    <a:pt x="7068" y="2553"/>
                  </a:cubicBezTo>
                  <a:cubicBezTo>
                    <a:pt x="7186" y="2513"/>
                    <a:pt x="7401" y="2474"/>
                    <a:pt x="7441" y="2356"/>
                  </a:cubicBezTo>
                  <a:cubicBezTo>
                    <a:pt x="7461" y="2298"/>
                    <a:pt x="7422" y="2160"/>
                    <a:pt x="7383" y="2102"/>
                  </a:cubicBezTo>
                  <a:cubicBezTo>
                    <a:pt x="7387" y="2097"/>
                    <a:pt x="7386" y="2096"/>
                    <a:pt x="7383" y="2096"/>
                  </a:cubicBezTo>
                  <a:cubicBezTo>
                    <a:pt x="7374" y="2096"/>
                    <a:pt x="7346" y="2107"/>
                    <a:pt x="7331" y="2107"/>
                  </a:cubicBezTo>
                  <a:cubicBezTo>
                    <a:pt x="7326" y="2107"/>
                    <a:pt x="7323" y="2106"/>
                    <a:pt x="7323" y="2102"/>
                  </a:cubicBezTo>
                  <a:cubicBezTo>
                    <a:pt x="7343" y="1945"/>
                    <a:pt x="7166" y="1610"/>
                    <a:pt x="7068" y="1532"/>
                  </a:cubicBezTo>
                  <a:cubicBezTo>
                    <a:pt x="6960" y="1472"/>
                    <a:pt x="6800" y="1449"/>
                    <a:pt x="6648" y="1449"/>
                  </a:cubicBezTo>
                  <a:cubicBezTo>
                    <a:pt x="6551" y="1449"/>
                    <a:pt x="6457" y="1458"/>
                    <a:pt x="6381" y="1474"/>
                  </a:cubicBezTo>
                  <a:cubicBezTo>
                    <a:pt x="6243" y="1496"/>
                    <a:pt x="6106" y="1508"/>
                    <a:pt x="5970" y="1508"/>
                  </a:cubicBezTo>
                  <a:cubicBezTo>
                    <a:pt x="5637" y="1508"/>
                    <a:pt x="5307" y="1441"/>
                    <a:pt x="4987" y="1317"/>
                  </a:cubicBezTo>
                  <a:cubicBezTo>
                    <a:pt x="4653" y="1199"/>
                    <a:pt x="4359" y="924"/>
                    <a:pt x="4103" y="688"/>
                  </a:cubicBezTo>
                  <a:lnTo>
                    <a:pt x="3632" y="275"/>
                  </a:lnTo>
                  <a:cubicBezTo>
                    <a:pt x="3514" y="178"/>
                    <a:pt x="3417" y="40"/>
                    <a:pt x="3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solidFill>
                  <a:schemeClr val="dk1"/>
                </a:solidFill>
              </a:endParaRPr>
            </a:p>
          </p:txBody>
        </p:sp>
        <p:sp>
          <p:nvSpPr>
            <p:cNvPr id="1066" name="Google Shape;1066;p27"/>
            <p:cNvSpPr/>
            <p:nvPr/>
          </p:nvSpPr>
          <p:spPr>
            <a:xfrm>
              <a:off x="5573215" y="2448692"/>
              <a:ext cx="346697" cy="380583"/>
            </a:xfrm>
            <a:custGeom>
              <a:avLst/>
              <a:gdLst/>
              <a:ahLst/>
              <a:cxnLst/>
              <a:rect l="l" t="t" r="r" b="b"/>
              <a:pathLst>
                <a:path w="7598" h="8342" extrusionOk="0">
                  <a:moveTo>
                    <a:pt x="3573" y="1"/>
                  </a:moveTo>
                  <a:cubicBezTo>
                    <a:pt x="3338" y="1"/>
                    <a:pt x="3121" y="1"/>
                    <a:pt x="2886" y="40"/>
                  </a:cubicBezTo>
                  <a:cubicBezTo>
                    <a:pt x="2454" y="98"/>
                    <a:pt x="2042" y="137"/>
                    <a:pt x="1629" y="255"/>
                  </a:cubicBezTo>
                  <a:cubicBezTo>
                    <a:pt x="1158" y="412"/>
                    <a:pt x="647" y="668"/>
                    <a:pt x="373" y="1100"/>
                  </a:cubicBezTo>
                  <a:cubicBezTo>
                    <a:pt x="79" y="1571"/>
                    <a:pt x="0" y="2218"/>
                    <a:pt x="19" y="2788"/>
                  </a:cubicBezTo>
                  <a:cubicBezTo>
                    <a:pt x="19" y="3377"/>
                    <a:pt x="255" y="3907"/>
                    <a:pt x="569" y="4417"/>
                  </a:cubicBezTo>
                  <a:cubicBezTo>
                    <a:pt x="883" y="4909"/>
                    <a:pt x="1453" y="5124"/>
                    <a:pt x="1904" y="5477"/>
                  </a:cubicBezTo>
                  <a:cubicBezTo>
                    <a:pt x="2414" y="5851"/>
                    <a:pt x="2513" y="6518"/>
                    <a:pt x="2827" y="7029"/>
                  </a:cubicBezTo>
                  <a:cubicBezTo>
                    <a:pt x="3121" y="7480"/>
                    <a:pt x="3475" y="7853"/>
                    <a:pt x="3848" y="8246"/>
                  </a:cubicBezTo>
                  <a:cubicBezTo>
                    <a:pt x="3901" y="8320"/>
                    <a:pt x="3982" y="8337"/>
                    <a:pt x="4071" y="8337"/>
                  </a:cubicBezTo>
                  <a:cubicBezTo>
                    <a:pt x="4146" y="8337"/>
                    <a:pt x="4227" y="8325"/>
                    <a:pt x="4299" y="8325"/>
                  </a:cubicBezTo>
                  <a:cubicBezTo>
                    <a:pt x="4427" y="8325"/>
                    <a:pt x="4585" y="8342"/>
                    <a:pt x="4733" y="8342"/>
                  </a:cubicBezTo>
                  <a:cubicBezTo>
                    <a:pt x="4858" y="8342"/>
                    <a:pt x="4976" y="8330"/>
                    <a:pt x="5065" y="8285"/>
                  </a:cubicBezTo>
                  <a:cubicBezTo>
                    <a:pt x="5202" y="8246"/>
                    <a:pt x="5223" y="8029"/>
                    <a:pt x="5262" y="7912"/>
                  </a:cubicBezTo>
                  <a:cubicBezTo>
                    <a:pt x="5320" y="7696"/>
                    <a:pt x="5359" y="7461"/>
                    <a:pt x="5398" y="7244"/>
                  </a:cubicBezTo>
                  <a:cubicBezTo>
                    <a:pt x="5458" y="6990"/>
                    <a:pt x="5458" y="6636"/>
                    <a:pt x="5654" y="6420"/>
                  </a:cubicBezTo>
                  <a:cubicBezTo>
                    <a:pt x="5792" y="6265"/>
                    <a:pt x="6020" y="6201"/>
                    <a:pt x="6233" y="6201"/>
                  </a:cubicBezTo>
                  <a:cubicBezTo>
                    <a:pt x="6263" y="6201"/>
                    <a:pt x="6293" y="6202"/>
                    <a:pt x="6322" y="6204"/>
                  </a:cubicBezTo>
                  <a:cubicBezTo>
                    <a:pt x="6377" y="6209"/>
                    <a:pt x="6438" y="6213"/>
                    <a:pt x="6501" y="6213"/>
                  </a:cubicBezTo>
                  <a:cubicBezTo>
                    <a:pt x="6681" y="6213"/>
                    <a:pt x="6878" y="6183"/>
                    <a:pt x="7008" y="6066"/>
                  </a:cubicBezTo>
                  <a:cubicBezTo>
                    <a:pt x="7186" y="5890"/>
                    <a:pt x="7186" y="5615"/>
                    <a:pt x="7087" y="5399"/>
                  </a:cubicBezTo>
                  <a:cubicBezTo>
                    <a:pt x="7008" y="5223"/>
                    <a:pt x="6832" y="5144"/>
                    <a:pt x="6969" y="4928"/>
                  </a:cubicBezTo>
                  <a:cubicBezTo>
                    <a:pt x="7029" y="4849"/>
                    <a:pt x="7068" y="4791"/>
                    <a:pt x="7008" y="4673"/>
                  </a:cubicBezTo>
                  <a:cubicBezTo>
                    <a:pt x="6969" y="4535"/>
                    <a:pt x="6950" y="4595"/>
                    <a:pt x="7029" y="4477"/>
                  </a:cubicBezTo>
                  <a:cubicBezTo>
                    <a:pt x="7126" y="4299"/>
                    <a:pt x="6950" y="4181"/>
                    <a:pt x="7008" y="4024"/>
                  </a:cubicBezTo>
                  <a:cubicBezTo>
                    <a:pt x="7087" y="3867"/>
                    <a:pt x="7322" y="3809"/>
                    <a:pt x="7401" y="3632"/>
                  </a:cubicBezTo>
                  <a:cubicBezTo>
                    <a:pt x="7597" y="3299"/>
                    <a:pt x="6950" y="3024"/>
                    <a:pt x="6754" y="2828"/>
                  </a:cubicBezTo>
                  <a:cubicBezTo>
                    <a:pt x="6597" y="2671"/>
                    <a:pt x="6498" y="2514"/>
                    <a:pt x="6459" y="2317"/>
                  </a:cubicBezTo>
                  <a:cubicBezTo>
                    <a:pt x="6440" y="2061"/>
                    <a:pt x="6380" y="1807"/>
                    <a:pt x="6302" y="1551"/>
                  </a:cubicBezTo>
                  <a:cubicBezTo>
                    <a:pt x="6074" y="963"/>
                    <a:pt x="5645" y="411"/>
                    <a:pt x="5066" y="145"/>
                  </a:cubicBezTo>
                  <a:lnTo>
                    <a:pt x="5066" y="145"/>
                  </a:lnTo>
                  <a:cubicBezTo>
                    <a:pt x="5079" y="149"/>
                    <a:pt x="5092" y="153"/>
                    <a:pt x="5105" y="158"/>
                  </a:cubicBezTo>
                  <a:lnTo>
                    <a:pt x="5006" y="118"/>
                  </a:lnTo>
                  <a:lnTo>
                    <a:pt x="5006" y="118"/>
                  </a:lnTo>
                  <a:cubicBezTo>
                    <a:pt x="5026" y="127"/>
                    <a:pt x="5046" y="136"/>
                    <a:pt x="5066" y="145"/>
                  </a:cubicBezTo>
                  <a:lnTo>
                    <a:pt x="5066" y="145"/>
                  </a:lnTo>
                  <a:cubicBezTo>
                    <a:pt x="4961" y="110"/>
                    <a:pt x="4856" y="77"/>
                    <a:pt x="4751" y="59"/>
                  </a:cubicBezTo>
                  <a:cubicBezTo>
                    <a:pt x="4359" y="1"/>
                    <a:pt x="3985" y="20"/>
                    <a:pt x="3573" y="1"/>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7" name="Google Shape;1067;p27"/>
            <p:cNvSpPr/>
            <p:nvPr/>
          </p:nvSpPr>
          <p:spPr>
            <a:xfrm>
              <a:off x="5573215" y="2454075"/>
              <a:ext cx="326985" cy="375199"/>
            </a:xfrm>
            <a:custGeom>
              <a:avLst/>
              <a:gdLst/>
              <a:ahLst/>
              <a:cxnLst/>
              <a:rect l="l" t="t" r="r" b="b"/>
              <a:pathLst>
                <a:path w="7166" h="8224" extrusionOk="0">
                  <a:moveTo>
                    <a:pt x="2375" y="0"/>
                  </a:moveTo>
                  <a:lnTo>
                    <a:pt x="2375" y="0"/>
                  </a:lnTo>
                  <a:cubicBezTo>
                    <a:pt x="2121" y="19"/>
                    <a:pt x="1865" y="59"/>
                    <a:pt x="1629" y="137"/>
                  </a:cubicBezTo>
                  <a:cubicBezTo>
                    <a:pt x="1158" y="294"/>
                    <a:pt x="647" y="550"/>
                    <a:pt x="373" y="982"/>
                  </a:cubicBezTo>
                  <a:cubicBezTo>
                    <a:pt x="79" y="1453"/>
                    <a:pt x="0" y="2100"/>
                    <a:pt x="19" y="2670"/>
                  </a:cubicBezTo>
                  <a:cubicBezTo>
                    <a:pt x="19" y="3259"/>
                    <a:pt x="255" y="3789"/>
                    <a:pt x="569" y="4299"/>
                  </a:cubicBezTo>
                  <a:cubicBezTo>
                    <a:pt x="883" y="4791"/>
                    <a:pt x="1453" y="5006"/>
                    <a:pt x="1904" y="5359"/>
                  </a:cubicBezTo>
                  <a:cubicBezTo>
                    <a:pt x="2414" y="5733"/>
                    <a:pt x="2513" y="6400"/>
                    <a:pt x="2827" y="6911"/>
                  </a:cubicBezTo>
                  <a:cubicBezTo>
                    <a:pt x="3121" y="7362"/>
                    <a:pt x="3475" y="7735"/>
                    <a:pt x="3848" y="8128"/>
                  </a:cubicBezTo>
                  <a:cubicBezTo>
                    <a:pt x="3901" y="8202"/>
                    <a:pt x="3982" y="8219"/>
                    <a:pt x="4071" y="8219"/>
                  </a:cubicBezTo>
                  <a:cubicBezTo>
                    <a:pt x="4146" y="8219"/>
                    <a:pt x="4227" y="8207"/>
                    <a:pt x="4299" y="8207"/>
                  </a:cubicBezTo>
                  <a:cubicBezTo>
                    <a:pt x="4427" y="8207"/>
                    <a:pt x="4585" y="8224"/>
                    <a:pt x="4733" y="8224"/>
                  </a:cubicBezTo>
                  <a:cubicBezTo>
                    <a:pt x="4858" y="8224"/>
                    <a:pt x="4976" y="8212"/>
                    <a:pt x="5065" y="8167"/>
                  </a:cubicBezTo>
                  <a:cubicBezTo>
                    <a:pt x="5202" y="8128"/>
                    <a:pt x="5223" y="7911"/>
                    <a:pt x="5262" y="7794"/>
                  </a:cubicBezTo>
                  <a:cubicBezTo>
                    <a:pt x="5320" y="7578"/>
                    <a:pt x="5359" y="7343"/>
                    <a:pt x="5398" y="7126"/>
                  </a:cubicBezTo>
                  <a:cubicBezTo>
                    <a:pt x="5458" y="6872"/>
                    <a:pt x="5458" y="6518"/>
                    <a:pt x="5654" y="6302"/>
                  </a:cubicBezTo>
                  <a:cubicBezTo>
                    <a:pt x="5792" y="6147"/>
                    <a:pt x="6020" y="6083"/>
                    <a:pt x="6233" y="6083"/>
                  </a:cubicBezTo>
                  <a:cubicBezTo>
                    <a:pt x="6263" y="6083"/>
                    <a:pt x="6293" y="6084"/>
                    <a:pt x="6322" y="6086"/>
                  </a:cubicBezTo>
                  <a:cubicBezTo>
                    <a:pt x="6377" y="6091"/>
                    <a:pt x="6438" y="6095"/>
                    <a:pt x="6501" y="6095"/>
                  </a:cubicBezTo>
                  <a:cubicBezTo>
                    <a:pt x="6681" y="6095"/>
                    <a:pt x="6878" y="6065"/>
                    <a:pt x="7008" y="5948"/>
                  </a:cubicBezTo>
                  <a:cubicBezTo>
                    <a:pt x="7126" y="5812"/>
                    <a:pt x="7165" y="5634"/>
                    <a:pt x="7146" y="5477"/>
                  </a:cubicBezTo>
                  <a:lnTo>
                    <a:pt x="7146" y="5477"/>
                  </a:lnTo>
                  <a:cubicBezTo>
                    <a:pt x="6838" y="5564"/>
                    <a:pt x="6526" y="5606"/>
                    <a:pt x="6217" y="5606"/>
                  </a:cubicBezTo>
                  <a:cubicBezTo>
                    <a:pt x="4572" y="5606"/>
                    <a:pt x="2993" y="4428"/>
                    <a:pt x="2414" y="2611"/>
                  </a:cubicBezTo>
                  <a:cubicBezTo>
                    <a:pt x="2121" y="1708"/>
                    <a:pt x="2140" y="786"/>
                    <a:pt x="2375" y="0"/>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8" name="Google Shape;1068;p27"/>
            <p:cNvSpPr/>
            <p:nvPr/>
          </p:nvSpPr>
          <p:spPr>
            <a:xfrm>
              <a:off x="5656488" y="2694093"/>
              <a:ext cx="149666" cy="135179"/>
            </a:xfrm>
            <a:custGeom>
              <a:avLst/>
              <a:gdLst/>
              <a:ahLst/>
              <a:cxnLst/>
              <a:rect l="l" t="t" r="r" b="b"/>
              <a:pathLst>
                <a:path w="3280" h="2963" extrusionOk="0">
                  <a:moveTo>
                    <a:pt x="21" y="1"/>
                  </a:moveTo>
                  <a:lnTo>
                    <a:pt x="0" y="40"/>
                  </a:lnTo>
                  <a:cubicBezTo>
                    <a:pt x="571" y="354"/>
                    <a:pt x="354" y="1257"/>
                    <a:pt x="256" y="1787"/>
                  </a:cubicBezTo>
                  <a:cubicBezTo>
                    <a:pt x="236" y="1925"/>
                    <a:pt x="178" y="2082"/>
                    <a:pt x="157" y="2218"/>
                  </a:cubicBezTo>
                  <a:cubicBezTo>
                    <a:pt x="157" y="2336"/>
                    <a:pt x="139" y="2297"/>
                    <a:pt x="197" y="2396"/>
                  </a:cubicBezTo>
                  <a:cubicBezTo>
                    <a:pt x="236" y="2435"/>
                    <a:pt x="315" y="2493"/>
                    <a:pt x="374" y="2533"/>
                  </a:cubicBezTo>
                  <a:cubicBezTo>
                    <a:pt x="629" y="2671"/>
                    <a:pt x="982" y="2768"/>
                    <a:pt x="1277" y="2847"/>
                  </a:cubicBezTo>
                  <a:cubicBezTo>
                    <a:pt x="1598" y="2932"/>
                    <a:pt x="1919" y="2962"/>
                    <a:pt x="2239" y="2962"/>
                  </a:cubicBezTo>
                  <a:cubicBezTo>
                    <a:pt x="2586" y="2962"/>
                    <a:pt x="2933" y="2927"/>
                    <a:pt x="3280" y="2886"/>
                  </a:cubicBezTo>
                  <a:cubicBezTo>
                    <a:pt x="2966" y="2789"/>
                    <a:pt x="2631" y="2454"/>
                    <a:pt x="2435" y="2200"/>
                  </a:cubicBezTo>
                  <a:cubicBezTo>
                    <a:pt x="2141" y="1826"/>
                    <a:pt x="1885" y="1433"/>
                    <a:pt x="1552" y="1119"/>
                  </a:cubicBezTo>
                  <a:cubicBezTo>
                    <a:pt x="1277" y="865"/>
                    <a:pt x="1002" y="629"/>
                    <a:pt x="707" y="412"/>
                  </a:cubicBezTo>
                  <a:cubicBezTo>
                    <a:pt x="571" y="334"/>
                    <a:pt x="453" y="276"/>
                    <a:pt x="315" y="197"/>
                  </a:cubicBezTo>
                  <a:cubicBezTo>
                    <a:pt x="217" y="137"/>
                    <a:pt x="118" y="40"/>
                    <a:pt x="21" y="1"/>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69" name="Google Shape;1069;p27"/>
            <p:cNvSpPr/>
            <p:nvPr/>
          </p:nvSpPr>
          <p:spPr>
            <a:xfrm>
              <a:off x="5560667" y="2782737"/>
              <a:ext cx="433622" cy="1049774"/>
            </a:xfrm>
            <a:custGeom>
              <a:avLst/>
              <a:gdLst/>
              <a:ahLst/>
              <a:cxnLst/>
              <a:rect l="l" t="t" r="r" b="b"/>
              <a:pathLst>
                <a:path w="9503" h="23010" extrusionOk="0">
                  <a:moveTo>
                    <a:pt x="2278" y="1"/>
                  </a:moveTo>
                  <a:cubicBezTo>
                    <a:pt x="2278" y="1"/>
                    <a:pt x="1276" y="1003"/>
                    <a:pt x="1061" y="1414"/>
                  </a:cubicBezTo>
                  <a:cubicBezTo>
                    <a:pt x="844" y="1827"/>
                    <a:pt x="550" y="3358"/>
                    <a:pt x="550" y="3398"/>
                  </a:cubicBezTo>
                  <a:cubicBezTo>
                    <a:pt x="550" y="3437"/>
                    <a:pt x="315" y="6833"/>
                    <a:pt x="354" y="7696"/>
                  </a:cubicBezTo>
                  <a:cubicBezTo>
                    <a:pt x="511" y="11505"/>
                    <a:pt x="1" y="23009"/>
                    <a:pt x="1" y="23009"/>
                  </a:cubicBezTo>
                  <a:lnTo>
                    <a:pt x="9502" y="23009"/>
                  </a:lnTo>
                  <a:cubicBezTo>
                    <a:pt x="9502" y="23009"/>
                    <a:pt x="7990" y="13371"/>
                    <a:pt x="9110" y="6165"/>
                  </a:cubicBezTo>
                  <a:cubicBezTo>
                    <a:pt x="9267" y="5165"/>
                    <a:pt x="6734" y="2887"/>
                    <a:pt x="5673" y="1120"/>
                  </a:cubicBezTo>
                  <a:cubicBezTo>
                    <a:pt x="5144" y="257"/>
                    <a:pt x="2611" y="118"/>
                    <a:pt x="2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0" name="Google Shape;1070;p27"/>
            <p:cNvSpPr/>
            <p:nvPr/>
          </p:nvSpPr>
          <p:spPr>
            <a:xfrm>
              <a:off x="5560667" y="2782737"/>
              <a:ext cx="629785" cy="2123682"/>
            </a:xfrm>
            <a:custGeom>
              <a:avLst/>
              <a:gdLst/>
              <a:ahLst/>
              <a:cxnLst/>
              <a:rect l="l" t="t" r="r" b="b"/>
              <a:pathLst>
                <a:path w="13802" h="46549" extrusionOk="0">
                  <a:moveTo>
                    <a:pt x="2278" y="1"/>
                  </a:moveTo>
                  <a:lnTo>
                    <a:pt x="2278" y="1"/>
                  </a:lnTo>
                  <a:cubicBezTo>
                    <a:pt x="1904" y="217"/>
                    <a:pt x="1237" y="1100"/>
                    <a:pt x="1061" y="1414"/>
                  </a:cubicBezTo>
                  <a:cubicBezTo>
                    <a:pt x="844" y="1827"/>
                    <a:pt x="550" y="3299"/>
                    <a:pt x="550" y="3338"/>
                  </a:cubicBezTo>
                  <a:cubicBezTo>
                    <a:pt x="550" y="3377"/>
                    <a:pt x="315" y="6793"/>
                    <a:pt x="354" y="7638"/>
                  </a:cubicBezTo>
                  <a:cubicBezTo>
                    <a:pt x="511" y="11466"/>
                    <a:pt x="1" y="23462"/>
                    <a:pt x="1" y="23462"/>
                  </a:cubicBezTo>
                  <a:lnTo>
                    <a:pt x="2179" y="23462"/>
                  </a:lnTo>
                  <a:lnTo>
                    <a:pt x="7362" y="32433"/>
                  </a:lnTo>
                  <a:cubicBezTo>
                    <a:pt x="7244" y="33631"/>
                    <a:pt x="6990" y="36419"/>
                    <a:pt x="7048" y="37518"/>
                  </a:cubicBezTo>
                  <a:cubicBezTo>
                    <a:pt x="7165" y="39696"/>
                    <a:pt x="8343" y="46549"/>
                    <a:pt x="8343" y="46549"/>
                  </a:cubicBezTo>
                  <a:lnTo>
                    <a:pt x="13801" y="46411"/>
                  </a:lnTo>
                  <a:cubicBezTo>
                    <a:pt x="13801" y="46411"/>
                    <a:pt x="12958" y="42131"/>
                    <a:pt x="12526" y="38971"/>
                  </a:cubicBezTo>
                  <a:cubicBezTo>
                    <a:pt x="10406" y="37165"/>
                    <a:pt x="8383" y="33728"/>
                    <a:pt x="7147" y="29527"/>
                  </a:cubicBezTo>
                  <a:cubicBezTo>
                    <a:pt x="6537" y="27407"/>
                    <a:pt x="6184" y="25326"/>
                    <a:pt x="6105" y="23462"/>
                  </a:cubicBezTo>
                  <a:lnTo>
                    <a:pt x="9502" y="23462"/>
                  </a:lnTo>
                  <a:cubicBezTo>
                    <a:pt x="9502" y="23462"/>
                    <a:pt x="9267" y="20163"/>
                    <a:pt x="8992" y="16590"/>
                  </a:cubicBezTo>
                  <a:cubicBezTo>
                    <a:pt x="6694" y="15353"/>
                    <a:pt x="4574" y="13174"/>
                    <a:pt x="3121" y="10327"/>
                  </a:cubicBezTo>
                  <a:cubicBezTo>
                    <a:pt x="1394" y="6911"/>
                    <a:pt x="1414" y="2848"/>
                    <a:pt x="2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1" name="Google Shape;1071;p27"/>
            <p:cNvSpPr/>
            <p:nvPr/>
          </p:nvSpPr>
          <p:spPr>
            <a:xfrm>
              <a:off x="5394075" y="3439284"/>
              <a:ext cx="507908" cy="316164"/>
            </a:xfrm>
            <a:custGeom>
              <a:avLst/>
              <a:gdLst/>
              <a:ahLst/>
              <a:cxnLst/>
              <a:rect l="l" t="t" r="r" b="b"/>
              <a:pathLst>
                <a:path w="11131" h="6930" extrusionOk="0">
                  <a:moveTo>
                    <a:pt x="0" y="1"/>
                  </a:moveTo>
                  <a:lnTo>
                    <a:pt x="0" y="6930"/>
                  </a:lnTo>
                  <a:lnTo>
                    <a:pt x="11131" y="6930"/>
                  </a:lnTo>
                  <a:lnTo>
                    <a:pt x="11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2" name="Google Shape;1072;p27"/>
            <p:cNvSpPr/>
            <p:nvPr/>
          </p:nvSpPr>
          <p:spPr>
            <a:xfrm>
              <a:off x="5419126" y="3457213"/>
              <a:ext cx="461365" cy="274967"/>
            </a:xfrm>
            <a:custGeom>
              <a:avLst/>
              <a:gdLst/>
              <a:ahLst/>
              <a:cxnLst/>
              <a:rect l="l" t="t" r="r" b="b"/>
              <a:pathLst>
                <a:path w="10111" h="6027" extrusionOk="0">
                  <a:moveTo>
                    <a:pt x="1" y="0"/>
                  </a:moveTo>
                  <a:lnTo>
                    <a:pt x="1" y="6026"/>
                  </a:lnTo>
                  <a:lnTo>
                    <a:pt x="10110" y="6026"/>
                  </a:lnTo>
                  <a:lnTo>
                    <a:pt x="101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3" name="Google Shape;1073;p27"/>
            <p:cNvSpPr/>
            <p:nvPr/>
          </p:nvSpPr>
          <p:spPr>
            <a:xfrm>
              <a:off x="5867887" y="3525281"/>
              <a:ext cx="57403" cy="127241"/>
            </a:xfrm>
            <a:custGeom>
              <a:avLst/>
              <a:gdLst/>
              <a:ahLst/>
              <a:cxnLst/>
              <a:rect l="l" t="t" r="r" b="b"/>
              <a:pathLst>
                <a:path w="1258" h="2789" extrusionOk="0">
                  <a:moveTo>
                    <a:pt x="1" y="0"/>
                  </a:moveTo>
                  <a:lnTo>
                    <a:pt x="1" y="2788"/>
                  </a:lnTo>
                  <a:lnTo>
                    <a:pt x="1257" y="2788"/>
                  </a:lnTo>
                  <a:lnTo>
                    <a:pt x="12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4" name="Google Shape;1074;p27"/>
            <p:cNvSpPr/>
            <p:nvPr/>
          </p:nvSpPr>
          <p:spPr>
            <a:xfrm>
              <a:off x="5630525" y="3548549"/>
              <a:ext cx="154138" cy="223048"/>
            </a:xfrm>
            <a:custGeom>
              <a:avLst/>
              <a:gdLst/>
              <a:ahLst/>
              <a:cxnLst/>
              <a:rect l="l" t="t" r="r" b="b"/>
              <a:pathLst>
                <a:path w="3378" h="4889" extrusionOk="0">
                  <a:moveTo>
                    <a:pt x="1140" y="1"/>
                  </a:moveTo>
                  <a:cubicBezTo>
                    <a:pt x="805" y="98"/>
                    <a:pt x="295" y="393"/>
                    <a:pt x="1" y="629"/>
                  </a:cubicBezTo>
                  <a:cubicBezTo>
                    <a:pt x="433" y="1119"/>
                    <a:pt x="786" y="1747"/>
                    <a:pt x="1119" y="2317"/>
                  </a:cubicBezTo>
                  <a:cubicBezTo>
                    <a:pt x="1336" y="2690"/>
                    <a:pt x="1158" y="2788"/>
                    <a:pt x="1237" y="3161"/>
                  </a:cubicBezTo>
                  <a:cubicBezTo>
                    <a:pt x="1297" y="3534"/>
                    <a:pt x="1669" y="3652"/>
                    <a:pt x="1886" y="3907"/>
                  </a:cubicBezTo>
                  <a:cubicBezTo>
                    <a:pt x="1768" y="3907"/>
                    <a:pt x="1630" y="3867"/>
                    <a:pt x="1512" y="3809"/>
                  </a:cubicBezTo>
                  <a:lnTo>
                    <a:pt x="1512" y="3809"/>
                  </a:lnTo>
                  <a:cubicBezTo>
                    <a:pt x="923" y="4182"/>
                    <a:pt x="1846" y="4869"/>
                    <a:pt x="2239" y="4888"/>
                  </a:cubicBezTo>
                  <a:cubicBezTo>
                    <a:pt x="2246" y="4889"/>
                    <a:pt x="2252" y="4889"/>
                    <a:pt x="2259" y="4889"/>
                  </a:cubicBezTo>
                  <a:cubicBezTo>
                    <a:pt x="2724" y="4889"/>
                    <a:pt x="3221" y="4196"/>
                    <a:pt x="3279" y="3809"/>
                  </a:cubicBezTo>
                  <a:cubicBezTo>
                    <a:pt x="3378" y="3121"/>
                    <a:pt x="2632" y="2631"/>
                    <a:pt x="2239" y="2160"/>
                  </a:cubicBezTo>
                  <a:cubicBezTo>
                    <a:pt x="1787" y="1590"/>
                    <a:pt x="1454" y="786"/>
                    <a:pt x="1257" y="59"/>
                  </a:cubicBezTo>
                  <a:lnTo>
                    <a:pt x="1140" y="1"/>
                  </a:lnTo>
                  <a:close/>
                </a:path>
              </a:pathLst>
            </a:custGeom>
            <a:solidFill>
              <a:srgbClr val="EBC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5" name="Google Shape;1075;p27"/>
            <p:cNvSpPr/>
            <p:nvPr/>
          </p:nvSpPr>
          <p:spPr>
            <a:xfrm>
              <a:off x="5462975" y="2843597"/>
              <a:ext cx="323471" cy="817875"/>
            </a:xfrm>
            <a:custGeom>
              <a:avLst/>
              <a:gdLst/>
              <a:ahLst/>
              <a:cxnLst/>
              <a:rect l="l" t="t" r="r" b="b"/>
              <a:pathLst>
                <a:path w="7089" h="17927" extrusionOk="0">
                  <a:moveTo>
                    <a:pt x="5597" y="0"/>
                  </a:moveTo>
                  <a:cubicBezTo>
                    <a:pt x="4831" y="0"/>
                    <a:pt x="4241" y="807"/>
                    <a:pt x="4241" y="807"/>
                  </a:cubicBezTo>
                  <a:cubicBezTo>
                    <a:pt x="4241" y="807"/>
                    <a:pt x="1" y="8464"/>
                    <a:pt x="610" y="11624"/>
                  </a:cubicBezTo>
                  <a:cubicBezTo>
                    <a:pt x="1042" y="13744"/>
                    <a:pt x="3084" y="17926"/>
                    <a:pt x="3084" y="17926"/>
                  </a:cubicBezTo>
                  <a:lnTo>
                    <a:pt x="5832" y="16689"/>
                  </a:lnTo>
                  <a:lnTo>
                    <a:pt x="4340" y="10053"/>
                  </a:lnTo>
                  <a:cubicBezTo>
                    <a:pt x="4340" y="10053"/>
                    <a:pt x="5262" y="7836"/>
                    <a:pt x="6008" y="5773"/>
                  </a:cubicBezTo>
                  <a:cubicBezTo>
                    <a:pt x="6362" y="4831"/>
                    <a:pt x="6676" y="3928"/>
                    <a:pt x="6853" y="3281"/>
                  </a:cubicBezTo>
                  <a:lnTo>
                    <a:pt x="6853" y="3242"/>
                  </a:lnTo>
                  <a:cubicBezTo>
                    <a:pt x="6872" y="3221"/>
                    <a:pt x="6872" y="3202"/>
                    <a:pt x="6872" y="3182"/>
                  </a:cubicBezTo>
                  <a:cubicBezTo>
                    <a:pt x="6951" y="2888"/>
                    <a:pt x="7089" y="2357"/>
                    <a:pt x="7089" y="1828"/>
                  </a:cubicBezTo>
                  <a:cubicBezTo>
                    <a:pt x="7089" y="1140"/>
                    <a:pt x="6853" y="433"/>
                    <a:pt x="6029" y="101"/>
                  </a:cubicBezTo>
                  <a:cubicBezTo>
                    <a:pt x="6008" y="80"/>
                    <a:pt x="5969" y="80"/>
                    <a:pt x="5950" y="80"/>
                  </a:cubicBezTo>
                  <a:cubicBezTo>
                    <a:pt x="5930" y="61"/>
                    <a:pt x="5911" y="61"/>
                    <a:pt x="5891" y="61"/>
                  </a:cubicBezTo>
                  <a:lnTo>
                    <a:pt x="5891" y="41"/>
                  </a:lnTo>
                  <a:cubicBezTo>
                    <a:pt x="5790" y="13"/>
                    <a:pt x="5692" y="0"/>
                    <a:pt x="55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6" name="Google Shape;1076;p27"/>
            <p:cNvSpPr/>
            <p:nvPr/>
          </p:nvSpPr>
          <p:spPr>
            <a:xfrm>
              <a:off x="5544560" y="2405534"/>
              <a:ext cx="321600" cy="387153"/>
            </a:xfrm>
            <a:custGeom>
              <a:avLst/>
              <a:gdLst/>
              <a:ahLst/>
              <a:cxnLst/>
              <a:rect l="l" t="t" r="r" b="b"/>
              <a:pathLst>
                <a:path w="7048" h="8486" extrusionOk="0">
                  <a:moveTo>
                    <a:pt x="4148" y="1"/>
                  </a:moveTo>
                  <a:cubicBezTo>
                    <a:pt x="3987" y="1"/>
                    <a:pt x="3827" y="7"/>
                    <a:pt x="3671" y="23"/>
                  </a:cubicBezTo>
                  <a:cubicBezTo>
                    <a:pt x="3121" y="83"/>
                    <a:pt x="2807" y="141"/>
                    <a:pt x="2453" y="259"/>
                  </a:cubicBezTo>
                  <a:cubicBezTo>
                    <a:pt x="1315" y="612"/>
                    <a:pt x="354" y="1457"/>
                    <a:pt x="118" y="2693"/>
                  </a:cubicBezTo>
                  <a:cubicBezTo>
                    <a:pt x="0" y="3342"/>
                    <a:pt x="137" y="4009"/>
                    <a:pt x="372" y="4617"/>
                  </a:cubicBezTo>
                  <a:cubicBezTo>
                    <a:pt x="412" y="4735"/>
                    <a:pt x="471" y="4873"/>
                    <a:pt x="529" y="4991"/>
                  </a:cubicBezTo>
                  <a:lnTo>
                    <a:pt x="529" y="5010"/>
                  </a:lnTo>
                  <a:cubicBezTo>
                    <a:pt x="529" y="5010"/>
                    <a:pt x="550" y="5030"/>
                    <a:pt x="550" y="5049"/>
                  </a:cubicBezTo>
                  <a:cubicBezTo>
                    <a:pt x="707" y="5541"/>
                    <a:pt x="864" y="6208"/>
                    <a:pt x="785" y="6737"/>
                  </a:cubicBezTo>
                  <a:cubicBezTo>
                    <a:pt x="726" y="7169"/>
                    <a:pt x="176" y="7739"/>
                    <a:pt x="176" y="8132"/>
                  </a:cubicBezTo>
                  <a:cubicBezTo>
                    <a:pt x="184" y="8312"/>
                    <a:pt x="233" y="8363"/>
                    <a:pt x="301" y="8363"/>
                  </a:cubicBezTo>
                  <a:cubicBezTo>
                    <a:pt x="394" y="8363"/>
                    <a:pt x="523" y="8265"/>
                    <a:pt x="635" y="8265"/>
                  </a:cubicBezTo>
                  <a:cubicBezTo>
                    <a:pt x="646" y="8265"/>
                    <a:pt x="657" y="8266"/>
                    <a:pt x="668" y="8269"/>
                  </a:cubicBezTo>
                  <a:cubicBezTo>
                    <a:pt x="961" y="8328"/>
                    <a:pt x="1040" y="8485"/>
                    <a:pt x="1374" y="8485"/>
                  </a:cubicBezTo>
                  <a:cubicBezTo>
                    <a:pt x="1629" y="8485"/>
                    <a:pt x="1885" y="8368"/>
                    <a:pt x="2139" y="8347"/>
                  </a:cubicBezTo>
                  <a:cubicBezTo>
                    <a:pt x="2172" y="8345"/>
                    <a:pt x="2205" y="8343"/>
                    <a:pt x="2239" y="8343"/>
                  </a:cubicBezTo>
                  <a:cubicBezTo>
                    <a:pt x="2446" y="8343"/>
                    <a:pt x="2666" y="8386"/>
                    <a:pt x="2885" y="8386"/>
                  </a:cubicBezTo>
                  <a:cubicBezTo>
                    <a:pt x="2964" y="8397"/>
                    <a:pt x="3038" y="8402"/>
                    <a:pt x="3102" y="8402"/>
                  </a:cubicBezTo>
                  <a:cubicBezTo>
                    <a:pt x="3166" y="8402"/>
                    <a:pt x="3220" y="8397"/>
                    <a:pt x="3259" y="8386"/>
                  </a:cubicBezTo>
                  <a:cubicBezTo>
                    <a:pt x="3298" y="7640"/>
                    <a:pt x="3239" y="6876"/>
                    <a:pt x="3220" y="6130"/>
                  </a:cubicBezTo>
                  <a:cubicBezTo>
                    <a:pt x="3317" y="5933"/>
                    <a:pt x="3356" y="5737"/>
                    <a:pt x="3220" y="5541"/>
                  </a:cubicBezTo>
                  <a:cubicBezTo>
                    <a:pt x="3141" y="5402"/>
                    <a:pt x="3063" y="5324"/>
                    <a:pt x="2984" y="5226"/>
                  </a:cubicBezTo>
                  <a:cubicBezTo>
                    <a:pt x="2827" y="5049"/>
                    <a:pt x="2592" y="4795"/>
                    <a:pt x="2552" y="4578"/>
                  </a:cubicBezTo>
                  <a:cubicBezTo>
                    <a:pt x="2482" y="4262"/>
                    <a:pt x="2647" y="3977"/>
                    <a:pt x="2964" y="3977"/>
                  </a:cubicBezTo>
                  <a:cubicBezTo>
                    <a:pt x="3001" y="3977"/>
                    <a:pt x="3040" y="3981"/>
                    <a:pt x="3082" y="3989"/>
                  </a:cubicBezTo>
                  <a:cubicBezTo>
                    <a:pt x="3435" y="4067"/>
                    <a:pt x="3730" y="4656"/>
                    <a:pt x="4063" y="4813"/>
                  </a:cubicBezTo>
                  <a:cubicBezTo>
                    <a:pt x="4127" y="4853"/>
                    <a:pt x="4184" y="4867"/>
                    <a:pt x="4242" y="4867"/>
                  </a:cubicBezTo>
                  <a:cubicBezTo>
                    <a:pt x="4328" y="4867"/>
                    <a:pt x="4417" y="4837"/>
                    <a:pt x="4534" y="4813"/>
                  </a:cubicBezTo>
                  <a:cubicBezTo>
                    <a:pt x="4809" y="4755"/>
                    <a:pt x="4888" y="4421"/>
                    <a:pt x="4830" y="4206"/>
                  </a:cubicBezTo>
                  <a:cubicBezTo>
                    <a:pt x="4790" y="3989"/>
                    <a:pt x="4673" y="3774"/>
                    <a:pt x="4731" y="3557"/>
                  </a:cubicBezTo>
                  <a:cubicBezTo>
                    <a:pt x="4790" y="3303"/>
                    <a:pt x="5084" y="2968"/>
                    <a:pt x="5320" y="2871"/>
                  </a:cubicBezTo>
                  <a:cubicBezTo>
                    <a:pt x="5477" y="2792"/>
                    <a:pt x="5673" y="2792"/>
                    <a:pt x="5830" y="2693"/>
                  </a:cubicBezTo>
                  <a:cubicBezTo>
                    <a:pt x="5968" y="2615"/>
                    <a:pt x="5948" y="2478"/>
                    <a:pt x="6026" y="2360"/>
                  </a:cubicBezTo>
                  <a:cubicBezTo>
                    <a:pt x="6081" y="2288"/>
                    <a:pt x="6146" y="2267"/>
                    <a:pt x="6217" y="2267"/>
                  </a:cubicBezTo>
                  <a:cubicBezTo>
                    <a:pt x="6310" y="2267"/>
                    <a:pt x="6413" y="2303"/>
                    <a:pt x="6512" y="2303"/>
                  </a:cubicBezTo>
                  <a:cubicBezTo>
                    <a:pt x="6582" y="2303"/>
                    <a:pt x="6652" y="2285"/>
                    <a:pt x="6714" y="2222"/>
                  </a:cubicBezTo>
                  <a:cubicBezTo>
                    <a:pt x="7047" y="1889"/>
                    <a:pt x="6733" y="1280"/>
                    <a:pt x="6518" y="986"/>
                  </a:cubicBezTo>
                  <a:cubicBezTo>
                    <a:pt x="6419" y="848"/>
                    <a:pt x="6301" y="730"/>
                    <a:pt x="6144" y="612"/>
                  </a:cubicBezTo>
                  <a:cubicBezTo>
                    <a:pt x="6144" y="612"/>
                    <a:pt x="6125" y="612"/>
                    <a:pt x="6105" y="593"/>
                  </a:cubicBezTo>
                  <a:lnTo>
                    <a:pt x="6105" y="593"/>
                  </a:lnTo>
                  <a:lnTo>
                    <a:pt x="6144" y="612"/>
                  </a:lnTo>
                  <a:cubicBezTo>
                    <a:pt x="6026" y="534"/>
                    <a:pt x="5909" y="455"/>
                    <a:pt x="5772" y="377"/>
                  </a:cubicBezTo>
                  <a:cubicBezTo>
                    <a:pt x="5615" y="279"/>
                    <a:pt x="5458" y="180"/>
                    <a:pt x="5379" y="141"/>
                  </a:cubicBezTo>
                  <a:cubicBezTo>
                    <a:pt x="5202" y="62"/>
                    <a:pt x="5006" y="44"/>
                    <a:pt x="4809" y="23"/>
                  </a:cubicBezTo>
                  <a:cubicBezTo>
                    <a:pt x="4593" y="12"/>
                    <a:pt x="4370" y="1"/>
                    <a:pt x="41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7" name="Google Shape;1077;p27"/>
            <p:cNvSpPr/>
            <p:nvPr/>
          </p:nvSpPr>
          <p:spPr>
            <a:xfrm>
              <a:off x="5789998" y="2569591"/>
              <a:ext cx="158564" cy="163055"/>
            </a:xfrm>
            <a:custGeom>
              <a:avLst/>
              <a:gdLst/>
              <a:ahLst/>
              <a:cxnLst/>
              <a:rect l="l" t="t" r="r" b="b"/>
              <a:pathLst>
                <a:path w="3475" h="3574" extrusionOk="0">
                  <a:moveTo>
                    <a:pt x="2532" y="0"/>
                  </a:moveTo>
                  <a:lnTo>
                    <a:pt x="118" y="884"/>
                  </a:lnTo>
                  <a:lnTo>
                    <a:pt x="0" y="2965"/>
                  </a:lnTo>
                  <a:lnTo>
                    <a:pt x="2375" y="3573"/>
                  </a:lnTo>
                  <a:lnTo>
                    <a:pt x="3181" y="3437"/>
                  </a:lnTo>
                  <a:lnTo>
                    <a:pt x="3181" y="2474"/>
                  </a:lnTo>
                  <a:lnTo>
                    <a:pt x="3474" y="1963"/>
                  </a:lnTo>
                  <a:lnTo>
                    <a:pt x="3278" y="1434"/>
                  </a:lnTo>
                  <a:lnTo>
                    <a:pt x="3278" y="825"/>
                  </a:lnTo>
                  <a:cubicBezTo>
                    <a:pt x="3278" y="825"/>
                    <a:pt x="2670" y="236"/>
                    <a:pt x="2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8" name="Google Shape;1078;p27"/>
            <p:cNvSpPr/>
            <p:nvPr/>
          </p:nvSpPr>
          <p:spPr>
            <a:xfrm>
              <a:off x="5668169" y="2685151"/>
              <a:ext cx="137985" cy="47493"/>
            </a:xfrm>
            <a:custGeom>
              <a:avLst/>
              <a:gdLst/>
              <a:ahLst/>
              <a:cxnLst/>
              <a:rect l="l" t="t" r="r" b="b"/>
              <a:pathLst>
                <a:path w="3024" h="1041" extrusionOk="0">
                  <a:moveTo>
                    <a:pt x="3024" y="1"/>
                  </a:moveTo>
                  <a:cubicBezTo>
                    <a:pt x="2906" y="1"/>
                    <a:pt x="530" y="589"/>
                    <a:pt x="0" y="747"/>
                  </a:cubicBezTo>
                  <a:cubicBezTo>
                    <a:pt x="19" y="844"/>
                    <a:pt x="19" y="943"/>
                    <a:pt x="40" y="1040"/>
                  </a:cubicBezTo>
                  <a:lnTo>
                    <a:pt x="2964" y="472"/>
                  </a:lnTo>
                  <a:lnTo>
                    <a:pt x="3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79" name="Google Shape;1079;p27"/>
            <p:cNvSpPr/>
            <p:nvPr/>
          </p:nvSpPr>
          <p:spPr>
            <a:xfrm>
              <a:off x="5561530" y="2613489"/>
              <a:ext cx="269697" cy="17055"/>
            </a:xfrm>
            <a:custGeom>
              <a:avLst/>
              <a:gdLst/>
              <a:ahLst/>
              <a:cxnLst/>
              <a:rect l="l" t="t" r="r" b="b"/>
              <a:pathLst>
                <a:path w="5105" h="374" extrusionOk="0">
                  <a:moveTo>
                    <a:pt x="5086" y="1"/>
                  </a:moveTo>
                  <a:lnTo>
                    <a:pt x="0" y="59"/>
                  </a:lnTo>
                  <a:cubicBezTo>
                    <a:pt x="118" y="354"/>
                    <a:pt x="40" y="59"/>
                    <a:pt x="99" y="373"/>
                  </a:cubicBezTo>
                  <a:lnTo>
                    <a:pt x="118" y="373"/>
                  </a:lnTo>
                  <a:lnTo>
                    <a:pt x="5105" y="255"/>
                  </a:lnTo>
                  <a:lnTo>
                    <a:pt x="50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80" name="Google Shape;1080;p27"/>
            <p:cNvSpPr/>
            <p:nvPr/>
          </p:nvSpPr>
          <p:spPr>
            <a:xfrm>
              <a:off x="5394075" y="3749194"/>
              <a:ext cx="14373" cy="6250"/>
            </a:xfrm>
            <a:custGeom>
              <a:avLst/>
              <a:gdLst/>
              <a:ahLst/>
              <a:cxnLst/>
              <a:rect l="l" t="t" r="r" b="b"/>
              <a:pathLst>
                <a:path w="315" h="137" extrusionOk="0">
                  <a:moveTo>
                    <a:pt x="0" y="0"/>
                  </a:moveTo>
                  <a:lnTo>
                    <a:pt x="0" y="137"/>
                  </a:lnTo>
                  <a:lnTo>
                    <a:pt x="314" y="137"/>
                  </a:lnTo>
                  <a:lnTo>
                    <a:pt x="0" y="0"/>
                  </a:lnTo>
                  <a:close/>
                </a:path>
              </a:pathLst>
            </a:custGeom>
            <a:solidFill>
              <a:srgbClr val="2D4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grpSp>
    </p:spTree>
    <p:extLst>
      <p:ext uri="{BB962C8B-B14F-4D97-AF65-F5344CB8AC3E}">
        <p14:creationId xmlns:p14="http://schemas.microsoft.com/office/powerpoint/2010/main" val="18805821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901000" y="1147200"/>
            <a:ext cx="3331200" cy="3590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5200"/>
              <a:buNone/>
              <a:defRPr sz="9466"/>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7901000" y="4879833"/>
            <a:ext cx="3331200" cy="6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267"/>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11" name="Google Shape;11;p2"/>
          <p:cNvSpPr/>
          <p:nvPr/>
        </p:nvSpPr>
        <p:spPr>
          <a:xfrm flipH="1">
            <a:off x="-2006441" y="2376912"/>
            <a:ext cx="9061197" cy="4495305"/>
          </a:xfrm>
          <a:custGeom>
            <a:avLst/>
            <a:gdLst/>
            <a:ahLst/>
            <a:cxnLst/>
            <a:rect l="l" t="t" r="r" b="b"/>
            <a:pathLst>
              <a:path w="182796" h="90686" extrusionOk="0">
                <a:moveTo>
                  <a:pt x="42095" y="260"/>
                </a:moveTo>
                <a:cubicBezTo>
                  <a:pt x="32418" y="893"/>
                  <a:pt x="23619" y="6668"/>
                  <a:pt x="17167" y="14056"/>
                </a:cubicBezTo>
                <a:cubicBezTo>
                  <a:pt x="14287" y="17340"/>
                  <a:pt x="11810" y="20954"/>
                  <a:pt x="9563" y="24699"/>
                </a:cubicBezTo>
                <a:cubicBezTo>
                  <a:pt x="4782" y="32677"/>
                  <a:pt x="1469" y="39878"/>
                  <a:pt x="649" y="49224"/>
                </a:cubicBezTo>
                <a:cubicBezTo>
                  <a:pt x="1" y="56857"/>
                  <a:pt x="821" y="64561"/>
                  <a:pt x="3068" y="71892"/>
                </a:cubicBezTo>
                <a:cubicBezTo>
                  <a:pt x="4695" y="77249"/>
                  <a:pt x="6985" y="82376"/>
                  <a:pt x="9894" y="87157"/>
                </a:cubicBezTo>
                <a:cubicBezTo>
                  <a:pt x="10125" y="87517"/>
                  <a:pt x="10974" y="89159"/>
                  <a:pt x="11853" y="90541"/>
                </a:cubicBezTo>
                <a:cubicBezTo>
                  <a:pt x="11954" y="90685"/>
                  <a:pt x="170022" y="90426"/>
                  <a:pt x="170022" y="90426"/>
                </a:cubicBezTo>
                <a:cubicBezTo>
                  <a:pt x="178562" y="73087"/>
                  <a:pt x="182796" y="57346"/>
                  <a:pt x="181442" y="44313"/>
                </a:cubicBezTo>
                <a:cubicBezTo>
                  <a:pt x="179973" y="30243"/>
                  <a:pt x="177727" y="16980"/>
                  <a:pt x="159048" y="8483"/>
                </a:cubicBezTo>
                <a:cubicBezTo>
                  <a:pt x="140370" y="1"/>
                  <a:pt x="120438" y="14661"/>
                  <a:pt x="102019" y="14920"/>
                </a:cubicBezTo>
                <a:cubicBezTo>
                  <a:pt x="95294" y="15007"/>
                  <a:pt x="89173" y="12443"/>
                  <a:pt x="82851" y="10514"/>
                </a:cubicBezTo>
                <a:cubicBezTo>
                  <a:pt x="76039" y="8440"/>
                  <a:pt x="69213" y="6294"/>
                  <a:pt x="62416" y="4105"/>
                </a:cubicBezTo>
                <a:cubicBezTo>
                  <a:pt x="56410" y="2161"/>
                  <a:pt x="50247" y="202"/>
                  <a:pt x="43982" y="202"/>
                </a:cubicBezTo>
                <a:cubicBezTo>
                  <a:pt x="43348" y="202"/>
                  <a:pt x="42729" y="231"/>
                  <a:pt x="42095" y="274"/>
                </a:cubicBezTo>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2" name="Google Shape;12;p2"/>
          <p:cNvSpPr/>
          <p:nvPr/>
        </p:nvSpPr>
        <p:spPr>
          <a:xfrm flipH="1">
            <a:off x="-1929" y="3738995"/>
            <a:ext cx="6867527" cy="3128213"/>
          </a:xfrm>
          <a:custGeom>
            <a:avLst/>
            <a:gdLst/>
            <a:ahLst/>
            <a:cxnLst/>
            <a:rect l="l" t="t" r="r" b="b"/>
            <a:pathLst>
              <a:path w="138542" h="63107" extrusionOk="0">
                <a:moveTo>
                  <a:pt x="37084" y="1498"/>
                </a:moveTo>
                <a:cubicBezTo>
                  <a:pt x="30834" y="4018"/>
                  <a:pt x="25966" y="9116"/>
                  <a:pt x="22193" y="14704"/>
                </a:cubicBezTo>
                <a:cubicBezTo>
                  <a:pt x="18406" y="20277"/>
                  <a:pt x="15554" y="26427"/>
                  <a:pt x="12055" y="32173"/>
                </a:cubicBezTo>
                <a:cubicBezTo>
                  <a:pt x="8123" y="38653"/>
                  <a:pt x="7331" y="42153"/>
                  <a:pt x="1916" y="47452"/>
                </a:cubicBezTo>
                <a:cubicBezTo>
                  <a:pt x="1" y="49325"/>
                  <a:pt x="103892" y="63020"/>
                  <a:pt x="103892" y="63020"/>
                </a:cubicBezTo>
                <a:lnTo>
                  <a:pt x="129540" y="63107"/>
                </a:lnTo>
                <a:lnTo>
                  <a:pt x="138541" y="63107"/>
                </a:lnTo>
                <a:lnTo>
                  <a:pt x="138541" y="42225"/>
                </a:lnTo>
                <a:cubicBezTo>
                  <a:pt x="136885" y="41591"/>
                  <a:pt x="134955" y="41116"/>
                  <a:pt x="133040" y="41289"/>
                </a:cubicBezTo>
                <a:cubicBezTo>
                  <a:pt x="132262" y="41361"/>
                  <a:pt x="131484" y="41490"/>
                  <a:pt x="130721" y="41692"/>
                </a:cubicBezTo>
                <a:cubicBezTo>
                  <a:pt x="125119" y="43190"/>
                  <a:pt x="119013" y="42426"/>
                  <a:pt x="114333" y="38812"/>
                </a:cubicBezTo>
                <a:cubicBezTo>
                  <a:pt x="109364" y="34981"/>
                  <a:pt x="106513" y="28644"/>
                  <a:pt x="100997" y="25620"/>
                </a:cubicBezTo>
                <a:cubicBezTo>
                  <a:pt x="96259" y="23013"/>
                  <a:pt x="90599" y="23373"/>
                  <a:pt x="84997" y="23734"/>
                </a:cubicBezTo>
                <a:cubicBezTo>
                  <a:pt x="78805" y="24137"/>
                  <a:pt x="72684" y="24540"/>
                  <a:pt x="67917" y="20968"/>
                </a:cubicBezTo>
                <a:cubicBezTo>
                  <a:pt x="62373" y="16821"/>
                  <a:pt x="61091" y="8843"/>
                  <a:pt x="56036" y="4119"/>
                </a:cubicBezTo>
                <a:cubicBezTo>
                  <a:pt x="53012" y="1296"/>
                  <a:pt x="48922" y="0"/>
                  <a:pt x="44760" y="0"/>
                </a:cubicBezTo>
                <a:cubicBezTo>
                  <a:pt x="42125" y="0"/>
                  <a:pt x="39518" y="504"/>
                  <a:pt x="37084" y="1484"/>
                </a:cubicBezTo>
              </a:path>
            </a:pathLst>
          </a:custGeom>
          <a:gradFill>
            <a:gsLst>
              <a:gs pos="0">
                <a:srgbClr val="E3FFD5"/>
              </a:gs>
              <a:gs pos="100000">
                <a:srgbClr val="90EBBA"/>
              </a:gs>
            </a:gsLst>
            <a:lin ang="10800025"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3" name="Google Shape;13;p2"/>
          <p:cNvSpPr/>
          <p:nvPr/>
        </p:nvSpPr>
        <p:spPr>
          <a:xfrm flipH="1">
            <a:off x="757633" y="4808370"/>
            <a:ext cx="6207156" cy="2061716"/>
          </a:xfrm>
          <a:custGeom>
            <a:avLst/>
            <a:gdLst/>
            <a:ahLst/>
            <a:cxnLst/>
            <a:rect l="l" t="t" r="r" b="b"/>
            <a:pathLst>
              <a:path w="125220" h="41592" extrusionOk="0">
                <a:moveTo>
                  <a:pt x="44111" y="3658"/>
                </a:moveTo>
                <a:cubicBezTo>
                  <a:pt x="40165" y="6654"/>
                  <a:pt x="37184" y="10758"/>
                  <a:pt x="33670" y="14286"/>
                </a:cubicBezTo>
                <a:cubicBezTo>
                  <a:pt x="30156" y="17815"/>
                  <a:pt x="25750" y="20897"/>
                  <a:pt x="20810" y="20954"/>
                </a:cubicBezTo>
                <a:cubicBezTo>
                  <a:pt x="17973" y="20997"/>
                  <a:pt x="15222" y="20018"/>
                  <a:pt x="12486" y="19039"/>
                </a:cubicBezTo>
                <a:cubicBezTo>
                  <a:pt x="9375" y="17915"/>
                  <a:pt x="6265" y="16807"/>
                  <a:pt x="3024" y="17195"/>
                </a:cubicBezTo>
                <a:cubicBezTo>
                  <a:pt x="1987" y="17325"/>
                  <a:pt x="965" y="17599"/>
                  <a:pt x="0" y="18016"/>
                </a:cubicBezTo>
                <a:cubicBezTo>
                  <a:pt x="346" y="19644"/>
                  <a:pt x="778" y="21257"/>
                  <a:pt x="1253" y="22855"/>
                </a:cubicBezTo>
                <a:cubicBezTo>
                  <a:pt x="2880" y="28212"/>
                  <a:pt x="5170" y="33339"/>
                  <a:pt x="8079" y="38106"/>
                </a:cubicBezTo>
                <a:cubicBezTo>
                  <a:pt x="8310" y="38481"/>
                  <a:pt x="9174" y="40137"/>
                  <a:pt x="10052" y="41519"/>
                </a:cubicBezTo>
                <a:cubicBezTo>
                  <a:pt x="10124" y="41591"/>
                  <a:pt x="125162" y="41418"/>
                  <a:pt x="125219" y="41505"/>
                </a:cubicBezTo>
                <a:cubicBezTo>
                  <a:pt x="124859" y="41217"/>
                  <a:pt x="124557" y="40886"/>
                  <a:pt x="124297" y="40511"/>
                </a:cubicBezTo>
                <a:cubicBezTo>
                  <a:pt x="122526" y="38106"/>
                  <a:pt x="119099" y="37818"/>
                  <a:pt x="116161" y="38120"/>
                </a:cubicBezTo>
                <a:cubicBezTo>
                  <a:pt x="113223" y="38437"/>
                  <a:pt x="110127" y="39114"/>
                  <a:pt x="107419" y="37919"/>
                </a:cubicBezTo>
                <a:cubicBezTo>
                  <a:pt x="102134" y="35571"/>
                  <a:pt x="101558" y="27766"/>
                  <a:pt x="96921" y="24281"/>
                </a:cubicBezTo>
                <a:cubicBezTo>
                  <a:pt x="93695" y="21847"/>
                  <a:pt x="89605" y="22164"/>
                  <a:pt x="85457" y="22481"/>
                </a:cubicBezTo>
                <a:cubicBezTo>
                  <a:pt x="81943" y="22740"/>
                  <a:pt x="78386" y="23014"/>
                  <a:pt x="75276" y="21602"/>
                </a:cubicBezTo>
                <a:cubicBezTo>
                  <a:pt x="66952" y="17843"/>
                  <a:pt x="66347" y="4450"/>
                  <a:pt x="57965" y="836"/>
                </a:cubicBezTo>
                <a:cubicBezTo>
                  <a:pt x="56655" y="274"/>
                  <a:pt x="55258" y="0"/>
                  <a:pt x="53846" y="15"/>
                </a:cubicBezTo>
                <a:cubicBezTo>
                  <a:pt x="50419" y="15"/>
                  <a:pt x="46919" y="1527"/>
                  <a:pt x="44111" y="3658"/>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4" name="Google Shape;14;p2"/>
          <p:cNvSpPr/>
          <p:nvPr/>
        </p:nvSpPr>
        <p:spPr>
          <a:xfrm flipH="1">
            <a:off x="-691776" y="3428995"/>
            <a:ext cx="1734749" cy="1777616"/>
          </a:xfrm>
          <a:custGeom>
            <a:avLst/>
            <a:gdLst/>
            <a:ahLst/>
            <a:cxnLst/>
            <a:rect l="l" t="t" r="r" b="b"/>
            <a:pathLst>
              <a:path w="15194" h="15569" extrusionOk="0">
                <a:moveTo>
                  <a:pt x="13955" y="5502"/>
                </a:moveTo>
                <a:cubicBezTo>
                  <a:pt x="12343" y="2204"/>
                  <a:pt x="7936" y="0"/>
                  <a:pt x="4436" y="3687"/>
                </a:cubicBezTo>
                <a:cubicBezTo>
                  <a:pt x="1" y="8367"/>
                  <a:pt x="5416" y="15568"/>
                  <a:pt x="11176" y="12875"/>
                </a:cubicBezTo>
                <a:cubicBezTo>
                  <a:pt x="14805" y="11190"/>
                  <a:pt x="15194" y="8022"/>
                  <a:pt x="13955" y="5502"/>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5915160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07200" y="3377233"/>
            <a:ext cx="6768000" cy="82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7" name="Google Shape;17;p3"/>
          <p:cNvSpPr txBox="1">
            <a:spLocks noGrp="1"/>
          </p:cNvSpPr>
          <p:nvPr>
            <p:ph type="title" idx="2" hasCustomPrompt="1"/>
          </p:nvPr>
        </p:nvSpPr>
        <p:spPr>
          <a:xfrm>
            <a:off x="2707400" y="2045797"/>
            <a:ext cx="6768000" cy="127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94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8" name="Google Shape;18;p3"/>
          <p:cNvSpPr txBox="1">
            <a:spLocks noGrp="1"/>
          </p:cNvSpPr>
          <p:nvPr>
            <p:ph type="subTitle" idx="1"/>
          </p:nvPr>
        </p:nvSpPr>
        <p:spPr>
          <a:xfrm>
            <a:off x="2707000" y="4423425"/>
            <a:ext cx="6768000" cy="38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9" name="Google Shape;19;p3"/>
          <p:cNvSpPr/>
          <p:nvPr/>
        </p:nvSpPr>
        <p:spPr>
          <a:xfrm rot="10800000">
            <a:off x="-153" y="-101"/>
            <a:ext cx="6096153" cy="3335929"/>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0" name="Google Shape;20;p3"/>
          <p:cNvSpPr/>
          <p:nvPr/>
        </p:nvSpPr>
        <p:spPr>
          <a:xfrm>
            <a:off x="6919585" y="4386036"/>
            <a:ext cx="5272308" cy="2478928"/>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6646117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4"/>
          <p:cNvSpPr txBox="1">
            <a:spLocks noGrp="1"/>
          </p:cNvSpPr>
          <p:nvPr>
            <p:ph type="body" idx="1"/>
          </p:nvPr>
        </p:nvSpPr>
        <p:spPr>
          <a:xfrm>
            <a:off x="960000" y="1147200"/>
            <a:ext cx="7832800" cy="4987200"/>
          </a:xfrm>
          <a:prstGeom prst="rect">
            <a:avLst/>
          </a:prstGeom>
        </p:spPr>
        <p:txBody>
          <a:bodyPr spcFirstLastPara="1" wrap="square" lIns="91425" tIns="91425" rIns="91425" bIns="91425" anchor="b" anchorCtr="0">
            <a:noAutofit/>
          </a:bodyPr>
          <a:lstStyle>
            <a:lvl1pPr marL="609585" lvl="0" indent="-389457" rtl="0">
              <a:lnSpc>
                <a:spcPct val="200000"/>
              </a:lnSpc>
              <a:spcBef>
                <a:spcPts val="0"/>
              </a:spcBef>
              <a:spcAft>
                <a:spcPts val="0"/>
              </a:spcAft>
              <a:buSzPts val="1000"/>
              <a:buFont typeface="Pompiere"/>
              <a:buChar char="●"/>
              <a:defRPr sz="1600"/>
            </a:lvl1pPr>
            <a:lvl2pPr marL="1219170" lvl="1" indent="-389457" rtl="0">
              <a:spcBef>
                <a:spcPts val="2133"/>
              </a:spcBef>
              <a:spcAft>
                <a:spcPts val="0"/>
              </a:spcAft>
              <a:buClr>
                <a:srgbClr val="434343"/>
              </a:buClr>
              <a:buSzPts val="1000"/>
              <a:buFont typeface="Roboto Condensed Light"/>
              <a:buChar char="○"/>
              <a:defRPr sz="1333"/>
            </a:lvl2pPr>
            <a:lvl3pPr marL="1828754" lvl="2" indent="-389457" rtl="0">
              <a:spcBef>
                <a:spcPts val="2133"/>
              </a:spcBef>
              <a:spcAft>
                <a:spcPts val="0"/>
              </a:spcAft>
              <a:buClr>
                <a:srgbClr val="434343"/>
              </a:buClr>
              <a:buSzPts val="1000"/>
              <a:buFont typeface="Roboto Condensed Light"/>
              <a:buChar char="■"/>
              <a:defRPr sz="1333"/>
            </a:lvl3pPr>
            <a:lvl4pPr marL="2438339" lvl="3" indent="-389457" rtl="0">
              <a:spcBef>
                <a:spcPts val="2133"/>
              </a:spcBef>
              <a:spcAft>
                <a:spcPts val="0"/>
              </a:spcAft>
              <a:buClr>
                <a:srgbClr val="434343"/>
              </a:buClr>
              <a:buSzPts val="1000"/>
              <a:buFont typeface="Roboto Condensed Light"/>
              <a:buChar char="●"/>
              <a:defRPr sz="1333"/>
            </a:lvl4pPr>
            <a:lvl5pPr marL="3047924" lvl="4" indent="-389457" rtl="0">
              <a:spcBef>
                <a:spcPts val="2133"/>
              </a:spcBef>
              <a:spcAft>
                <a:spcPts val="0"/>
              </a:spcAft>
              <a:buClr>
                <a:srgbClr val="434343"/>
              </a:buClr>
              <a:buSzPts val="1000"/>
              <a:buFont typeface="Roboto Condensed Light"/>
              <a:buChar char="○"/>
              <a:defRPr sz="1333"/>
            </a:lvl5pPr>
            <a:lvl6pPr marL="3657509" lvl="5" indent="-389457" rtl="0">
              <a:spcBef>
                <a:spcPts val="2133"/>
              </a:spcBef>
              <a:spcAft>
                <a:spcPts val="0"/>
              </a:spcAft>
              <a:buClr>
                <a:srgbClr val="434343"/>
              </a:buClr>
              <a:buSzPts val="1000"/>
              <a:buFont typeface="Roboto Condensed Light"/>
              <a:buChar char="■"/>
              <a:defRPr sz="1333"/>
            </a:lvl6pPr>
            <a:lvl7pPr marL="4267093" lvl="6" indent="-389457" rtl="0">
              <a:spcBef>
                <a:spcPts val="2133"/>
              </a:spcBef>
              <a:spcAft>
                <a:spcPts val="0"/>
              </a:spcAft>
              <a:buClr>
                <a:srgbClr val="434343"/>
              </a:buClr>
              <a:buSzPts val="1000"/>
              <a:buFont typeface="Roboto Condensed Light"/>
              <a:buChar char="●"/>
              <a:defRPr sz="1333"/>
            </a:lvl7pPr>
            <a:lvl8pPr marL="4876678" lvl="7" indent="-389457" rtl="0">
              <a:spcBef>
                <a:spcPts val="2133"/>
              </a:spcBef>
              <a:spcAft>
                <a:spcPts val="0"/>
              </a:spcAft>
              <a:buClr>
                <a:srgbClr val="434343"/>
              </a:buClr>
              <a:buSzPts val="1000"/>
              <a:buFont typeface="Roboto Condensed Light"/>
              <a:buChar char="○"/>
              <a:defRPr sz="1333"/>
            </a:lvl8pPr>
            <a:lvl9pPr marL="5486263" lvl="8" indent="-389457" rtl="0">
              <a:spcBef>
                <a:spcPts val="2133"/>
              </a:spcBef>
              <a:spcAft>
                <a:spcPts val="2133"/>
              </a:spcAft>
              <a:buClr>
                <a:srgbClr val="434343"/>
              </a:buClr>
              <a:buSzPts val="1000"/>
              <a:buFont typeface="Roboto Condensed Light"/>
              <a:buChar char="■"/>
              <a:defRPr sz="1333"/>
            </a:lvl9pPr>
          </a:lstStyle>
          <a:p>
            <a:endParaRPr/>
          </a:p>
        </p:txBody>
      </p:sp>
      <p:sp>
        <p:nvSpPr>
          <p:cNvPr id="23" name="Google Shape;23;p4"/>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 name="Google Shape;24;p4"/>
          <p:cNvSpPr/>
          <p:nvPr/>
        </p:nvSpPr>
        <p:spPr>
          <a:xfrm>
            <a:off x="7518702" y="3316100"/>
            <a:ext cx="4678029" cy="3547656"/>
          </a:xfrm>
          <a:custGeom>
            <a:avLst/>
            <a:gdLst/>
            <a:ahLst/>
            <a:cxnLst/>
            <a:rect l="l" t="t" r="r" b="b"/>
            <a:pathLst>
              <a:path w="95457" h="92115" extrusionOk="0">
                <a:moveTo>
                  <a:pt x="95456" y="17"/>
                </a:moveTo>
                <a:cubicBezTo>
                  <a:pt x="88205" y="318"/>
                  <a:pt x="75924" y="5414"/>
                  <a:pt x="69274" y="34169"/>
                </a:cubicBezTo>
                <a:cubicBezTo>
                  <a:pt x="61588" y="67336"/>
                  <a:pt x="39482" y="71780"/>
                  <a:pt x="30176" y="72148"/>
                </a:cubicBezTo>
                <a:cubicBezTo>
                  <a:pt x="24729" y="72365"/>
                  <a:pt x="19365" y="73551"/>
                  <a:pt x="14486" y="75857"/>
                </a:cubicBezTo>
                <a:cubicBezTo>
                  <a:pt x="8070" y="78864"/>
                  <a:pt x="1136" y="83961"/>
                  <a:pt x="0" y="92114"/>
                </a:cubicBezTo>
                <a:lnTo>
                  <a:pt x="95439" y="92114"/>
                </a:lnTo>
                <a:cubicBezTo>
                  <a:pt x="95439" y="92114"/>
                  <a:pt x="95439" y="0"/>
                  <a:pt x="95456" y="17"/>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15948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p5"/>
          <p:cNvSpPr txBox="1">
            <a:spLocks noGrp="1"/>
          </p:cNvSpPr>
          <p:nvPr>
            <p:ph type="body" idx="1"/>
          </p:nvPr>
        </p:nvSpPr>
        <p:spPr>
          <a:xfrm>
            <a:off x="960000" y="2977200"/>
            <a:ext cx="3684000" cy="2101200"/>
          </a:xfrm>
          <a:prstGeom prst="rect">
            <a:avLst/>
          </a:prstGeom>
        </p:spPr>
        <p:txBody>
          <a:bodyPr spcFirstLastPara="1" wrap="square" lIns="91425" tIns="91425" rIns="91425" bIns="91425" anchor="t" anchorCtr="0">
            <a:noAutofit/>
          </a:bodyPr>
          <a:lstStyle>
            <a:lvl1pPr marL="609585" lvl="0" indent="-389457" algn="ctr" rtl="0">
              <a:lnSpc>
                <a:spcPct val="100000"/>
              </a:lnSpc>
              <a:spcBef>
                <a:spcPts val="0"/>
              </a:spcBef>
              <a:spcAft>
                <a:spcPts val="0"/>
              </a:spcAft>
              <a:buSzPts val="1000"/>
              <a:buFont typeface="Pompiere"/>
              <a:buAutoNum type="arabicPeriod"/>
              <a:defRPr sz="1600"/>
            </a:lvl1pPr>
            <a:lvl2pPr marL="1219170" lvl="1" indent="-389457" rtl="0">
              <a:spcBef>
                <a:spcPts val="2133"/>
              </a:spcBef>
              <a:spcAft>
                <a:spcPts val="0"/>
              </a:spcAft>
              <a:buClr>
                <a:srgbClr val="434343"/>
              </a:buClr>
              <a:buSzPts val="1000"/>
              <a:buFont typeface="Roboto Condensed Light"/>
              <a:buAutoNum type="alphaLcPeriod"/>
              <a:defRPr sz="1333"/>
            </a:lvl2pPr>
            <a:lvl3pPr marL="1828754" lvl="2" indent="-389457" rtl="0">
              <a:spcBef>
                <a:spcPts val="2133"/>
              </a:spcBef>
              <a:spcAft>
                <a:spcPts val="0"/>
              </a:spcAft>
              <a:buClr>
                <a:srgbClr val="434343"/>
              </a:buClr>
              <a:buSzPts val="1000"/>
              <a:buFont typeface="Roboto Condensed Light"/>
              <a:buAutoNum type="romanLcPeriod"/>
              <a:defRPr sz="1333"/>
            </a:lvl3pPr>
            <a:lvl4pPr marL="2438339" lvl="3" indent="-389457" rtl="0">
              <a:spcBef>
                <a:spcPts val="2133"/>
              </a:spcBef>
              <a:spcAft>
                <a:spcPts val="0"/>
              </a:spcAft>
              <a:buClr>
                <a:srgbClr val="434343"/>
              </a:buClr>
              <a:buSzPts val="1000"/>
              <a:buFont typeface="Roboto Condensed Light"/>
              <a:buAutoNum type="arabicPeriod"/>
              <a:defRPr sz="1333"/>
            </a:lvl4pPr>
            <a:lvl5pPr marL="3047924" lvl="4" indent="-389457" rtl="0">
              <a:spcBef>
                <a:spcPts val="2133"/>
              </a:spcBef>
              <a:spcAft>
                <a:spcPts val="0"/>
              </a:spcAft>
              <a:buClr>
                <a:srgbClr val="434343"/>
              </a:buClr>
              <a:buSzPts val="1000"/>
              <a:buFont typeface="Roboto Condensed Light"/>
              <a:buAutoNum type="alphaLcPeriod"/>
              <a:defRPr sz="1333"/>
            </a:lvl5pPr>
            <a:lvl6pPr marL="3657509" lvl="5" indent="-389457" rtl="0">
              <a:spcBef>
                <a:spcPts val="2133"/>
              </a:spcBef>
              <a:spcAft>
                <a:spcPts val="0"/>
              </a:spcAft>
              <a:buClr>
                <a:srgbClr val="434343"/>
              </a:buClr>
              <a:buSzPts val="1000"/>
              <a:buFont typeface="Roboto Condensed Light"/>
              <a:buAutoNum type="romanLcPeriod"/>
              <a:defRPr sz="1333"/>
            </a:lvl6pPr>
            <a:lvl7pPr marL="4267093" lvl="6" indent="-389457" rtl="0">
              <a:spcBef>
                <a:spcPts val="2133"/>
              </a:spcBef>
              <a:spcAft>
                <a:spcPts val="0"/>
              </a:spcAft>
              <a:buClr>
                <a:srgbClr val="434343"/>
              </a:buClr>
              <a:buSzPts val="1000"/>
              <a:buFont typeface="Roboto Condensed Light"/>
              <a:buAutoNum type="arabicPeriod"/>
              <a:defRPr sz="1333"/>
            </a:lvl7pPr>
            <a:lvl8pPr marL="4876678" lvl="7" indent="-389457" rtl="0">
              <a:spcBef>
                <a:spcPts val="2133"/>
              </a:spcBef>
              <a:spcAft>
                <a:spcPts val="0"/>
              </a:spcAft>
              <a:buClr>
                <a:srgbClr val="434343"/>
              </a:buClr>
              <a:buSzPts val="1000"/>
              <a:buFont typeface="Roboto Condensed Light"/>
              <a:buAutoNum type="alphaLcPeriod"/>
              <a:defRPr sz="1333"/>
            </a:lvl8pPr>
            <a:lvl9pPr marL="5486263" lvl="8" indent="-389457" rtl="0">
              <a:spcBef>
                <a:spcPts val="2133"/>
              </a:spcBef>
              <a:spcAft>
                <a:spcPts val="2133"/>
              </a:spcAft>
              <a:buClr>
                <a:srgbClr val="434343"/>
              </a:buClr>
              <a:buSzPts val="1000"/>
              <a:buFont typeface="Roboto Condensed Light"/>
              <a:buAutoNum type="romanLcPeriod"/>
              <a:defRPr sz="1333"/>
            </a:lvl9pPr>
          </a:lstStyle>
          <a:p>
            <a:endParaRPr/>
          </a:p>
        </p:txBody>
      </p:sp>
      <p:sp>
        <p:nvSpPr>
          <p:cNvPr id="27" name="Google Shape;27;p5"/>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8" name="Google Shape;28;p5"/>
          <p:cNvSpPr txBox="1">
            <a:spLocks noGrp="1"/>
          </p:cNvSpPr>
          <p:nvPr>
            <p:ph type="body" idx="2"/>
          </p:nvPr>
        </p:nvSpPr>
        <p:spPr>
          <a:xfrm>
            <a:off x="7545267" y="2977200"/>
            <a:ext cx="3684000" cy="2101200"/>
          </a:xfrm>
          <a:prstGeom prst="rect">
            <a:avLst/>
          </a:prstGeom>
        </p:spPr>
        <p:txBody>
          <a:bodyPr spcFirstLastPara="1" wrap="square" lIns="91425" tIns="91425" rIns="91425" bIns="91425" anchor="t" anchorCtr="0">
            <a:noAutofit/>
          </a:bodyPr>
          <a:lstStyle>
            <a:lvl1pPr marL="609585" lvl="0" indent="-389457" algn="ctr" rtl="0">
              <a:lnSpc>
                <a:spcPct val="100000"/>
              </a:lnSpc>
              <a:spcBef>
                <a:spcPts val="0"/>
              </a:spcBef>
              <a:spcAft>
                <a:spcPts val="0"/>
              </a:spcAft>
              <a:buSzPts val="1000"/>
              <a:buFont typeface="Pompiere"/>
              <a:buAutoNum type="arabicPeriod"/>
              <a:defRPr sz="1600"/>
            </a:lvl1pPr>
            <a:lvl2pPr marL="1219170" lvl="1" indent="-389457" rtl="0">
              <a:spcBef>
                <a:spcPts val="2133"/>
              </a:spcBef>
              <a:spcAft>
                <a:spcPts val="0"/>
              </a:spcAft>
              <a:buClr>
                <a:srgbClr val="434343"/>
              </a:buClr>
              <a:buSzPts val="1000"/>
              <a:buFont typeface="Roboto Condensed Light"/>
              <a:buAutoNum type="alphaLcPeriod"/>
              <a:defRPr sz="1333"/>
            </a:lvl2pPr>
            <a:lvl3pPr marL="1828754" lvl="2" indent="-389457" rtl="0">
              <a:spcBef>
                <a:spcPts val="2133"/>
              </a:spcBef>
              <a:spcAft>
                <a:spcPts val="0"/>
              </a:spcAft>
              <a:buClr>
                <a:srgbClr val="434343"/>
              </a:buClr>
              <a:buSzPts val="1000"/>
              <a:buFont typeface="Roboto Condensed Light"/>
              <a:buAutoNum type="romanLcPeriod"/>
              <a:defRPr sz="1333"/>
            </a:lvl3pPr>
            <a:lvl4pPr marL="2438339" lvl="3" indent="-389457" rtl="0">
              <a:spcBef>
                <a:spcPts val="2133"/>
              </a:spcBef>
              <a:spcAft>
                <a:spcPts val="0"/>
              </a:spcAft>
              <a:buClr>
                <a:srgbClr val="434343"/>
              </a:buClr>
              <a:buSzPts val="1000"/>
              <a:buFont typeface="Roboto Condensed Light"/>
              <a:buAutoNum type="arabicPeriod"/>
              <a:defRPr sz="1333"/>
            </a:lvl4pPr>
            <a:lvl5pPr marL="3047924" lvl="4" indent="-389457" rtl="0">
              <a:spcBef>
                <a:spcPts val="2133"/>
              </a:spcBef>
              <a:spcAft>
                <a:spcPts val="0"/>
              </a:spcAft>
              <a:buClr>
                <a:srgbClr val="434343"/>
              </a:buClr>
              <a:buSzPts val="1000"/>
              <a:buFont typeface="Roboto Condensed Light"/>
              <a:buAutoNum type="alphaLcPeriod"/>
              <a:defRPr sz="1333"/>
            </a:lvl5pPr>
            <a:lvl6pPr marL="3657509" lvl="5" indent="-389457" rtl="0">
              <a:spcBef>
                <a:spcPts val="2133"/>
              </a:spcBef>
              <a:spcAft>
                <a:spcPts val="0"/>
              </a:spcAft>
              <a:buClr>
                <a:srgbClr val="434343"/>
              </a:buClr>
              <a:buSzPts val="1000"/>
              <a:buFont typeface="Roboto Condensed Light"/>
              <a:buAutoNum type="romanLcPeriod"/>
              <a:defRPr sz="1333"/>
            </a:lvl6pPr>
            <a:lvl7pPr marL="4267093" lvl="6" indent="-389457" rtl="0">
              <a:spcBef>
                <a:spcPts val="2133"/>
              </a:spcBef>
              <a:spcAft>
                <a:spcPts val="0"/>
              </a:spcAft>
              <a:buClr>
                <a:srgbClr val="434343"/>
              </a:buClr>
              <a:buSzPts val="1000"/>
              <a:buFont typeface="Roboto Condensed Light"/>
              <a:buAutoNum type="arabicPeriod"/>
              <a:defRPr sz="1333"/>
            </a:lvl7pPr>
            <a:lvl8pPr marL="4876678" lvl="7" indent="-389457" rtl="0">
              <a:spcBef>
                <a:spcPts val="2133"/>
              </a:spcBef>
              <a:spcAft>
                <a:spcPts val="0"/>
              </a:spcAft>
              <a:buClr>
                <a:srgbClr val="434343"/>
              </a:buClr>
              <a:buSzPts val="1000"/>
              <a:buFont typeface="Roboto Condensed Light"/>
              <a:buAutoNum type="alphaLcPeriod"/>
              <a:defRPr sz="1333"/>
            </a:lvl8pPr>
            <a:lvl9pPr marL="5486263" lvl="8" indent="-389457" rtl="0">
              <a:spcBef>
                <a:spcPts val="2133"/>
              </a:spcBef>
              <a:spcAft>
                <a:spcPts val="2133"/>
              </a:spcAft>
              <a:buClr>
                <a:srgbClr val="434343"/>
              </a:buClr>
              <a:buSzPts val="1000"/>
              <a:buFont typeface="Roboto Condensed Light"/>
              <a:buAutoNum type="romanLcPeriod"/>
              <a:defRPr sz="1333"/>
            </a:lvl9pPr>
          </a:lstStyle>
          <a:p>
            <a:endParaRPr/>
          </a:p>
        </p:txBody>
      </p:sp>
      <p:sp>
        <p:nvSpPr>
          <p:cNvPr id="29" name="Google Shape;29;p5"/>
          <p:cNvSpPr txBox="1">
            <a:spLocks noGrp="1"/>
          </p:cNvSpPr>
          <p:nvPr>
            <p:ph type="subTitle" idx="3"/>
          </p:nvPr>
        </p:nvSpPr>
        <p:spPr>
          <a:xfrm>
            <a:off x="960000" y="2525333"/>
            <a:ext cx="3684000" cy="452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0" name="Google Shape;30;p5"/>
          <p:cNvSpPr txBox="1">
            <a:spLocks noGrp="1"/>
          </p:cNvSpPr>
          <p:nvPr>
            <p:ph type="subTitle" idx="4"/>
          </p:nvPr>
        </p:nvSpPr>
        <p:spPr>
          <a:xfrm>
            <a:off x="7545200" y="2525367"/>
            <a:ext cx="3684000" cy="452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1" name="Google Shape;31;p5"/>
          <p:cNvSpPr/>
          <p:nvPr/>
        </p:nvSpPr>
        <p:spPr>
          <a:xfrm>
            <a:off x="2223400" y="5241466"/>
            <a:ext cx="7745423" cy="1616557"/>
          </a:xfrm>
          <a:custGeom>
            <a:avLst/>
            <a:gdLst/>
            <a:ahLst/>
            <a:cxnLst/>
            <a:rect l="l" t="t" r="r" b="b"/>
            <a:pathLst>
              <a:path w="176059" h="46952" extrusionOk="0">
                <a:moveTo>
                  <a:pt x="1" y="46951"/>
                </a:moveTo>
                <a:cubicBezTo>
                  <a:pt x="1" y="46951"/>
                  <a:pt x="4211" y="34119"/>
                  <a:pt x="27603" y="31395"/>
                </a:cubicBezTo>
                <a:cubicBezTo>
                  <a:pt x="41471" y="29791"/>
                  <a:pt x="48506" y="23609"/>
                  <a:pt x="51948" y="18864"/>
                </a:cubicBezTo>
                <a:cubicBezTo>
                  <a:pt x="55924" y="13367"/>
                  <a:pt x="61338" y="9090"/>
                  <a:pt x="67604" y="6500"/>
                </a:cubicBezTo>
                <a:cubicBezTo>
                  <a:pt x="72399" y="4511"/>
                  <a:pt x="78163" y="2607"/>
                  <a:pt x="84195" y="1754"/>
                </a:cubicBezTo>
                <a:cubicBezTo>
                  <a:pt x="96760" y="0"/>
                  <a:pt x="108807" y="7352"/>
                  <a:pt x="112984" y="19332"/>
                </a:cubicBezTo>
                <a:cubicBezTo>
                  <a:pt x="114287" y="23108"/>
                  <a:pt x="118849" y="27051"/>
                  <a:pt x="123460" y="27853"/>
                </a:cubicBezTo>
                <a:cubicBezTo>
                  <a:pt x="134321" y="29725"/>
                  <a:pt x="153536" y="33902"/>
                  <a:pt x="153536" y="33902"/>
                </a:cubicBezTo>
                <a:cubicBezTo>
                  <a:pt x="153536" y="33902"/>
                  <a:pt x="173920" y="37661"/>
                  <a:pt x="176059" y="46951"/>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594989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extLst>
      <p:ext uri="{BB962C8B-B14F-4D97-AF65-F5344CB8AC3E}">
        <p14:creationId xmlns:p14="http://schemas.microsoft.com/office/powerpoint/2010/main" val="3054439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4"/>
        <p:cNvGrpSpPr/>
        <p:nvPr/>
      </p:nvGrpSpPr>
      <p:grpSpPr>
        <a:xfrm>
          <a:off x="0" y="0"/>
          <a:ext cx="0" cy="0"/>
          <a:chOff x="0" y="0"/>
          <a:chExt cx="0" cy="0"/>
        </a:xfrm>
      </p:grpSpPr>
      <p:grpSp>
        <p:nvGrpSpPr>
          <p:cNvPr id="35" name="Google Shape;35;p7"/>
          <p:cNvGrpSpPr/>
          <p:nvPr/>
        </p:nvGrpSpPr>
        <p:grpSpPr>
          <a:xfrm>
            <a:off x="4703975" y="1915621"/>
            <a:ext cx="7488589" cy="4941683"/>
            <a:chOff x="3527981" y="1436716"/>
            <a:chExt cx="5616442" cy="3706262"/>
          </a:xfrm>
        </p:grpSpPr>
        <p:sp>
          <p:nvSpPr>
            <p:cNvPr id="36" name="Google Shape;36;p7"/>
            <p:cNvSpPr/>
            <p:nvPr/>
          </p:nvSpPr>
          <p:spPr>
            <a:xfrm>
              <a:off x="8037512" y="1436716"/>
              <a:ext cx="1106911" cy="1352702"/>
            </a:xfrm>
            <a:custGeom>
              <a:avLst/>
              <a:gdLst/>
              <a:ahLst/>
              <a:cxnLst/>
              <a:rect l="l" t="t" r="r" b="b"/>
              <a:pathLst>
                <a:path w="34537" h="42206" extrusionOk="0">
                  <a:moveTo>
                    <a:pt x="33000" y="36174"/>
                  </a:moveTo>
                  <a:cubicBezTo>
                    <a:pt x="33501" y="35773"/>
                    <a:pt x="33986" y="35322"/>
                    <a:pt x="34437" y="34871"/>
                  </a:cubicBezTo>
                  <a:cubicBezTo>
                    <a:pt x="34336" y="34821"/>
                    <a:pt x="34537" y="11011"/>
                    <a:pt x="34537" y="10944"/>
                  </a:cubicBezTo>
                  <a:cubicBezTo>
                    <a:pt x="33668" y="10242"/>
                    <a:pt x="32749" y="9608"/>
                    <a:pt x="31780" y="9039"/>
                  </a:cubicBezTo>
                  <a:cubicBezTo>
                    <a:pt x="16091" y="0"/>
                    <a:pt x="0" y="19432"/>
                    <a:pt x="11078" y="33400"/>
                  </a:cubicBezTo>
                  <a:cubicBezTo>
                    <a:pt x="18079" y="42206"/>
                    <a:pt x="26951" y="41187"/>
                    <a:pt x="33000" y="36174"/>
                  </a:cubicBezTo>
                </a:path>
              </a:pathLst>
            </a:custGeom>
            <a:gradFill>
              <a:gsLst>
                <a:gs pos="0">
                  <a:srgbClr val="E3FFD5"/>
                </a:gs>
                <a:gs pos="100000">
                  <a:srgbClr val="90EBB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 name="Google Shape;37;p7"/>
            <p:cNvSpPr/>
            <p:nvPr/>
          </p:nvSpPr>
          <p:spPr>
            <a:xfrm>
              <a:off x="3527981" y="4113725"/>
              <a:ext cx="1150851" cy="1029254"/>
            </a:xfrm>
            <a:custGeom>
              <a:avLst/>
              <a:gdLst/>
              <a:ahLst/>
              <a:cxnLst/>
              <a:rect l="l" t="t" r="r" b="b"/>
              <a:pathLst>
                <a:path w="35908" h="32114" extrusionOk="0">
                  <a:moveTo>
                    <a:pt x="33267" y="15455"/>
                  </a:moveTo>
                  <a:cubicBezTo>
                    <a:pt x="28739" y="6165"/>
                    <a:pt x="16375" y="0"/>
                    <a:pt x="6600" y="10326"/>
                  </a:cubicBezTo>
                  <a:cubicBezTo>
                    <a:pt x="0" y="17310"/>
                    <a:pt x="1170" y="26283"/>
                    <a:pt x="6149" y="32030"/>
                  </a:cubicBezTo>
                  <a:cubicBezTo>
                    <a:pt x="6066" y="32114"/>
                    <a:pt x="31346" y="32114"/>
                    <a:pt x="31245" y="32114"/>
                  </a:cubicBezTo>
                  <a:cubicBezTo>
                    <a:pt x="35907" y="27252"/>
                    <a:pt x="35907" y="20836"/>
                    <a:pt x="33267" y="15455"/>
                  </a:cubicBezTo>
                </a:path>
              </a:pathLst>
            </a:custGeom>
            <a:gradFill>
              <a:gsLst>
                <a:gs pos="0">
                  <a:srgbClr val="E3FFD5"/>
                </a:gs>
                <a:gs pos="100000">
                  <a:srgbClr val="90EBB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 name="Google Shape;38;p7"/>
            <p:cNvSpPr/>
            <p:nvPr/>
          </p:nvSpPr>
          <p:spPr>
            <a:xfrm>
              <a:off x="4108471" y="2028456"/>
              <a:ext cx="5035952" cy="3114523"/>
            </a:xfrm>
            <a:custGeom>
              <a:avLst/>
              <a:gdLst/>
              <a:ahLst/>
              <a:cxnLst/>
              <a:rect l="l" t="t" r="r" b="b"/>
              <a:pathLst>
                <a:path w="157128" h="97177" extrusionOk="0">
                  <a:moveTo>
                    <a:pt x="47737" y="67"/>
                  </a:moveTo>
                  <a:cubicBezTo>
                    <a:pt x="36759" y="769"/>
                    <a:pt x="26784" y="7185"/>
                    <a:pt x="19466" y="15389"/>
                  </a:cubicBezTo>
                  <a:cubicBezTo>
                    <a:pt x="16208" y="19048"/>
                    <a:pt x="13401" y="23058"/>
                    <a:pt x="10844" y="27235"/>
                  </a:cubicBezTo>
                  <a:cubicBezTo>
                    <a:pt x="5431" y="36107"/>
                    <a:pt x="1671" y="44111"/>
                    <a:pt x="736" y="54503"/>
                  </a:cubicBezTo>
                  <a:cubicBezTo>
                    <a:pt x="0" y="63008"/>
                    <a:pt x="936" y="71579"/>
                    <a:pt x="3493" y="79716"/>
                  </a:cubicBezTo>
                  <a:cubicBezTo>
                    <a:pt x="5330" y="85665"/>
                    <a:pt x="8054" y="91880"/>
                    <a:pt x="11346" y="97177"/>
                  </a:cubicBezTo>
                  <a:lnTo>
                    <a:pt x="157128" y="97177"/>
                  </a:lnTo>
                  <a:cubicBezTo>
                    <a:pt x="157128" y="97177"/>
                    <a:pt x="156927" y="6951"/>
                    <a:pt x="157028" y="7068"/>
                  </a:cubicBezTo>
                  <a:cubicBezTo>
                    <a:pt x="143093" y="9440"/>
                    <a:pt x="129024" y="16174"/>
                    <a:pt x="115674" y="16358"/>
                  </a:cubicBezTo>
                  <a:cubicBezTo>
                    <a:pt x="108038" y="16458"/>
                    <a:pt x="101121" y="13601"/>
                    <a:pt x="93953" y="11462"/>
                  </a:cubicBezTo>
                  <a:cubicBezTo>
                    <a:pt x="86217" y="9156"/>
                    <a:pt x="78481" y="6767"/>
                    <a:pt x="70761" y="4328"/>
                  </a:cubicBezTo>
                  <a:cubicBezTo>
                    <a:pt x="63961" y="2172"/>
                    <a:pt x="56977" y="0"/>
                    <a:pt x="49876" y="0"/>
                  </a:cubicBezTo>
                  <a:cubicBezTo>
                    <a:pt x="49157" y="0"/>
                    <a:pt x="48455" y="17"/>
                    <a:pt x="47737" y="67"/>
                  </a:cubicBezTo>
                </a:path>
              </a:pathLst>
            </a:custGeom>
            <a:gradFill>
              <a:gsLst>
                <a:gs pos="0">
                  <a:srgbClr val="E3FFD5"/>
                </a:gs>
                <a:gs pos="100000">
                  <a:srgbClr val="90EBB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39" name="Google Shape;39;p7"/>
          <p:cNvSpPr txBox="1">
            <a:spLocks noGrp="1"/>
          </p:cNvSpPr>
          <p:nvPr>
            <p:ph type="title"/>
          </p:nvPr>
        </p:nvSpPr>
        <p:spPr>
          <a:xfrm>
            <a:off x="960000" y="2356800"/>
            <a:ext cx="4182000" cy="12000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 name="Google Shape;40;p7"/>
          <p:cNvSpPr txBox="1">
            <a:spLocks noGrp="1"/>
          </p:cNvSpPr>
          <p:nvPr>
            <p:ph type="body" idx="1"/>
          </p:nvPr>
        </p:nvSpPr>
        <p:spPr>
          <a:xfrm>
            <a:off x="960000" y="3556800"/>
            <a:ext cx="4182000" cy="1896000"/>
          </a:xfrm>
          <a:prstGeom prst="rect">
            <a:avLst/>
          </a:prstGeom>
        </p:spPr>
        <p:txBody>
          <a:bodyPr spcFirstLastPara="1" wrap="square" lIns="91425" tIns="91425" rIns="91425" bIns="91425" anchor="t" anchorCtr="0">
            <a:noAutofit/>
          </a:bodyPr>
          <a:lstStyle>
            <a:lvl1pPr marL="609585" lvl="0" indent="-389457" rtl="0">
              <a:spcBef>
                <a:spcPts val="0"/>
              </a:spcBef>
              <a:spcAft>
                <a:spcPts val="0"/>
              </a:spcAft>
              <a:buSzPts val="1000"/>
              <a:buChar char="●"/>
              <a:defRPr sz="1600"/>
            </a:lvl1pPr>
            <a:lvl2pPr marL="1219170" lvl="1" indent="-389457" rtl="0">
              <a:spcBef>
                <a:spcPts val="2133"/>
              </a:spcBef>
              <a:spcAft>
                <a:spcPts val="0"/>
              </a:spcAft>
              <a:buSzPts val="1000"/>
              <a:buChar char="○"/>
              <a:defRPr sz="1333"/>
            </a:lvl2pPr>
            <a:lvl3pPr marL="1828754" lvl="2" indent="-389457" rtl="0">
              <a:spcBef>
                <a:spcPts val="2133"/>
              </a:spcBef>
              <a:spcAft>
                <a:spcPts val="0"/>
              </a:spcAft>
              <a:buSzPts val="1000"/>
              <a:buChar char="■"/>
              <a:defRPr sz="1333"/>
            </a:lvl3pPr>
            <a:lvl4pPr marL="2438339" lvl="3" indent="-389457" rtl="0">
              <a:spcBef>
                <a:spcPts val="2133"/>
              </a:spcBef>
              <a:spcAft>
                <a:spcPts val="0"/>
              </a:spcAft>
              <a:buSzPts val="1000"/>
              <a:buChar char="●"/>
              <a:defRPr sz="1333"/>
            </a:lvl4pPr>
            <a:lvl5pPr marL="3047924" lvl="4" indent="-389457" rtl="0">
              <a:spcBef>
                <a:spcPts val="2133"/>
              </a:spcBef>
              <a:spcAft>
                <a:spcPts val="0"/>
              </a:spcAft>
              <a:buSzPts val="1000"/>
              <a:buChar char="○"/>
              <a:defRPr sz="1333"/>
            </a:lvl5pPr>
            <a:lvl6pPr marL="3657509" lvl="5" indent="-389457" rtl="0">
              <a:spcBef>
                <a:spcPts val="2133"/>
              </a:spcBef>
              <a:spcAft>
                <a:spcPts val="0"/>
              </a:spcAft>
              <a:buSzPts val="1000"/>
              <a:buChar char="■"/>
              <a:defRPr sz="1333"/>
            </a:lvl6pPr>
            <a:lvl7pPr marL="4267093" lvl="6" indent="-389457" rtl="0">
              <a:spcBef>
                <a:spcPts val="2133"/>
              </a:spcBef>
              <a:spcAft>
                <a:spcPts val="0"/>
              </a:spcAft>
              <a:buSzPts val="1000"/>
              <a:buChar char="●"/>
              <a:defRPr sz="1333"/>
            </a:lvl7pPr>
            <a:lvl8pPr marL="4876678" lvl="7" indent="-389457" rtl="0">
              <a:spcBef>
                <a:spcPts val="2133"/>
              </a:spcBef>
              <a:spcAft>
                <a:spcPts val="0"/>
              </a:spcAft>
              <a:buSzPts val="1000"/>
              <a:buChar char="○"/>
              <a:defRPr sz="1333"/>
            </a:lvl8pPr>
            <a:lvl9pPr marL="5486263" lvl="8" indent="-389457" rtl="0">
              <a:spcBef>
                <a:spcPts val="2133"/>
              </a:spcBef>
              <a:spcAft>
                <a:spcPts val="2133"/>
              </a:spcAft>
              <a:buSzPts val="1000"/>
              <a:buChar char="■"/>
              <a:defRPr sz="1333"/>
            </a:lvl9pPr>
          </a:lstStyle>
          <a:p>
            <a:endParaRPr/>
          </a:p>
        </p:txBody>
      </p:sp>
      <p:sp>
        <p:nvSpPr>
          <p:cNvPr id="41" name="Google Shape;41;p7"/>
          <p:cNvSpPr/>
          <p:nvPr/>
        </p:nvSpPr>
        <p:spPr>
          <a:xfrm>
            <a:off x="-13" y="-2658"/>
            <a:ext cx="4276239" cy="2365547"/>
          </a:xfrm>
          <a:custGeom>
            <a:avLst/>
            <a:gdLst/>
            <a:ahLst/>
            <a:cxnLst/>
            <a:rect l="l" t="t" r="r" b="b"/>
            <a:pathLst>
              <a:path w="100068" h="55356" extrusionOk="0">
                <a:moveTo>
                  <a:pt x="0" y="55339"/>
                </a:moveTo>
                <a:cubicBezTo>
                  <a:pt x="7151" y="55155"/>
                  <a:pt x="19315" y="52097"/>
                  <a:pt x="25898" y="34821"/>
                </a:cubicBezTo>
                <a:cubicBezTo>
                  <a:pt x="35606" y="9323"/>
                  <a:pt x="69608" y="17210"/>
                  <a:pt x="69608" y="17210"/>
                </a:cubicBezTo>
                <a:cubicBezTo>
                  <a:pt x="69608" y="17210"/>
                  <a:pt x="100068" y="18897"/>
                  <a:pt x="94387" y="0"/>
                </a:cubicBezTo>
                <a:lnTo>
                  <a:pt x="0" y="0"/>
                </a:lnTo>
                <a:cubicBezTo>
                  <a:pt x="0" y="0"/>
                  <a:pt x="0" y="55355"/>
                  <a:pt x="0" y="55339"/>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4080001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7257600" y="2356800"/>
            <a:ext cx="3974400" cy="238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44" name="Google Shape;44;p8"/>
          <p:cNvSpPr/>
          <p:nvPr/>
        </p:nvSpPr>
        <p:spPr>
          <a:xfrm flipH="1">
            <a:off x="-19453" y="-239105"/>
            <a:ext cx="6700192" cy="7115996"/>
          </a:xfrm>
          <a:custGeom>
            <a:avLst/>
            <a:gdLst/>
            <a:ahLst/>
            <a:cxnLst/>
            <a:rect l="l" t="t" r="r" b="b"/>
            <a:pathLst>
              <a:path w="154870" h="164481" extrusionOk="0">
                <a:moveTo>
                  <a:pt x="28" y="164344"/>
                </a:moveTo>
                <a:cubicBezTo>
                  <a:pt x="1561" y="153364"/>
                  <a:pt x="9830" y="132554"/>
                  <a:pt x="48712" y="118946"/>
                </a:cubicBezTo>
                <a:cubicBezTo>
                  <a:pt x="103639" y="99724"/>
                  <a:pt x="93946" y="55284"/>
                  <a:pt x="93946" y="55284"/>
                </a:cubicBezTo>
                <a:cubicBezTo>
                  <a:pt x="93946" y="55284"/>
                  <a:pt x="83869" y="1"/>
                  <a:pt x="154869" y="3834"/>
                </a:cubicBezTo>
                <a:cubicBezTo>
                  <a:pt x="154705" y="3971"/>
                  <a:pt x="154705" y="164152"/>
                  <a:pt x="154705" y="164152"/>
                </a:cubicBezTo>
                <a:cubicBezTo>
                  <a:pt x="154705" y="164152"/>
                  <a:pt x="0" y="164481"/>
                  <a:pt x="28" y="16434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3476804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a:off x="6096000" y="-167"/>
            <a:ext cx="6096000" cy="6858000"/>
          </a:xfrm>
          <a:prstGeom prst="rect">
            <a:avLst/>
          </a:pr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47" name="Google Shape;47;p9"/>
          <p:cNvSpPr txBox="1">
            <a:spLocks noGrp="1"/>
          </p:cNvSpPr>
          <p:nvPr>
            <p:ph type="title"/>
          </p:nvPr>
        </p:nvSpPr>
        <p:spPr>
          <a:xfrm>
            <a:off x="960000" y="1644233"/>
            <a:ext cx="4787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8" name="Google Shape;48;p9"/>
          <p:cNvSpPr txBox="1">
            <a:spLocks noGrp="1"/>
          </p:cNvSpPr>
          <p:nvPr>
            <p:ph type="subTitle" idx="1"/>
          </p:nvPr>
        </p:nvSpPr>
        <p:spPr>
          <a:xfrm>
            <a:off x="960000" y="3737433"/>
            <a:ext cx="47876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49" name="Google Shape;49;p9"/>
          <p:cNvSpPr txBox="1">
            <a:spLocks noGrp="1"/>
          </p:cNvSpPr>
          <p:nvPr>
            <p:ph type="body" idx="2"/>
          </p:nvPr>
        </p:nvSpPr>
        <p:spPr>
          <a:xfrm>
            <a:off x="6586000" y="965433"/>
            <a:ext cx="4646000" cy="4926800"/>
          </a:xfrm>
          <a:prstGeom prst="rect">
            <a:avLst/>
          </a:prstGeom>
        </p:spPr>
        <p:txBody>
          <a:bodyPr spcFirstLastPara="1" wrap="square" lIns="91425" tIns="91425" rIns="91425" bIns="91425" anchor="ctr" anchorCtr="0">
            <a:noAutofit/>
          </a:bodyPr>
          <a:lstStyle>
            <a:lvl1pPr marL="609585" lvl="0" indent="-389457" rtl="0">
              <a:spcBef>
                <a:spcPts val="0"/>
              </a:spcBef>
              <a:spcAft>
                <a:spcPts val="0"/>
              </a:spcAft>
              <a:buSzPts val="1000"/>
              <a:buChar char="●"/>
              <a:defRPr sz="1333"/>
            </a:lvl1pPr>
            <a:lvl2pPr marL="1219170" lvl="1" indent="-389457" rtl="0">
              <a:spcBef>
                <a:spcPts val="2133"/>
              </a:spcBef>
              <a:spcAft>
                <a:spcPts val="0"/>
              </a:spcAft>
              <a:buSzPts val="1000"/>
              <a:buChar char="○"/>
              <a:defRPr sz="1333"/>
            </a:lvl2pPr>
            <a:lvl3pPr marL="1828754" lvl="2" indent="-389457" rtl="0">
              <a:spcBef>
                <a:spcPts val="2133"/>
              </a:spcBef>
              <a:spcAft>
                <a:spcPts val="0"/>
              </a:spcAft>
              <a:buSzPts val="1000"/>
              <a:buChar char="■"/>
              <a:defRPr sz="1333"/>
            </a:lvl3pPr>
            <a:lvl4pPr marL="2438339" lvl="3" indent="-389457" rtl="0">
              <a:spcBef>
                <a:spcPts val="2133"/>
              </a:spcBef>
              <a:spcAft>
                <a:spcPts val="0"/>
              </a:spcAft>
              <a:buSzPts val="1000"/>
              <a:buChar char="●"/>
              <a:defRPr sz="1333"/>
            </a:lvl4pPr>
            <a:lvl5pPr marL="3047924" lvl="4" indent="-389457" rtl="0">
              <a:spcBef>
                <a:spcPts val="2133"/>
              </a:spcBef>
              <a:spcAft>
                <a:spcPts val="0"/>
              </a:spcAft>
              <a:buSzPts val="1000"/>
              <a:buChar char="○"/>
              <a:defRPr sz="1333"/>
            </a:lvl5pPr>
            <a:lvl6pPr marL="3657509" lvl="5" indent="-389457" rtl="0">
              <a:spcBef>
                <a:spcPts val="2133"/>
              </a:spcBef>
              <a:spcAft>
                <a:spcPts val="0"/>
              </a:spcAft>
              <a:buSzPts val="1000"/>
              <a:buChar char="■"/>
              <a:defRPr sz="1333"/>
            </a:lvl6pPr>
            <a:lvl7pPr marL="4267093" lvl="6" indent="-389457" rtl="0">
              <a:spcBef>
                <a:spcPts val="2133"/>
              </a:spcBef>
              <a:spcAft>
                <a:spcPts val="0"/>
              </a:spcAft>
              <a:buSzPts val="1000"/>
              <a:buChar char="●"/>
              <a:defRPr sz="1333"/>
            </a:lvl7pPr>
            <a:lvl8pPr marL="4876678" lvl="7" indent="-389457" rtl="0">
              <a:spcBef>
                <a:spcPts val="2133"/>
              </a:spcBef>
              <a:spcAft>
                <a:spcPts val="0"/>
              </a:spcAft>
              <a:buSzPts val="1000"/>
              <a:buChar char="○"/>
              <a:defRPr sz="1333"/>
            </a:lvl8pPr>
            <a:lvl9pPr marL="5486263" lvl="8" indent="-389457" rtl="0">
              <a:spcBef>
                <a:spcPts val="2133"/>
              </a:spcBef>
              <a:spcAft>
                <a:spcPts val="2133"/>
              </a:spcAft>
              <a:buSzPts val="1000"/>
              <a:buChar char="■"/>
              <a:defRPr sz="1333"/>
            </a:lvl9pPr>
          </a:lstStyle>
          <a:p>
            <a:endParaRPr/>
          </a:p>
        </p:txBody>
      </p:sp>
    </p:spTree>
    <p:extLst>
      <p:ext uri="{BB962C8B-B14F-4D97-AF65-F5344CB8AC3E}">
        <p14:creationId xmlns:p14="http://schemas.microsoft.com/office/powerpoint/2010/main" val="28630569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
        <p:cNvGrpSpPr/>
        <p:nvPr/>
      </p:nvGrpSpPr>
      <p:grpSpPr>
        <a:xfrm>
          <a:off x="0" y="0"/>
          <a:ext cx="0" cy="0"/>
          <a:chOff x="0" y="0"/>
          <a:chExt cx="0" cy="0"/>
        </a:xfrm>
      </p:grpSpPr>
      <p:sp>
        <p:nvSpPr>
          <p:cNvPr id="51" name="Google Shape;51;p10"/>
          <p:cNvSpPr txBox="1">
            <a:spLocks noGrp="1"/>
          </p:cNvSpPr>
          <p:nvPr>
            <p:ph type="body" idx="1"/>
          </p:nvPr>
        </p:nvSpPr>
        <p:spPr>
          <a:xfrm>
            <a:off x="960000" y="5327600"/>
            <a:ext cx="7998400" cy="806800"/>
          </a:xfrm>
          <a:prstGeom prst="rect">
            <a:avLst/>
          </a:prstGeom>
        </p:spPr>
        <p:txBody>
          <a:bodyPr spcFirstLastPara="1" wrap="square" lIns="91425" tIns="91425" rIns="91425" bIns="91425" anchor="ctr" anchorCtr="0">
            <a:noAutofit/>
          </a:bodyPr>
          <a:lstStyle>
            <a:lvl1pPr marL="609585" lvl="0" indent="-304792" rtl="0">
              <a:lnSpc>
                <a:spcPct val="100000"/>
              </a:lnSpc>
              <a:spcBef>
                <a:spcPts val="0"/>
              </a:spcBef>
              <a:spcAft>
                <a:spcPts val="0"/>
              </a:spcAft>
              <a:buSzPts val="1800"/>
              <a:buNone/>
              <a:defRPr/>
            </a:lvl1pPr>
          </a:lstStyle>
          <a:p>
            <a:endParaRPr/>
          </a:p>
        </p:txBody>
      </p:sp>
    </p:spTree>
    <p:extLst>
      <p:ext uri="{BB962C8B-B14F-4D97-AF65-F5344CB8AC3E}">
        <p14:creationId xmlns:p14="http://schemas.microsoft.com/office/powerpoint/2010/main" val="141733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2"/>
        <p:cNvGrpSpPr/>
        <p:nvPr/>
      </p:nvGrpSpPr>
      <p:grpSpPr>
        <a:xfrm>
          <a:off x="0" y="0"/>
          <a:ext cx="0" cy="0"/>
          <a:chOff x="0" y="0"/>
          <a:chExt cx="0" cy="0"/>
        </a:xfrm>
      </p:grpSpPr>
      <p:sp>
        <p:nvSpPr>
          <p:cNvPr id="53" name="Google Shape;53;p11"/>
          <p:cNvSpPr/>
          <p:nvPr/>
        </p:nvSpPr>
        <p:spPr>
          <a:xfrm>
            <a:off x="0" y="3341100"/>
            <a:ext cx="7902891" cy="368627"/>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4" name="Google Shape;54;p11"/>
          <p:cNvSpPr txBox="1">
            <a:spLocks noGrp="1"/>
          </p:cNvSpPr>
          <p:nvPr>
            <p:ph type="title" hasCustomPrompt="1"/>
          </p:nvPr>
        </p:nvSpPr>
        <p:spPr>
          <a:xfrm>
            <a:off x="1227900" y="1211433"/>
            <a:ext cx="6675200" cy="2769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0"/>
              <a:buNone/>
              <a:defRPr sz="94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55" name="Google Shape;55;p11"/>
          <p:cNvSpPr txBox="1">
            <a:spLocks noGrp="1"/>
          </p:cNvSpPr>
          <p:nvPr>
            <p:ph type="body" idx="1"/>
          </p:nvPr>
        </p:nvSpPr>
        <p:spPr>
          <a:xfrm>
            <a:off x="1227900" y="3916800"/>
            <a:ext cx="6675200" cy="820800"/>
          </a:xfrm>
          <a:prstGeom prst="rect">
            <a:avLst/>
          </a:prstGeom>
        </p:spPr>
        <p:txBody>
          <a:bodyPr spcFirstLastPara="1" wrap="square" lIns="91425" tIns="91425" rIns="91425" bIns="91425" anchor="t" anchorCtr="0">
            <a:noAutofit/>
          </a:bodyPr>
          <a:lstStyle>
            <a:lvl1pPr marL="609585" lvl="0" indent="-457189" algn="r" rtl="0">
              <a:spcBef>
                <a:spcPts val="0"/>
              </a:spcBef>
              <a:spcAft>
                <a:spcPts val="0"/>
              </a:spcAft>
              <a:buSzPts val="1800"/>
              <a:buChar char="●"/>
              <a:defRPr sz="2267"/>
            </a:lvl1pPr>
            <a:lvl2pPr marL="1219170" lvl="1" indent="-423323" algn="ctr" rtl="0">
              <a:spcBef>
                <a:spcPts val="2133"/>
              </a:spcBef>
              <a:spcAft>
                <a:spcPts val="0"/>
              </a:spcAft>
              <a:buSzPts val="1400"/>
              <a:buChar char="○"/>
              <a:defRPr/>
            </a:lvl2pPr>
            <a:lvl3pPr marL="1828754" lvl="2" indent="-423323" algn="ctr" rtl="0">
              <a:spcBef>
                <a:spcPts val="2133"/>
              </a:spcBef>
              <a:spcAft>
                <a:spcPts val="0"/>
              </a:spcAft>
              <a:buSzPts val="1400"/>
              <a:buChar char="■"/>
              <a:defRPr/>
            </a:lvl3pPr>
            <a:lvl4pPr marL="2438339" lvl="3" indent="-423323" algn="ctr" rtl="0">
              <a:spcBef>
                <a:spcPts val="2133"/>
              </a:spcBef>
              <a:spcAft>
                <a:spcPts val="0"/>
              </a:spcAft>
              <a:buSzPts val="1400"/>
              <a:buChar char="●"/>
              <a:defRPr/>
            </a:lvl4pPr>
            <a:lvl5pPr marL="3047924" lvl="4" indent="-423323" algn="ctr" rtl="0">
              <a:spcBef>
                <a:spcPts val="2133"/>
              </a:spcBef>
              <a:spcAft>
                <a:spcPts val="0"/>
              </a:spcAft>
              <a:buSzPts val="1400"/>
              <a:buChar char="○"/>
              <a:defRPr/>
            </a:lvl5pPr>
            <a:lvl6pPr marL="3657509" lvl="5" indent="-423323" algn="ctr" rtl="0">
              <a:spcBef>
                <a:spcPts val="2133"/>
              </a:spcBef>
              <a:spcAft>
                <a:spcPts val="0"/>
              </a:spcAft>
              <a:buSzPts val="1400"/>
              <a:buChar char="■"/>
              <a:defRPr/>
            </a:lvl6pPr>
            <a:lvl7pPr marL="4267093" lvl="6" indent="-423323" algn="ctr" rtl="0">
              <a:spcBef>
                <a:spcPts val="2133"/>
              </a:spcBef>
              <a:spcAft>
                <a:spcPts val="0"/>
              </a:spcAft>
              <a:buSzPts val="1400"/>
              <a:buChar char="●"/>
              <a:defRPr/>
            </a:lvl7pPr>
            <a:lvl8pPr marL="4876678" lvl="7" indent="-423323" algn="ctr" rtl="0">
              <a:spcBef>
                <a:spcPts val="2133"/>
              </a:spcBef>
              <a:spcAft>
                <a:spcPts val="0"/>
              </a:spcAft>
              <a:buSzPts val="1400"/>
              <a:buChar char="○"/>
              <a:defRPr/>
            </a:lvl8pPr>
            <a:lvl9pPr marL="5486263" lvl="8" indent="-423323" algn="ctr" rtl="0">
              <a:spcBef>
                <a:spcPts val="2133"/>
              </a:spcBef>
              <a:spcAft>
                <a:spcPts val="2133"/>
              </a:spcAft>
              <a:buSzPts val="1400"/>
              <a:buChar char="■"/>
              <a:defRPr/>
            </a:lvl9pPr>
          </a:lstStyle>
          <a:p>
            <a:endParaRPr/>
          </a:p>
        </p:txBody>
      </p:sp>
      <p:sp>
        <p:nvSpPr>
          <p:cNvPr id="56" name="Google Shape;56;p11"/>
          <p:cNvSpPr/>
          <p:nvPr/>
        </p:nvSpPr>
        <p:spPr>
          <a:xfrm flipH="1">
            <a:off x="7996666" y="2918167"/>
            <a:ext cx="4195335" cy="3936381"/>
          </a:xfrm>
          <a:custGeom>
            <a:avLst/>
            <a:gdLst/>
            <a:ahLst/>
            <a:cxnLst/>
            <a:rect l="l" t="t" r="r" b="b"/>
            <a:pathLst>
              <a:path w="95457" h="92115" extrusionOk="0">
                <a:moveTo>
                  <a:pt x="0" y="17"/>
                </a:moveTo>
                <a:cubicBezTo>
                  <a:pt x="7235" y="317"/>
                  <a:pt x="19533" y="5414"/>
                  <a:pt x="26183" y="34169"/>
                </a:cubicBezTo>
                <a:cubicBezTo>
                  <a:pt x="33869" y="67319"/>
                  <a:pt x="55974" y="71780"/>
                  <a:pt x="65281" y="72147"/>
                </a:cubicBezTo>
                <a:cubicBezTo>
                  <a:pt x="70728" y="72365"/>
                  <a:pt x="76091" y="73551"/>
                  <a:pt x="80953" y="75840"/>
                </a:cubicBezTo>
                <a:cubicBezTo>
                  <a:pt x="87369" y="78864"/>
                  <a:pt x="94303" y="83960"/>
                  <a:pt x="95456" y="92114"/>
                </a:cubicBezTo>
                <a:lnTo>
                  <a:pt x="0" y="92114"/>
                </a:lnTo>
                <a:cubicBezTo>
                  <a:pt x="0" y="92114"/>
                  <a:pt x="0" y="0"/>
                  <a:pt x="0" y="17"/>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83023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Tree>
    <p:extLst>
      <p:ext uri="{BB962C8B-B14F-4D97-AF65-F5344CB8AC3E}">
        <p14:creationId xmlns:p14="http://schemas.microsoft.com/office/powerpoint/2010/main" val="14410514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58"/>
        <p:cNvGrpSpPr/>
        <p:nvPr/>
      </p:nvGrpSpPr>
      <p:grpSpPr>
        <a:xfrm>
          <a:off x="0" y="0"/>
          <a:ext cx="0" cy="0"/>
          <a:chOff x="0" y="0"/>
          <a:chExt cx="0" cy="0"/>
        </a:xfrm>
      </p:grpSpPr>
      <p:sp>
        <p:nvSpPr>
          <p:cNvPr id="59" name="Google Shape;59;p13"/>
          <p:cNvSpPr/>
          <p:nvPr/>
        </p:nvSpPr>
        <p:spPr>
          <a:xfrm>
            <a:off x="8157451" y="2572853"/>
            <a:ext cx="4034364" cy="4284731"/>
          </a:xfrm>
          <a:custGeom>
            <a:avLst/>
            <a:gdLst/>
            <a:ahLst/>
            <a:cxnLst/>
            <a:rect l="l" t="t" r="r" b="b"/>
            <a:pathLst>
              <a:path w="154870" h="164481" extrusionOk="0">
                <a:moveTo>
                  <a:pt x="28" y="164344"/>
                </a:moveTo>
                <a:cubicBezTo>
                  <a:pt x="1561" y="153364"/>
                  <a:pt x="9830" y="132554"/>
                  <a:pt x="48712" y="118946"/>
                </a:cubicBezTo>
                <a:cubicBezTo>
                  <a:pt x="103639" y="99724"/>
                  <a:pt x="93946" y="55284"/>
                  <a:pt x="93946" y="55284"/>
                </a:cubicBezTo>
                <a:cubicBezTo>
                  <a:pt x="93946" y="55284"/>
                  <a:pt x="83869" y="1"/>
                  <a:pt x="154869" y="3834"/>
                </a:cubicBezTo>
                <a:cubicBezTo>
                  <a:pt x="154705" y="3971"/>
                  <a:pt x="154705" y="164152"/>
                  <a:pt x="154705" y="164152"/>
                </a:cubicBezTo>
                <a:cubicBezTo>
                  <a:pt x="154705" y="164152"/>
                  <a:pt x="0" y="164481"/>
                  <a:pt x="28" y="16434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0" name="Google Shape;60;p13"/>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1" name="Google Shape;61;p13"/>
          <p:cNvSpPr txBox="1">
            <a:spLocks noGrp="1"/>
          </p:cNvSpPr>
          <p:nvPr>
            <p:ph type="title" idx="2" hasCustomPrompt="1"/>
          </p:nvPr>
        </p:nvSpPr>
        <p:spPr>
          <a:xfrm>
            <a:off x="960200" y="19605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2" name="Google Shape;62;p13"/>
          <p:cNvSpPr txBox="1">
            <a:spLocks noGrp="1"/>
          </p:cNvSpPr>
          <p:nvPr>
            <p:ph type="subTitle" idx="1"/>
          </p:nvPr>
        </p:nvSpPr>
        <p:spPr>
          <a:xfrm>
            <a:off x="960000" y="26203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3" name="Google Shape;63;p13"/>
          <p:cNvSpPr txBox="1">
            <a:spLocks noGrp="1"/>
          </p:cNvSpPr>
          <p:nvPr>
            <p:ph type="subTitle" idx="3"/>
          </p:nvPr>
        </p:nvSpPr>
        <p:spPr>
          <a:xfrm>
            <a:off x="960000" y="31022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64" name="Google Shape;64;p13"/>
          <p:cNvSpPr txBox="1">
            <a:spLocks noGrp="1"/>
          </p:cNvSpPr>
          <p:nvPr>
            <p:ph type="title" idx="4" hasCustomPrompt="1"/>
          </p:nvPr>
        </p:nvSpPr>
        <p:spPr>
          <a:xfrm>
            <a:off x="5725851" y="19605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5" name="Google Shape;65;p13"/>
          <p:cNvSpPr txBox="1">
            <a:spLocks noGrp="1"/>
          </p:cNvSpPr>
          <p:nvPr>
            <p:ph type="subTitle" idx="5"/>
          </p:nvPr>
        </p:nvSpPr>
        <p:spPr>
          <a:xfrm>
            <a:off x="5725651" y="26203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6" name="Google Shape;66;p13"/>
          <p:cNvSpPr txBox="1">
            <a:spLocks noGrp="1"/>
          </p:cNvSpPr>
          <p:nvPr>
            <p:ph type="subTitle" idx="6"/>
          </p:nvPr>
        </p:nvSpPr>
        <p:spPr>
          <a:xfrm>
            <a:off x="5725661" y="31022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67" name="Google Shape;67;p13"/>
          <p:cNvSpPr txBox="1">
            <a:spLocks noGrp="1"/>
          </p:cNvSpPr>
          <p:nvPr>
            <p:ph type="title" idx="7" hasCustomPrompt="1"/>
          </p:nvPr>
        </p:nvSpPr>
        <p:spPr>
          <a:xfrm>
            <a:off x="3342917" y="19605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8" name="Google Shape;68;p13"/>
          <p:cNvSpPr txBox="1">
            <a:spLocks noGrp="1"/>
          </p:cNvSpPr>
          <p:nvPr>
            <p:ph type="subTitle" idx="8"/>
          </p:nvPr>
        </p:nvSpPr>
        <p:spPr>
          <a:xfrm>
            <a:off x="3342717" y="26203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9" name="Google Shape;69;p13"/>
          <p:cNvSpPr txBox="1">
            <a:spLocks noGrp="1"/>
          </p:cNvSpPr>
          <p:nvPr>
            <p:ph type="subTitle" idx="9"/>
          </p:nvPr>
        </p:nvSpPr>
        <p:spPr>
          <a:xfrm>
            <a:off x="3342723" y="31022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70" name="Google Shape;70;p13"/>
          <p:cNvSpPr txBox="1">
            <a:spLocks noGrp="1"/>
          </p:cNvSpPr>
          <p:nvPr>
            <p:ph type="title" idx="13" hasCustomPrompt="1"/>
          </p:nvPr>
        </p:nvSpPr>
        <p:spPr>
          <a:xfrm>
            <a:off x="960200" y="39168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71" name="Google Shape;71;p13"/>
          <p:cNvSpPr txBox="1">
            <a:spLocks noGrp="1"/>
          </p:cNvSpPr>
          <p:nvPr>
            <p:ph type="subTitle" idx="14"/>
          </p:nvPr>
        </p:nvSpPr>
        <p:spPr>
          <a:xfrm>
            <a:off x="960000" y="45766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2" name="Google Shape;72;p13"/>
          <p:cNvSpPr txBox="1">
            <a:spLocks noGrp="1"/>
          </p:cNvSpPr>
          <p:nvPr>
            <p:ph type="subTitle" idx="15"/>
          </p:nvPr>
        </p:nvSpPr>
        <p:spPr>
          <a:xfrm>
            <a:off x="960000" y="50585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73" name="Google Shape;73;p13"/>
          <p:cNvSpPr txBox="1">
            <a:spLocks noGrp="1"/>
          </p:cNvSpPr>
          <p:nvPr>
            <p:ph type="title" idx="16" hasCustomPrompt="1"/>
          </p:nvPr>
        </p:nvSpPr>
        <p:spPr>
          <a:xfrm>
            <a:off x="3342917" y="39168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74" name="Google Shape;74;p13"/>
          <p:cNvSpPr txBox="1">
            <a:spLocks noGrp="1"/>
          </p:cNvSpPr>
          <p:nvPr>
            <p:ph type="subTitle" idx="17"/>
          </p:nvPr>
        </p:nvSpPr>
        <p:spPr>
          <a:xfrm>
            <a:off x="3342717" y="45766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5" name="Google Shape;75;p13"/>
          <p:cNvSpPr txBox="1">
            <a:spLocks noGrp="1"/>
          </p:cNvSpPr>
          <p:nvPr>
            <p:ph type="subTitle" idx="18"/>
          </p:nvPr>
        </p:nvSpPr>
        <p:spPr>
          <a:xfrm>
            <a:off x="3342725" y="50585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221037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5903457" y="4136539"/>
            <a:ext cx="5324800" cy="820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78" name="Google Shape;78;p14"/>
          <p:cNvSpPr txBox="1">
            <a:spLocks noGrp="1"/>
          </p:cNvSpPr>
          <p:nvPr>
            <p:ph type="title" idx="2" hasCustomPrompt="1"/>
          </p:nvPr>
        </p:nvSpPr>
        <p:spPr>
          <a:xfrm>
            <a:off x="5907233" y="2805100"/>
            <a:ext cx="5324800" cy="12784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None/>
              <a:defRPr sz="94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79" name="Google Shape;79;p14"/>
          <p:cNvSpPr txBox="1">
            <a:spLocks noGrp="1"/>
          </p:cNvSpPr>
          <p:nvPr>
            <p:ph type="subTitle" idx="1"/>
          </p:nvPr>
        </p:nvSpPr>
        <p:spPr>
          <a:xfrm>
            <a:off x="5903300" y="5182732"/>
            <a:ext cx="5324800" cy="38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80" name="Google Shape;80;p14"/>
          <p:cNvSpPr/>
          <p:nvPr/>
        </p:nvSpPr>
        <p:spPr>
          <a:xfrm flipH="1">
            <a:off x="-1050597" y="435500"/>
            <a:ext cx="6436397" cy="6441624"/>
          </a:xfrm>
          <a:custGeom>
            <a:avLst/>
            <a:gdLst/>
            <a:ahLst/>
            <a:cxnLst/>
            <a:rect l="l" t="t" r="r" b="b"/>
            <a:pathLst>
              <a:path w="154870" h="164481" extrusionOk="0">
                <a:moveTo>
                  <a:pt x="28" y="164344"/>
                </a:moveTo>
                <a:cubicBezTo>
                  <a:pt x="1561" y="153364"/>
                  <a:pt x="9830" y="132554"/>
                  <a:pt x="48712" y="118946"/>
                </a:cubicBezTo>
                <a:cubicBezTo>
                  <a:pt x="103639" y="99724"/>
                  <a:pt x="93946" y="55284"/>
                  <a:pt x="93946" y="55284"/>
                </a:cubicBezTo>
                <a:cubicBezTo>
                  <a:pt x="93946" y="55284"/>
                  <a:pt x="83869" y="1"/>
                  <a:pt x="154869" y="3834"/>
                </a:cubicBezTo>
                <a:cubicBezTo>
                  <a:pt x="154705" y="3971"/>
                  <a:pt x="154705" y="164152"/>
                  <a:pt x="154705" y="164152"/>
                </a:cubicBezTo>
                <a:cubicBezTo>
                  <a:pt x="154705" y="164152"/>
                  <a:pt x="0" y="164481"/>
                  <a:pt x="28" y="16434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1" name="Google Shape;81;p14"/>
          <p:cNvSpPr/>
          <p:nvPr/>
        </p:nvSpPr>
        <p:spPr>
          <a:xfrm rot="10800000" flipH="1">
            <a:off x="6919685" y="3"/>
            <a:ext cx="5272308" cy="2478928"/>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988964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3899324" y="3377221"/>
            <a:ext cx="5324800" cy="820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endParaRPr/>
          </a:p>
        </p:txBody>
      </p:sp>
      <p:sp>
        <p:nvSpPr>
          <p:cNvPr id="84" name="Google Shape;84;p15"/>
          <p:cNvSpPr txBox="1">
            <a:spLocks noGrp="1"/>
          </p:cNvSpPr>
          <p:nvPr>
            <p:ph type="title" idx="2" hasCustomPrompt="1"/>
          </p:nvPr>
        </p:nvSpPr>
        <p:spPr>
          <a:xfrm>
            <a:off x="3903100" y="2045784"/>
            <a:ext cx="5324800" cy="1278400"/>
          </a:xfrm>
          <a:prstGeom prst="rect">
            <a:avLst/>
          </a:prstGeom>
        </p:spPr>
        <p:txBody>
          <a:bodyPr spcFirstLastPara="1" wrap="square" lIns="91425" tIns="91425" rIns="91425" bIns="91425" anchor="t" anchorCtr="0">
            <a:noAutofit/>
          </a:bodyPr>
          <a:lstStyle>
            <a:lvl1pPr marL="0" marR="0" lvl="0" indent="0" algn="r" rtl="0">
              <a:lnSpc>
                <a:spcPct val="100000"/>
              </a:lnSpc>
              <a:spcBef>
                <a:spcPts val="0"/>
              </a:spcBef>
              <a:spcAft>
                <a:spcPts val="0"/>
              </a:spcAft>
              <a:buSzPts val="2500"/>
              <a:buNone/>
              <a:defRPr sz="9466"/>
            </a:lvl1pPr>
            <a:lvl2pPr lvl="1" algn="r" rtl="0">
              <a:spcBef>
                <a:spcPts val="0"/>
              </a:spcBef>
              <a:spcAft>
                <a:spcPts val="0"/>
              </a:spcAft>
              <a:buSzPts val="12000"/>
              <a:buNone/>
              <a:defRPr sz="16000"/>
            </a:lvl2pPr>
            <a:lvl3pPr lvl="2" algn="r" rtl="0">
              <a:spcBef>
                <a:spcPts val="0"/>
              </a:spcBef>
              <a:spcAft>
                <a:spcPts val="0"/>
              </a:spcAft>
              <a:buSzPts val="12000"/>
              <a:buNone/>
              <a:defRPr sz="16000"/>
            </a:lvl3pPr>
            <a:lvl4pPr lvl="3" algn="r" rtl="0">
              <a:spcBef>
                <a:spcPts val="0"/>
              </a:spcBef>
              <a:spcAft>
                <a:spcPts val="0"/>
              </a:spcAft>
              <a:buSzPts val="12000"/>
              <a:buNone/>
              <a:defRPr sz="16000"/>
            </a:lvl4pPr>
            <a:lvl5pPr lvl="4" algn="r" rtl="0">
              <a:spcBef>
                <a:spcPts val="0"/>
              </a:spcBef>
              <a:spcAft>
                <a:spcPts val="0"/>
              </a:spcAft>
              <a:buSzPts val="12000"/>
              <a:buNone/>
              <a:defRPr sz="16000"/>
            </a:lvl5pPr>
            <a:lvl6pPr lvl="5" algn="r" rtl="0">
              <a:spcBef>
                <a:spcPts val="0"/>
              </a:spcBef>
              <a:spcAft>
                <a:spcPts val="0"/>
              </a:spcAft>
              <a:buSzPts val="12000"/>
              <a:buNone/>
              <a:defRPr sz="16000"/>
            </a:lvl6pPr>
            <a:lvl7pPr lvl="6" algn="r" rtl="0">
              <a:spcBef>
                <a:spcPts val="0"/>
              </a:spcBef>
              <a:spcAft>
                <a:spcPts val="0"/>
              </a:spcAft>
              <a:buSzPts val="12000"/>
              <a:buNone/>
              <a:defRPr sz="16000"/>
            </a:lvl7pPr>
            <a:lvl8pPr lvl="7" algn="r" rtl="0">
              <a:spcBef>
                <a:spcPts val="0"/>
              </a:spcBef>
              <a:spcAft>
                <a:spcPts val="0"/>
              </a:spcAft>
              <a:buSzPts val="12000"/>
              <a:buNone/>
              <a:defRPr sz="16000"/>
            </a:lvl8pPr>
            <a:lvl9pPr lvl="8" algn="r" rtl="0">
              <a:spcBef>
                <a:spcPts val="0"/>
              </a:spcBef>
              <a:spcAft>
                <a:spcPts val="0"/>
              </a:spcAft>
              <a:buSzPts val="12000"/>
              <a:buNone/>
              <a:defRPr sz="16000"/>
            </a:lvl9pPr>
          </a:lstStyle>
          <a:p>
            <a:r>
              <a:t>xx%</a:t>
            </a:r>
          </a:p>
        </p:txBody>
      </p:sp>
      <p:sp>
        <p:nvSpPr>
          <p:cNvPr id="85" name="Google Shape;85;p15"/>
          <p:cNvSpPr txBox="1">
            <a:spLocks noGrp="1"/>
          </p:cNvSpPr>
          <p:nvPr>
            <p:ph type="subTitle" idx="1"/>
          </p:nvPr>
        </p:nvSpPr>
        <p:spPr>
          <a:xfrm>
            <a:off x="3899167" y="4423416"/>
            <a:ext cx="5324800" cy="38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600"/>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86" name="Google Shape;86;p15"/>
          <p:cNvSpPr/>
          <p:nvPr/>
        </p:nvSpPr>
        <p:spPr>
          <a:xfrm rot="5400000" flipH="1">
            <a:off x="-518005" y="517865"/>
            <a:ext cx="5207277" cy="4171265"/>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7" name="Google Shape;87;p15"/>
          <p:cNvSpPr/>
          <p:nvPr/>
        </p:nvSpPr>
        <p:spPr>
          <a:xfrm rot="-5400000" flipH="1">
            <a:off x="6674519" y="1340514"/>
            <a:ext cx="5272308" cy="5762615"/>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218384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88"/>
        <p:cNvGrpSpPr/>
        <p:nvPr/>
      </p:nvGrpSpPr>
      <p:grpSpPr>
        <a:xfrm>
          <a:off x="0" y="0"/>
          <a:ext cx="0" cy="0"/>
          <a:chOff x="0" y="0"/>
          <a:chExt cx="0" cy="0"/>
        </a:xfrm>
      </p:grpSpPr>
      <p:sp>
        <p:nvSpPr>
          <p:cNvPr id="89" name="Google Shape;89;p16"/>
          <p:cNvSpPr/>
          <p:nvPr/>
        </p:nvSpPr>
        <p:spPr>
          <a:xfrm>
            <a:off x="-94867" y="2152833"/>
            <a:ext cx="12381600" cy="638800"/>
          </a:xfrm>
          <a:prstGeom prst="rect">
            <a:avLst/>
          </a:pr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90" name="Google Shape;90;p16"/>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1" name="Google Shape;91;p16"/>
          <p:cNvSpPr txBox="1">
            <a:spLocks noGrp="1"/>
          </p:cNvSpPr>
          <p:nvPr>
            <p:ph type="subTitle" idx="1"/>
          </p:nvPr>
        </p:nvSpPr>
        <p:spPr>
          <a:xfrm>
            <a:off x="1054984" y="2152833"/>
            <a:ext cx="3137200" cy="638800"/>
          </a:xfrm>
          <a:prstGeom prst="rect">
            <a:avLst/>
          </a:prstGeom>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2" name="Google Shape;92;p16"/>
          <p:cNvSpPr txBox="1">
            <a:spLocks noGrp="1"/>
          </p:cNvSpPr>
          <p:nvPr>
            <p:ph type="subTitle" idx="2"/>
          </p:nvPr>
        </p:nvSpPr>
        <p:spPr>
          <a:xfrm>
            <a:off x="1055067" y="5078400"/>
            <a:ext cx="3137200" cy="10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93" name="Google Shape;93;p16"/>
          <p:cNvSpPr txBox="1">
            <a:spLocks noGrp="1"/>
          </p:cNvSpPr>
          <p:nvPr>
            <p:ph type="subTitle" idx="3"/>
          </p:nvPr>
        </p:nvSpPr>
        <p:spPr>
          <a:xfrm>
            <a:off x="4527400" y="2152833"/>
            <a:ext cx="3137200" cy="638800"/>
          </a:xfrm>
          <a:prstGeom prst="rect">
            <a:avLst/>
          </a:prstGeom>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4" name="Google Shape;94;p16"/>
          <p:cNvSpPr txBox="1">
            <a:spLocks noGrp="1"/>
          </p:cNvSpPr>
          <p:nvPr>
            <p:ph type="subTitle" idx="4"/>
          </p:nvPr>
        </p:nvSpPr>
        <p:spPr>
          <a:xfrm>
            <a:off x="4527400" y="5078400"/>
            <a:ext cx="3137200" cy="10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95" name="Google Shape;95;p16"/>
          <p:cNvSpPr txBox="1">
            <a:spLocks noGrp="1"/>
          </p:cNvSpPr>
          <p:nvPr>
            <p:ph type="subTitle" idx="5"/>
          </p:nvPr>
        </p:nvSpPr>
        <p:spPr>
          <a:xfrm>
            <a:off x="7999817" y="2152833"/>
            <a:ext cx="3137200" cy="638800"/>
          </a:xfrm>
          <a:prstGeom prst="rect">
            <a:avLst/>
          </a:prstGeom>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6" name="Google Shape;96;p16"/>
          <p:cNvSpPr txBox="1">
            <a:spLocks noGrp="1"/>
          </p:cNvSpPr>
          <p:nvPr>
            <p:ph type="subTitle" idx="6"/>
          </p:nvPr>
        </p:nvSpPr>
        <p:spPr>
          <a:xfrm>
            <a:off x="7999837" y="5078400"/>
            <a:ext cx="3137200" cy="10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5930092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9" name="Google Shape;99;p17"/>
          <p:cNvSpPr txBox="1">
            <a:spLocks noGrp="1"/>
          </p:cNvSpPr>
          <p:nvPr>
            <p:ph type="subTitle" idx="1"/>
          </p:nvPr>
        </p:nvSpPr>
        <p:spPr>
          <a:xfrm>
            <a:off x="3687100" y="1898733"/>
            <a:ext cx="3104800" cy="2838800"/>
          </a:xfrm>
          <a:prstGeom prst="rect">
            <a:avLst/>
          </a:prstGeom>
        </p:spPr>
        <p:txBody>
          <a:bodyPr spcFirstLastPara="1" wrap="square" lIns="91425" tIns="91425" rIns="91425" bIns="91425" anchor="t" anchorCtr="0">
            <a:noAutofit/>
          </a:bodyPr>
          <a:lstStyle>
            <a:lvl1pPr marL="0" marR="0" lvl="0" indent="-76198" rtl="0">
              <a:lnSpc>
                <a:spcPct val="100000"/>
              </a:lnSpc>
              <a:spcBef>
                <a:spcPts val="0"/>
              </a:spcBef>
              <a:spcAft>
                <a:spcPts val="0"/>
              </a:spcAft>
              <a:buSzPts val="900"/>
              <a:buFont typeface="Pompiere"/>
              <a:buChar char="❏"/>
              <a:defRPr sz="2667">
                <a:latin typeface="Pompiere"/>
                <a:ea typeface="Pompiere"/>
                <a:cs typeface="Pompiere"/>
                <a:sym typeface="Pompiere"/>
              </a:defRPr>
            </a:lvl1pPr>
            <a:lvl2pPr lvl="1" algn="ctr" rtl="0">
              <a:lnSpc>
                <a:spcPct val="100000"/>
              </a:lnSpc>
              <a:spcBef>
                <a:spcPts val="0"/>
              </a:spcBef>
              <a:spcAft>
                <a:spcPts val="0"/>
              </a:spcAft>
              <a:buSzPts val="2100"/>
              <a:buChar char="❏"/>
              <a:defRPr sz="2800"/>
            </a:lvl2pPr>
            <a:lvl3pPr lvl="2" algn="ctr" rtl="0">
              <a:lnSpc>
                <a:spcPct val="100000"/>
              </a:lnSpc>
              <a:spcBef>
                <a:spcPts val="0"/>
              </a:spcBef>
              <a:spcAft>
                <a:spcPts val="0"/>
              </a:spcAft>
              <a:buSzPts val="2100"/>
              <a:buChar char="❏"/>
              <a:defRPr sz="2800"/>
            </a:lvl3pPr>
            <a:lvl4pPr lvl="3" algn="ctr" rtl="0">
              <a:lnSpc>
                <a:spcPct val="100000"/>
              </a:lnSpc>
              <a:spcBef>
                <a:spcPts val="0"/>
              </a:spcBef>
              <a:spcAft>
                <a:spcPts val="0"/>
              </a:spcAft>
              <a:buSzPts val="2100"/>
              <a:buChar char="❏"/>
              <a:defRPr sz="2800"/>
            </a:lvl4pPr>
            <a:lvl5pPr lvl="4" algn="ctr" rtl="0">
              <a:lnSpc>
                <a:spcPct val="100000"/>
              </a:lnSpc>
              <a:spcBef>
                <a:spcPts val="0"/>
              </a:spcBef>
              <a:spcAft>
                <a:spcPts val="0"/>
              </a:spcAft>
              <a:buSzPts val="2100"/>
              <a:buChar char="❏"/>
              <a:defRPr sz="2800"/>
            </a:lvl5pPr>
            <a:lvl6pPr lvl="5" algn="ctr" rtl="0">
              <a:lnSpc>
                <a:spcPct val="100000"/>
              </a:lnSpc>
              <a:spcBef>
                <a:spcPts val="0"/>
              </a:spcBef>
              <a:spcAft>
                <a:spcPts val="0"/>
              </a:spcAft>
              <a:buSzPts val="2100"/>
              <a:buChar char="❏"/>
              <a:defRPr sz="2800"/>
            </a:lvl6pPr>
            <a:lvl7pPr lvl="6" algn="ctr" rtl="0">
              <a:lnSpc>
                <a:spcPct val="100000"/>
              </a:lnSpc>
              <a:spcBef>
                <a:spcPts val="0"/>
              </a:spcBef>
              <a:spcAft>
                <a:spcPts val="0"/>
              </a:spcAft>
              <a:buSzPts val="2100"/>
              <a:buChar char="❏"/>
              <a:defRPr sz="2800"/>
            </a:lvl7pPr>
            <a:lvl8pPr lvl="7" algn="ctr" rtl="0">
              <a:lnSpc>
                <a:spcPct val="100000"/>
              </a:lnSpc>
              <a:spcBef>
                <a:spcPts val="0"/>
              </a:spcBef>
              <a:spcAft>
                <a:spcPts val="0"/>
              </a:spcAft>
              <a:buSzPts val="2100"/>
              <a:buChar char="❏"/>
              <a:defRPr sz="2800"/>
            </a:lvl8pPr>
            <a:lvl9pPr lvl="8" algn="ctr" rtl="0">
              <a:lnSpc>
                <a:spcPct val="100000"/>
              </a:lnSpc>
              <a:spcBef>
                <a:spcPts val="0"/>
              </a:spcBef>
              <a:spcAft>
                <a:spcPts val="0"/>
              </a:spcAft>
              <a:buSzPts val="2100"/>
              <a:buChar char="❏"/>
              <a:defRPr sz="2800"/>
            </a:lvl9pPr>
          </a:lstStyle>
          <a:p>
            <a:endParaRPr/>
          </a:p>
        </p:txBody>
      </p:sp>
      <p:sp>
        <p:nvSpPr>
          <p:cNvPr id="100" name="Google Shape;100;p17"/>
          <p:cNvSpPr txBox="1">
            <a:spLocks noGrp="1"/>
          </p:cNvSpPr>
          <p:nvPr>
            <p:ph type="subTitle" idx="2"/>
          </p:nvPr>
        </p:nvSpPr>
        <p:spPr>
          <a:xfrm>
            <a:off x="7460233" y="1898733"/>
            <a:ext cx="2740800" cy="4272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1" name="Google Shape;101;p17"/>
          <p:cNvSpPr txBox="1">
            <a:spLocks noGrp="1"/>
          </p:cNvSpPr>
          <p:nvPr>
            <p:ph type="subTitle" idx="3"/>
          </p:nvPr>
        </p:nvSpPr>
        <p:spPr>
          <a:xfrm>
            <a:off x="7460400" y="2375933"/>
            <a:ext cx="2740800" cy="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02" name="Google Shape;102;p17"/>
          <p:cNvSpPr txBox="1">
            <a:spLocks noGrp="1"/>
          </p:cNvSpPr>
          <p:nvPr>
            <p:ph type="subTitle" idx="4"/>
          </p:nvPr>
        </p:nvSpPr>
        <p:spPr>
          <a:xfrm>
            <a:off x="7460233" y="3397567"/>
            <a:ext cx="2740800" cy="4272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3" name="Google Shape;103;p17"/>
          <p:cNvSpPr txBox="1">
            <a:spLocks noGrp="1"/>
          </p:cNvSpPr>
          <p:nvPr>
            <p:ph type="subTitle" idx="5"/>
          </p:nvPr>
        </p:nvSpPr>
        <p:spPr>
          <a:xfrm>
            <a:off x="7460400" y="3874767"/>
            <a:ext cx="2740800" cy="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04" name="Google Shape;104;p17"/>
          <p:cNvSpPr txBox="1">
            <a:spLocks noGrp="1"/>
          </p:cNvSpPr>
          <p:nvPr>
            <p:ph type="subTitle" idx="6"/>
          </p:nvPr>
        </p:nvSpPr>
        <p:spPr>
          <a:xfrm>
            <a:off x="7460233" y="4896400"/>
            <a:ext cx="2740800" cy="4272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5" name="Google Shape;105;p17"/>
          <p:cNvSpPr txBox="1">
            <a:spLocks noGrp="1"/>
          </p:cNvSpPr>
          <p:nvPr>
            <p:ph type="subTitle" idx="7"/>
          </p:nvPr>
        </p:nvSpPr>
        <p:spPr>
          <a:xfrm>
            <a:off x="7460400" y="5373600"/>
            <a:ext cx="2740800" cy="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06" name="Google Shape;106;p17"/>
          <p:cNvSpPr/>
          <p:nvPr/>
        </p:nvSpPr>
        <p:spPr>
          <a:xfrm>
            <a:off x="311" y="3676481"/>
            <a:ext cx="4676821" cy="3180984"/>
          </a:xfrm>
          <a:custGeom>
            <a:avLst/>
            <a:gdLst/>
            <a:ahLst/>
            <a:cxnLst/>
            <a:rect l="l" t="t" r="r" b="b"/>
            <a:pathLst>
              <a:path w="109442" h="74438" extrusionOk="0">
                <a:moveTo>
                  <a:pt x="0" y="6768"/>
                </a:moveTo>
                <a:cubicBezTo>
                  <a:pt x="0" y="6768"/>
                  <a:pt x="11362" y="1"/>
                  <a:pt x="18430" y="12415"/>
                </a:cubicBezTo>
                <a:cubicBezTo>
                  <a:pt x="31512" y="35389"/>
                  <a:pt x="54604" y="30761"/>
                  <a:pt x="73000" y="33301"/>
                </a:cubicBezTo>
                <a:cubicBezTo>
                  <a:pt x="82106" y="34554"/>
                  <a:pt x="95857" y="41655"/>
                  <a:pt x="100736" y="53551"/>
                </a:cubicBezTo>
                <a:cubicBezTo>
                  <a:pt x="102858" y="58714"/>
                  <a:pt x="109441" y="74337"/>
                  <a:pt x="109441" y="74337"/>
                </a:cubicBezTo>
                <a:lnTo>
                  <a:pt x="0" y="74437"/>
                </a:ln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07" name="Google Shape;107;p17"/>
          <p:cNvSpPr/>
          <p:nvPr/>
        </p:nvSpPr>
        <p:spPr>
          <a:xfrm>
            <a:off x="10460576" y="-1362"/>
            <a:ext cx="1731512" cy="5525036"/>
          </a:xfrm>
          <a:custGeom>
            <a:avLst/>
            <a:gdLst/>
            <a:ahLst/>
            <a:cxnLst/>
            <a:rect l="l" t="t" r="r" b="b"/>
            <a:pathLst>
              <a:path w="40519" h="129291" extrusionOk="0">
                <a:moveTo>
                  <a:pt x="6484" y="0"/>
                </a:moveTo>
                <a:cubicBezTo>
                  <a:pt x="6484" y="0"/>
                  <a:pt x="1" y="14202"/>
                  <a:pt x="14420" y="37811"/>
                </a:cubicBezTo>
                <a:cubicBezTo>
                  <a:pt x="28823" y="61404"/>
                  <a:pt x="19215" y="82289"/>
                  <a:pt x="19215" y="82289"/>
                </a:cubicBezTo>
                <a:cubicBezTo>
                  <a:pt x="19215" y="82289"/>
                  <a:pt x="5013" y="115506"/>
                  <a:pt x="40519" y="129291"/>
                </a:cubicBezTo>
                <a:lnTo>
                  <a:pt x="40519" y="0"/>
                </a:ln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876484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108"/>
        <p:cNvGrpSpPr/>
        <p:nvPr/>
      </p:nvGrpSpPr>
      <p:grpSpPr>
        <a:xfrm>
          <a:off x="0" y="0"/>
          <a:ext cx="0" cy="0"/>
          <a:chOff x="0" y="0"/>
          <a:chExt cx="0" cy="0"/>
        </a:xfrm>
      </p:grpSpPr>
      <p:sp>
        <p:nvSpPr>
          <p:cNvPr id="109" name="Google Shape;109;p18"/>
          <p:cNvSpPr/>
          <p:nvPr/>
        </p:nvSpPr>
        <p:spPr>
          <a:xfrm>
            <a:off x="47" y="165"/>
            <a:ext cx="3261664" cy="2008552"/>
          </a:xfrm>
          <a:custGeom>
            <a:avLst/>
            <a:gdLst/>
            <a:ahLst/>
            <a:cxnLst/>
            <a:rect l="l" t="t" r="r" b="b"/>
            <a:pathLst>
              <a:path w="76326" h="47002" extrusionOk="0">
                <a:moveTo>
                  <a:pt x="0" y="46985"/>
                </a:moveTo>
                <a:cubicBezTo>
                  <a:pt x="5464" y="46834"/>
                  <a:pt x="14737" y="44228"/>
                  <a:pt x="19750" y="29574"/>
                </a:cubicBezTo>
                <a:cubicBezTo>
                  <a:pt x="27168" y="7920"/>
                  <a:pt x="53100" y="14620"/>
                  <a:pt x="53100" y="14620"/>
                </a:cubicBezTo>
                <a:cubicBezTo>
                  <a:pt x="53100" y="14620"/>
                  <a:pt x="76325" y="16057"/>
                  <a:pt x="71997" y="0"/>
                </a:cubicBezTo>
                <a:lnTo>
                  <a:pt x="0" y="0"/>
                </a:lnTo>
                <a:cubicBezTo>
                  <a:pt x="0" y="0"/>
                  <a:pt x="0" y="47001"/>
                  <a:pt x="0" y="46985"/>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10" name="Google Shape;110;p18"/>
          <p:cNvSpPr/>
          <p:nvPr/>
        </p:nvSpPr>
        <p:spPr>
          <a:xfrm>
            <a:off x="10158317" y="166"/>
            <a:ext cx="2033551" cy="3203804"/>
          </a:xfrm>
          <a:custGeom>
            <a:avLst/>
            <a:gdLst/>
            <a:ahLst/>
            <a:cxnLst/>
            <a:rect l="l" t="t" r="r" b="b"/>
            <a:pathLst>
              <a:path w="47587" h="74972" extrusionOk="0">
                <a:moveTo>
                  <a:pt x="0" y="0"/>
                </a:moveTo>
                <a:cubicBezTo>
                  <a:pt x="150" y="5364"/>
                  <a:pt x="2790" y="14470"/>
                  <a:pt x="17644" y="19399"/>
                </a:cubicBezTo>
                <a:cubicBezTo>
                  <a:pt x="39583" y="26684"/>
                  <a:pt x="32799" y="52164"/>
                  <a:pt x="32799" y="52164"/>
                </a:cubicBezTo>
                <a:cubicBezTo>
                  <a:pt x="32799" y="52164"/>
                  <a:pt x="31329" y="74971"/>
                  <a:pt x="47586" y="70727"/>
                </a:cubicBezTo>
                <a:lnTo>
                  <a:pt x="47586" y="0"/>
                </a:lnTo>
                <a:cubicBezTo>
                  <a:pt x="47586" y="0"/>
                  <a:pt x="0" y="0"/>
                  <a:pt x="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11" name="Google Shape;111;p18"/>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12" name="Google Shape;112;p18"/>
          <p:cNvSpPr txBox="1">
            <a:spLocks noGrp="1"/>
          </p:cNvSpPr>
          <p:nvPr>
            <p:ph type="subTitle" idx="1"/>
          </p:nvPr>
        </p:nvSpPr>
        <p:spPr>
          <a:xfrm>
            <a:off x="4275567" y="2278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3" name="Google Shape;113;p18"/>
          <p:cNvSpPr txBox="1">
            <a:spLocks noGrp="1"/>
          </p:cNvSpPr>
          <p:nvPr>
            <p:ph type="subTitle" idx="2"/>
          </p:nvPr>
        </p:nvSpPr>
        <p:spPr>
          <a:xfrm>
            <a:off x="4275567" y="2584300"/>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4" name="Google Shape;114;p18"/>
          <p:cNvSpPr txBox="1">
            <a:spLocks noGrp="1"/>
          </p:cNvSpPr>
          <p:nvPr>
            <p:ph type="subTitle" idx="3"/>
          </p:nvPr>
        </p:nvSpPr>
        <p:spPr>
          <a:xfrm>
            <a:off x="7652624" y="2278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5" name="Google Shape;115;p18"/>
          <p:cNvSpPr txBox="1">
            <a:spLocks noGrp="1"/>
          </p:cNvSpPr>
          <p:nvPr>
            <p:ph type="subTitle" idx="4"/>
          </p:nvPr>
        </p:nvSpPr>
        <p:spPr>
          <a:xfrm>
            <a:off x="7652633" y="2584400"/>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6" name="Google Shape;116;p18"/>
          <p:cNvSpPr txBox="1">
            <a:spLocks noGrp="1"/>
          </p:cNvSpPr>
          <p:nvPr>
            <p:ph type="subTitle" idx="5"/>
          </p:nvPr>
        </p:nvSpPr>
        <p:spPr>
          <a:xfrm>
            <a:off x="9172116" y="4573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7" name="Google Shape;117;p18"/>
          <p:cNvSpPr txBox="1">
            <a:spLocks noGrp="1"/>
          </p:cNvSpPr>
          <p:nvPr>
            <p:ph type="subTitle" idx="6"/>
          </p:nvPr>
        </p:nvSpPr>
        <p:spPr>
          <a:xfrm>
            <a:off x="9172101" y="4879433"/>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8" name="Google Shape;118;p18"/>
          <p:cNvSpPr txBox="1">
            <a:spLocks noGrp="1"/>
          </p:cNvSpPr>
          <p:nvPr>
            <p:ph type="subTitle" idx="7"/>
          </p:nvPr>
        </p:nvSpPr>
        <p:spPr>
          <a:xfrm>
            <a:off x="5963408" y="4573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9" name="Google Shape;119;p18"/>
          <p:cNvSpPr txBox="1">
            <a:spLocks noGrp="1"/>
          </p:cNvSpPr>
          <p:nvPr>
            <p:ph type="subTitle" idx="8"/>
          </p:nvPr>
        </p:nvSpPr>
        <p:spPr>
          <a:xfrm>
            <a:off x="5963403" y="4879433"/>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0" name="Google Shape;120;p18"/>
          <p:cNvSpPr txBox="1">
            <a:spLocks noGrp="1"/>
          </p:cNvSpPr>
          <p:nvPr>
            <p:ph type="subTitle" idx="9"/>
          </p:nvPr>
        </p:nvSpPr>
        <p:spPr>
          <a:xfrm>
            <a:off x="2756096" y="4573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21" name="Google Shape;121;p18"/>
          <p:cNvSpPr txBox="1">
            <a:spLocks noGrp="1"/>
          </p:cNvSpPr>
          <p:nvPr>
            <p:ph type="subTitle" idx="13"/>
          </p:nvPr>
        </p:nvSpPr>
        <p:spPr>
          <a:xfrm>
            <a:off x="2756100" y="4879433"/>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2" name="Google Shape;122;p18"/>
          <p:cNvSpPr txBox="1">
            <a:spLocks noGrp="1"/>
          </p:cNvSpPr>
          <p:nvPr>
            <p:ph type="title" idx="14" hasCustomPrompt="1"/>
          </p:nvPr>
        </p:nvSpPr>
        <p:spPr>
          <a:xfrm>
            <a:off x="2683100" y="2671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3" name="Google Shape;123;p18"/>
          <p:cNvSpPr txBox="1">
            <a:spLocks noGrp="1"/>
          </p:cNvSpPr>
          <p:nvPr>
            <p:ph type="title" idx="15" hasCustomPrompt="1"/>
          </p:nvPr>
        </p:nvSpPr>
        <p:spPr>
          <a:xfrm>
            <a:off x="6060165" y="2671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4" name="Google Shape;124;p18"/>
          <p:cNvSpPr txBox="1">
            <a:spLocks noGrp="1"/>
          </p:cNvSpPr>
          <p:nvPr>
            <p:ph type="title" idx="16" hasCustomPrompt="1"/>
          </p:nvPr>
        </p:nvSpPr>
        <p:spPr>
          <a:xfrm>
            <a:off x="7579635" y="4966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5" name="Google Shape;125;p18"/>
          <p:cNvSpPr txBox="1">
            <a:spLocks noGrp="1"/>
          </p:cNvSpPr>
          <p:nvPr>
            <p:ph type="title" idx="17" hasCustomPrompt="1"/>
          </p:nvPr>
        </p:nvSpPr>
        <p:spPr>
          <a:xfrm>
            <a:off x="4370933" y="4966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6" name="Google Shape;126;p18"/>
          <p:cNvSpPr txBox="1">
            <a:spLocks noGrp="1"/>
          </p:cNvSpPr>
          <p:nvPr>
            <p:ph type="title" idx="18" hasCustomPrompt="1"/>
          </p:nvPr>
        </p:nvSpPr>
        <p:spPr>
          <a:xfrm>
            <a:off x="1163500" y="4966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Tree>
    <p:extLst>
      <p:ext uri="{BB962C8B-B14F-4D97-AF65-F5344CB8AC3E}">
        <p14:creationId xmlns:p14="http://schemas.microsoft.com/office/powerpoint/2010/main" val="6286853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Five columns 2">
  <p:cSld name="Title and Five columns 2">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29" name="Google Shape;129;p19"/>
          <p:cNvSpPr txBox="1">
            <a:spLocks noGrp="1"/>
          </p:cNvSpPr>
          <p:nvPr>
            <p:ph type="subTitle" idx="1"/>
          </p:nvPr>
        </p:nvSpPr>
        <p:spPr>
          <a:xfrm>
            <a:off x="5120200" y="1935833"/>
            <a:ext cx="19520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0" name="Google Shape;130;p19"/>
          <p:cNvSpPr txBox="1">
            <a:spLocks noGrp="1"/>
          </p:cNvSpPr>
          <p:nvPr>
            <p:ph type="title" idx="2" hasCustomPrompt="1"/>
          </p:nvPr>
        </p:nvSpPr>
        <p:spPr>
          <a:xfrm>
            <a:off x="5120200" y="4284333"/>
            <a:ext cx="19520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31" name="Google Shape;131;p19"/>
          <p:cNvSpPr txBox="1">
            <a:spLocks noGrp="1"/>
          </p:cNvSpPr>
          <p:nvPr>
            <p:ph type="subTitle" idx="3"/>
          </p:nvPr>
        </p:nvSpPr>
        <p:spPr>
          <a:xfrm>
            <a:off x="5119900"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32" name="Google Shape;132;p19"/>
          <p:cNvSpPr txBox="1">
            <a:spLocks noGrp="1"/>
          </p:cNvSpPr>
          <p:nvPr>
            <p:ph type="subTitle" idx="4"/>
          </p:nvPr>
        </p:nvSpPr>
        <p:spPr>
          <a:xfrm>
            <a:off x="9280000" y="1935833"/>
            <a:ext cx="19520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3" name="Google Shape;133;p19"/>
          <p:cNvSpPr txBox="1">
            <a:spLocks noGrp="1"/>
          </p:cNvSpPr>
          <p:nvPr>
            <p:ph type="title" idx="5" hasCustomPrompt="1"/>
          </p:nvPr>
        </p:nvSpPr>
        <p:spPr>
          <a:xfrm>
            <a:off x="9280000" y="4284333"/>
            <a:ext cx="19520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34" name="Google Shape;134;p19"/>
          <p:cNvSpPr txBox="1">
            <a:spLocks noGrp="1"/>
          </p:cNvSpPr>
          <p:nvPr>
            <p:ph type="subTitle" idx="6"/>
          </p:nvPr>
        </p:nvSpPr>
        <p:spPr>
          <a:xfrm>
            <a:off x="9280000"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35" name="Google Shape;135;p19"/>
          <p:cNvSpPr txBox="1">
            <a:spLocks noGrp="1"/>
          </p:cNvSpPr>
          <p:nvPr>
            <p:ph type="subTitle" idx="7"/>
          </p:nvPr>
        </p:nvSpPr>
        <p:spPr>
          <a:xfrm>
            <a:off x="7200100" y="1935833"/>
            <a:ext cx="19520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6" name="Google Shape;136;p19"/>
          <p:cNvSpPr txBox="1">
            <a:spLocks noGrp="1"/>
          </p:cNvSpPr>
          <p:nvPr>
            <p:ph type="title" idx="8" hasCustomPrompt="1"/>
          </p:nvPr>
        </p:nvSpPr>
        <p:spPr>
          <a:xfrm>
            <a:off x="7200100" y="4284333"/>
            <a:ext cx="19520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37" name="Google Shape;137;p19"/>
          <p:cNvSpPr txBox="1">
            <a:spLocks noGrp="1"/>
          </p:cNvSpPr>
          <p:nvPr>
            <p:ph type="subTitle" idx="9"/>
          </p:nvPr>
        </p:nvSpPr>
        <p:spPr>
          <a:xfrm>
            <a:off x="7199951"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38" name="Google Shape;138;p19"/>
          <p:cNvSpPr txBox="1">
            <a:spLocks noGrp="1"/>
          </p:cNvSpPr>
          <p:nvPr>
            <p:ph type="subTitle" idx="13"/>
          </p:nvPr>
        </p:nvSpPr>
        <p:spPr>
          <a:xfrm>
            <a:off x="3039900" y="1935833"/>
            <a:ext cx="19524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9" name="Google Shape;139;p19"/>
          <p:cNvSpPr txBox="1">
            <a:spLocks noGrp="1"/>
          </p:cNvSpPr>
          <p:nvPr>
            <p:ph type="title" idx="14" hasCustomPrompt="1"/>
          </p:nvPr>
        </p:nvSpPr>
        <p:spPr>
          <a:xfrm>
            <a:off x="3039900" y="4284333"/>
            <a:ext cx="19524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40" name="Google Shape;140;p19"/>
          <p:cNvSpPr txBox="1">
            <a:spLocks noGrp="1"/>
          </p:cNvSpPr>
          <p:nvPr>
            <p:ph type="subTitle" idx="15"/>
          </p:nvPr>
        </p:nvSpPr>
        <p:spPr>
          <a:xfrm>
            <a:off x="3039851"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41" name="Google Shape;141;p19"/>
          <p:cNvSpPr txBox="1">
            <a:spLocks noGrp="1"/>
          </p:cNvSpPr>
          <p:nvPr>
            <p:ph type="subTitle" idx="16"/>
          </p:nvPr>
        </p:nvSpPr>
        <p:spPr>
          <a:xfrm>
            <a:off x="959600" y="1935833"/>
            <a:ext cx="19524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42" name="Google Shape;142;p19"/>
          <p:cNvSpPr txBox="1">
            <a:spLocks noGrp="1"/>
          </p:cNvSpPr>
          <p:nvPr>
            <p:ph type="title" idx="17" hasCustomPrompt="1"/>
          </p:nvPr>
        </p:nvSpPr>
        <p:spPr>
          <a:xfrm>
            <a:off x="959600" y="4284333"/>
            <a:ext cx="19524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43" name="Google Shape;143;p19"/>
          <p:cNvSpPr txBox="1">
            <a:spLocks noGrp="1"/>
          </p:cNvSpPr>
          <p:nvPr>
            <p:ph type="subTitle" idx="18"/>
          </p:nvPr>
        </p:nvSpPr>
        <p:spPr>
          <a:xfrm>
            <a:off x="959800"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11470548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44"/>
        <p:cNvGrpSpPr/>
        <p:nvPr/>
      </p:nvGrpSpPr>
      <p:grpSpPr>
        <a:xfrm>
          <a:off x="0" y="0"/>
          <a:ext cx="0" cy="0"/>
          <a:chOff x="0" y="0"/>
          <a:chExt cx="0" cy="0"/>
        </a:xfrm>
      </p:grpSpPr>
      <p:sp>
        <p:nvSpPr>
          <p:cNvPr id="145" name="Google Shape;145;p20"/>
          <p:cNvSpPr txBox="1">
            <a:spLocks noGrp="1"/>
          </p:cNvSpPr>
          <p:nvPr>
            <p:ph type="title"/>
          </p:nvPr>
        </p:nvSpPr>
        <p:spPr>
          <a:xfrm>
            <a:off x="7257600" y="2356800"/>
            <a:ext cx="3974400" cy="1083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6" name="Google Shape;146;p20"/>
          <p:cNvSpPr txBox="1">
            <a:spLocks noGrp="1"/>
          </p:cNvSpPr>
          <p:nvPr>
            <p:ph type="subTitle" idx="1"/>
          </p:nvPr>
        </p:nvSpPr>
        <p:spPr>
          <a:xfrm>
            <a:off x="7257400" y="3429000"/>
            <a:ext cx="3974400" cy="27056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sz="1333"/>
            </a:lvl1pPr>
            <a:lvl2pPr lvl="1" rtl="0">
              <a:lnSpc>
                <a:spcPct val="100000"/>
              </a:lnSpc>
              <a:spcBef>
                <a:spcPts val="2133"/>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47" name="Google Shape;147;p20"/>
          <p:cNvSpPr/>
          <p:nvPr/>
        </p:nvSpPr>
        <p:spPr>
          <a:xfrm>
            <a:off x="0" y="817508"/>
            <a:ext cx="6490400" cy="6052000"/>
          </a:xfrm>
          <a:custGeom>
            <a:avLst/>
            <a:gdLst/>
            <a:ahLst/>
            <a:cxnLst/>
            <a:rect l="l" t="t" r="r" b="b"/>
            <a:pathLst>
              <a:path w="194712" h="181560" extrusionOk="0">
                <a:moveTo>
                  <a:pt x="106727" y="133"/>
                </a:moveTo>
                <a:cubicBezTo>
                  <a:pt x="126954" y="1419"/>
                  <a:pt x="145341" y="13241"/>
                  <a:pt x="158826" y="28390"/>
                </a:cubicBezTo>
                <a:cubicBezTo>
                  <a:pt x="164814" y="35110"/>
                  <a:pt x="170004" y="42518"/>
                  <a:pt x="174706" y="50214"/>
                </a:cubicBezTo>
                <a:cubicBezTo>
                  <a:pt x="184665" y="66538"/>
                  <a:pt x="191584" y="81287"/>
                  <a:pt x="193314" y="100450"/>
                </a:cubicBezTo>
                <a:cubicBezTo>
                  <a:pt x="194712" y="116109"/>
                  <a:pt x="192871" y="131922"/>
                  <a:pt x="188235" y="146916"/>
                </a:cubicBezTo>
                <a:cubicBezTo>
                  <a:pt x="184842" y="157894"/>
                  <a:pt x="180051" y="168407"/>
                  <a:pt x="173974" y="178188"/>
                </a:cubicBezTo>
                <a:cubicBezTo>
                  <a:pt x="173708" y="178610"/>
                  <a:pt x="172111" y="181427"/>
                  <a:pt x="172111" y="181427"/>
                </a:cubicBezTo>
                <a:lnTo>
                  <a:pt x="0" y="181560"/>
                </a:lnTo>
                <a:lnTo>
                  <a:pt x="155" y="27635"/>
                </a:lnTo>
                <a:cubicBezTo>
                  <a:pt x="155" y="27635"/>
                  <a:pt x="14394" y="23266"/>
                  <a:pt x="21580" y="21115"/>
                </a:cubicBezTo>
                <a:cubicBezTo>
                  <a:pt x="35820" y="16878"/>
                  <a:pt x="50103" y="12465"/>
                  <a:pt x="64298" y="7962"/>
                </a:cubicBezTo>
                <a:cubicBezTo>
                  <a:pt x="76851" y="4014"/>
                  <a:pt x="89715" y="0"/>
                  <a:pt x="102801" y="0"/>
                </a:cubicBezTo>
                <a:cubicBezTo>
                  <a:pt x="104109" y="0"/>
                  <a:pt x="105418" y="44"/>
                  <a:pt x="106727" y="133"/>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2976964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50" name="Google Shape;150;p21"/>
          <p:cNvSpPr txBox="1">
            <a:spLocks noGrp="1"/>
          </p:cNvSpPr>
          <p:nvPr>
            <p:ph type="subTitle" idx="1"/>
          </p:nvPr>
        </p:nvSpPr>
        <p:spPr>
          <a:xfrm>
            <a:off x="4640433" y="2105800"/>
            <a:ext cx="3799600" cy="8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51" name="Google Shape;151;p21"/>
          <p:cNvSpPr txBox="1">
            <a:spLocks noGrp="1"/>
          </p:cNvSpPr>
          <p:nvPr>
            <p:ph type="subTitle" idx="2"/>
          </p:nvPr>
        </p:nvSpPr>
        <p:spPr>
          <a:xfrm>
            <a:off x="8626067" y="2101633"/>
            <a:ext cx="2606000" cy="855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52" name="Google Shape;152;p21"/>
          <p:cNvSpPr/>
          <p:nvPr/>
        </p:nvSpPr>
        <p:spPr>
          <a:xfrm>
            <a:off x="1267" y="2918167"/>
            <a:ext cx="3979603" cy="3936381"/>
          </a:xfrm>
          <a:custGeom>
            <a:avLst/>
            <a:gdLst/>
            <a:ahLst/>
            <a:cxnLst/>
            <a:rect l="l" t="t" r="r" b="b"/>
            <a:pathLst>
              <a:path w="95457" h="92115" extrusionOk="0">
                <a:moveTo>
                  <a:pt x="0" y="17"/>
                </a:moveTo>
                <a:cubicBezTo>
                  <a:pt x="7235" y="317"/>
                  <a:pt x="19533" y="5414"/>
                  <a:pt x="26183" y="34169"/>
                </a:cubicBezTo>
                <a:cubicBezTo>
                  <a:pt x="33869" y="67319"/>
                  <a:pt x="55974" y="71780"/>
                  <a:pt x="65281" y="72147"/>
                </a:cubicBezTo>
                <a:cubicBezTo>
                  <a:pt x="70728" y="72365"/>
                  <a:pt x="76091" y="73551"/>
                  <a:pt x="80953" y="75840"/>
                </a:cubicBezTo>
                <a:cubicBezTo>
                  <a:pt x="87369" y="78864"/>
                  <a:pt x="94303" y="83960"/>
                  <a:pt x="95456" y="92114"/>
                </a:cubicBezTo>
                <a:lnTo>
                  <a:pt x="0" y="92114"/>
                </a:lnTo>
                <a:cubicBezTo>
                  <a:pt x="0" y="92114"/>
                  <a:pt x="0" y="0"/>
                  <a:pt x="0" y="17"/>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53" name="Google Shape;153;p21"/>
          <p:cNvSpPr txBox="1">
            <a:spLocks noGrp="1"/>
          </p:cNvSpPr>
          <p:nvPr>
            <p:ph type="subTitle" idx="3"/>
          </p:nvPr>
        </p:nvSpPr>
        <p:spPr>
          <a:xfrm>
            <a:off x="4640433" y="3506612"/>
            <a:ext cx="3799600" cy="8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54" name="Google Shape;154;p21"/>
          <p:cNvSpPr txBox="1">
            <a:spLocks noGrp="1"/>
          </p:cNvSpPr>
          <p:nvPr>
            <p:ph type="subTitle" idx="4"/>
          </p:nvPr>
        </p:nvSpPr>
        <p:spPr>
          <a:xfrm>
            <a:off x="8626067" y="3508717"/>
            <a:ext cx="2606000" cy="855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55" name="Google Shape;155;p21"/>
          <p:cNvSpPr txBox="1">
            <a:spLocks noGrp="1"/>
          </p:cNvSpPr>
          <p:nvPr>
            <p:ph type="subTitle" idx="5"/>
          </p:nvPr>
        </p:nvSpPr>
        <p:spPr>
          <a:xfrm>
            <a:off x="4640433" y="4917933"/>
            <a:ext cx="3799600" cy="8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56" name="Google Shape;156;p21"/>
          <p:cNvSpPr txBox="1">
            <a:spLocks noGrp="1"/>
          </p:cNvSpPr>
          <p:nvPr>
            <p:ph type="subTitle" idx="6"/>
          </p:nvPr>
        </p:nvSpPr>
        <p:spPr>
          <a:xfrm>
            <a:off x="8626067" y="4917967"/>
            <a:ext cx="2606000" cy="855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21509545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157"/>
        <p:cNvGrpSpPr/>
        <p:nvPr/>
      </p:nvGrpSpPr>
      <p:grpSpPr>
        <a:xfrm>
          <a:off x="0" y="0"/>
          <a:ext cx="0" cy="0"/>
          <a:chOff x="0" y="0"/>
          <a:chExt cx="0" cy="0"/>
        </a:xfrm>
      </p:grpSpPr>
      <p:sp>
        <p:nvSpPr>
          <p:cNvPr id="158" name="Google Shape;158;p22"/>
          <p:cNvSpPr/>
          <p:nvPr/>
        </p:nvSpPr>
        <p:spPr>
          <a:xfrm>
            <a:off x="-1131" y="2232243"/>
            <a:ext cx="7211549" cy="821164"/>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59" name="Google Shape;159;p22"/>
          <p:cNvSpPr/>
          <p:nvPr/>
        </p:nvSpPr>
        <p:spPr>
          <a:xfrm>
            <a:off x="-1131" y="3401327"/>
            <a:ext cx="7211549" cy="821164"/>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60" name="Google Shape;160;p22"/>
          <p:cNvSpPr/>
          <p:nvPr/>
        </p:nvSpPr>
        <p:spPr>
          <a:xfrm>
            <a:off x="-1131" y="4570194"/>
            <a:ext cx="7211549" cy="821164"/>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61" name="Google Shape;161;p22"/>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62" name="Google Shape;162;p22"/>
          <p:cNvSpPr txBox="1">
            <a:spLocks noGrp="1"/>
          </p:cNvSpPr>
          <p:nvPr>
            <p:ph type="title" idx="2" hasCustomPrompt="1"/>
          </p:nvPr>
        </p:nvSpPr>
        <p:spPr>
          <a:xfrm>
            <a:off x="5108400" y="2232400"/>
            <a:ext cx="1992400" cy="8212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63" name="Google Shape;163;p22"/>
          <p:cNvSpPr txBox="1">
            <a:spLocks noGrp="1"/>
          </p:cNvSpPr>
          <p:nvPr>
            <p:ph type="subTitle" idx="1"/>
          </p:nvPr>
        </p:nvSpPr>
        <p:spPr>
          <a:xfrm>
            <a:off x="7257600" y="2232200"/>
            <a:ext cx="3974400" cy="82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4" name="Google Shape;164;p22"/>
          <p:cNvSpPr txBox="1">
            <a:spLocks noGrp="1"/>
          </p:cNvSpPr>
          <p:nvPr>
            <p:ph type="title" idx="3" hasCustomPrompt="1"/>
          </p:nvPr>
        </p:nvSpPr>
        <p:spPr>
          <a:xfrm>
            <a:off x="5108400" y="3401300"/>
            <a:ext cx="1992400" cy="8212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65" name="Google Shape;165;p22"/>
          <p:cNvSpPr txBox="1">
            <a:spLocks noGrp="1"/>
          </p:cNvSpPr>
          <p:nvPr>
            <p:ph type="subTitle" idx="4"/>
          </p:nvPr>
        </p:nvSpPr>
        <p:spPr>
          <a:xfrm>
            <a:off x="7257600" y="3401100"/>
            <a:ext cx="3974400" cy="82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6" name="Google Shape;166;p22"/>
          <p:cNvSpPr txBox="1">
            <a:spLocks noGrp="1"/>
          </p:cNvSpPr>
          <p:nvPr>
            <p:ph type="title" idx="5" hasCustomPrompt="1"/>
          </p:nvPr>
        </p:nvSpPr>
        <p:spPr>
          <a:xfrm>
            <a:off x="5108400" y="4570433"/>
            <a:ext cx="1992400" cy="8212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67" name="Google Shape;167;p22"/>
          <p:cNvSpPr txBox="1">
            <a:spLocks noGrp="1"/>
          </p:cNvSpPr>
          <p:nvPr>
            <p:ph type="subTitle" idx="6"/>
          </p:nvPr>
        </p:nvSpPr>
        <p:spPr>
          <a:xfrm>
            <a:off x="7257600" y="4570233"/>
            <a:ext cx="3974400" cy="82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4658177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70" name="Google Shape;170;p23"/>
          <p:cNvSpPr txBox="1">
            <a:spLocks noGrp="1"/>
          </p:cNvSpPr>
          <p:nvPr>
            <p:ph type="subTitle" idx="1"/>
          </p:nvPr>
        </p:nvSpPr>
        <p:spPr>
          <a:xfrm>
            <a:off x="960104" y="1558400"/>
            <a:ext cx="2710000" cy="2780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1" name="Google Shape;171;p23"/>
          <p:cNvSpPr txBox="1">
            <a:spLocks noGrp="1"/>
          </p:cNvSpPr>
          <p:nvPr>
            <p:ph type="subTitle" idx="2"/>
          </p:nvPr>
        </p:nvSpPr>
        <p:spPr>
          <a:xfrm>
            <a:off x="960000" y="1867017"/>
            <a:ext cx="2710000" cy="7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2" name="Google Shape;172;p23"/>
          <p:cNvSpPr txBox="1">
            <a:spLocks noGrp="1"/>
          </p:cNvSpPr>
          <p:nvPr>
            <p:ph type="subTitle" idx="3"/>
          </p:nvPr>
        </p:nvSpPr>
        <p:spPr>
          <a:xfrm>
            <a:off x="960104" y="3060199"/>
            <a:ext cx="2710000" cy="2780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3" name="Google Shape;173;p23"/>
          <p:cNvSpPr txBox="1">
            <a:spLocks noGrp="1"/>
          </p:cNvSpPr>
          <p:nvPr>
            <p:ph type="subTitle" idx="4"/>
          </p:nvPr>
        </p:nvSpPr>
        <p:spPr>
          <a:xfrm>
            <a:off x="960000" y="3369016"/>
            <a:ext cx="2710000" cy="7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4" name="Google Shape;174;p23"/>
          <p:cNvSpPr txBox="1">
            <a:spLocks noGrp="1"/>
          </p:cNvSpPr>
          <p:nvPr>
            <p:ph type="subTitle" idx="5"/>
          </p:nvPr>
        </p:nvSpPr>
        <p:spPr>
          <a:xfrm>
            <a:off x="960104" y="4561996"/>
            <a:ext cx="2710000" cy="2780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5" name="Google Shape;175;p23"/>
          <p:cNvSpPr txBox="1">
            <a:spLocks noGrp="1"/>
          </p:cNvSpPr>
          <p:nvPr>
            <p:ph type="subTitle" idx="6"/>
          </p:nvPr>
        </p:nvSpPr>
        <p:spPr>
          <a:xfrm>
            <a:off x="960000" y="4870831"/>
            <a:ext cx="2710000" cy="7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6" name="Google Shape;176;p23"/>
          <p:cNvSpPr/>
          <p:nvPr/>
        </p:nvSpPr>
        <p:spPr>
          <a:xfrm>
            <a:off x="2722194" y="4847749"/>
            <a:ext cx="7523588" cy="2006416"/>
          </a:xfrm>
          <a:custGeom>
            <a:avLst/>
            <a:gdLst/>
            <a:ahLst/>
            <a:cxnLst/>
            <a:rect l="l" t="t" r="r" b="b"/>
            <a:pathLst>
              <a:path w="176059" h="46952" extrusionOk="0">
                <a:moveTo>
                  <a:pt x="1" y="46951"/>
                </a:moveTo>
                <a:cubicBezTo>
                  <a:pt x="1" y="46951"/>
                  <a:pt x="4211" y="34119"/>
                  <a:pt x="27603" y="31395"/>
                </a:cubicBezTo>
                <a:cubicBezTo>
                  <a:pt x="41471" y="29791"/>
                  <a:pt x="48506" y="23609"/>
                  <a:pt x="51948" y="18864"/>
                </a:cubicBezTo>
                <a:cubicBezTo>
                  <a:pt x="55924" y="13367"/>
                  <a:pt x="61338" y="9090"/>
                  <a:pt x="67604" y="6500"/>
                </a:cubicBezTo>
                <a:cubicBezTo>
                  <a:pt x="72399" y="4511"/>
                  <a:pt x="78163" y="2607"/>
                  <a:pt x="84195" y="1754"/>
                </a:cubicBezTo>
                <a:cubicBezTo>
                  <a:pt x="96760" y="0"/>
                  <a:pt x="108807" y="7352"/>
                  <a:pt x="112984" y="19332"/>
                </a:cubicBezTo>
                <a:cubicBezTo>
                  <a:pt x="114287" y="23108"/>
                  <a:pt x="118849" y="27051"/>
                  <a:pt x="123460" y="27853"/>
                </a:cubicBezTo>
                <a:cubicBezTo>
                  <a:pt x="134321" y="29725"/>
                  <a:pt x="153536" y="33902"/>
                  <a:pt x="153536" y="33902"/>
                </a:cubicBezTo>
                <a:cubicBezTo>
                  <a:pt x="153536" y="33902"/>
                  <a:pt x="173920" y="37661"/>
                  <a:pt x="176059" y="46951"/>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77" name="Google Shape;177;p23"/>
          <p:cNvSpPr txBox="1">
            <a:spLocks noGrp="1"/>
          </p:cNvSpPr>
          <p:nvPr>
            <p:ph type="subTitle" idx="7"/>
          </p:nvPr>
        </p:nvSpPr>
        <p:spPr>
          <a:xfrm>
            <a:off x="8522000" y="1558400"/>
            <a:ext cx="27100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8" name="Google Shape;178;p23"/>
          <p:cNvSpPr txBox="1">
            <a:spLocks noGrp="1"/>
          </p:cNvSpPr>
          <p:nvPr>
            <p:ph type="subTitle" idx="8"/>
          </p:nvPr>
        </p:nvSpPr>
        <p:spPr>
          <a:xfrm>
            <a:off x="8522000" y="1873101"/>
            <a:ext cx="2710000" cy="7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9" name="Google Shape;179;p23"/>
          <p:cNvSpPr txBox="1">
            <a:spLocks noGrp="1"/>
          </p:cNvSpPr>
          <p:nvPr>
            <p:ph type="subTitle" idx="9"/>
          </p:nvPr>
        </p:nvSpPr>
        <p:spPr>
          <a:xfrm>
            <a:off x="8522000" y="3060199"/>
            <a:ext cx="27100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80" name="Google Shape;180;p23"/>
          <p:cNvSpPr txBox="1">
            <a:spLocks noGrp="1"/>
          </p:cNvSpPr>
          <p:nvPr>
            <p:ph type="subTitle" idx="13"/>
          </p:nvPr>
        </p:nvSpPr>
        <p:spPr>
          <a:xfrm>
            <a:off x="8522000" y="3371965"/>
            <a:ext cx="2710000" cy="7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81" name="Google Shape;181;p23"/>
          <p:cNvSpPr txBox="1">
            <a:spLocks noGrp="1"/>
          </p:cNvSpPr>
          <p:nvPr>
            <p:ph type="subTitle" idx="14"/>
          </p:nvPr>
        </p:nvSpPr>
        <p:spPr>
          <a:xfrm>
            <a:off x="8522000" y="4561996"/>
            <a:ext cx="27100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82" name="Google Shape;182;p23"/>
          <p:cNvSpPr txBox="1">
            <a:spLocks noGrp="1"/>
          </p:cNvSpPr>
          <p:nvPr>
            <p:ph type="subTitle" idx="15"/>
          </p:nvPr>
        </p:nvSpPr>
        <p:spPr>
          <a:xfrm>
            <a:off x="8522000" y="4870831"/>
            <a:ext cx="2710000" cy="7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6217428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Four columns">
  <p:cSld name="1_Title and Four columns">
    <p:spTree>
      <p:nvGrpSpPr>
        <p:cNvPr id="1" name="Shape 183"/>
        <p:cNvGrpSpPr/>
        <p:nvPr/>
      </p:nvGrpSpPr>
      <p:grpSpPr>
        <a:xfrm>
          <a:off x="0" y="0"/>
          <a:ext cx="0" cy="0"/>
          <a:chOff x="0" y="0"/>
          <a:chExt cx="0" cy="0"/>
        </a:xfrm>
      </p:grpSpPr>
      <p:sp>
        <p:nvSpPr>
          <p:cNvPr id="184" name="Google Shape;184;p24"/>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85" name="Google Shape;185;p24"/>
          <p:cNvSpPr/>
          <p:nvPr/>
        </p:nvSpPr>
        <p:spPr>
          <a:xfrm>
            <a:off x="9109181" y="4885785"/>
            <a:ext cx="3082441" cy="1971460"/>
          </a:xfrm>
          <a:custGeom>
            <a:avLst/>
            <a:gdLst/>
            <a:ahLst/>
            <a:cxnLst/>
            <a:rect l="l" t="t" r="r" b="b"/>
            <a:pathLst>
              <a:path w="72132" h="46134" extrusionOk="0">
                <a:moveTo>
                  <a:pt x="72131" y="18"/>
                </a:moveTo>
                <a:cubicBezTo>
                  <a:pt x="67069" y="168"/>
                  <a:pt x="58464" y="2758"/>
                  <a:pt x="53785" y="17411"/>
                </a:cubicBezTo>
                <a:cubicBezTo>
                  <a:pt x="48171" y="35055"/>
                  <a:pt x="31747" y="37361"/>
                  <a:pt x="24646" y="36325"/>
                </a:cubicBezTo>
                <a:cubicBezTo>
                  <a:pt x="20819" y="35757"/>
                  <a:pt x="15656" y="36325"/>
                  <a:pt x="12532" y="37161"/>
                </a:cubicBezTo>
                <a:cubicBezTo>
                  <a:pt x="6834" y="38681"/>
                  <a:pt x="1" y="46133"/>
                  <a:pt x="1" y="46133"/>
                </a:cubicBezTo>
                <a:lnTo>
                  <a:pt x="72081" y="46133"/>
                </a:lnTo>
                <a:cubicBezTo>
                  <a:pt x="72081" y="46133"/>
                  <a:pt x="72131" y="1"/>
                  <a:pt x="72131" y="18"/>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86" name="Google Shape;186;p24"/>
          <p:cNvSpPr/>
          <p:nvPr/>
        </p:nvSpPr>
        <p:spPr>
          <a:xfrm>
            <a:off x="527" y="3714806"/>
            <a:ext cx="2034235" cy="3142439"/>
          </a:xfrm>
          <a:custGeom>
            <a:avLst/>
            <a:gdLst/>
            <a:ahLst/>
            <a:cxnLst/>
            <a:rect l="l" t="t" r="r" b="b"/>
            <a:pathLst>
              <a:path w="47603" h="73536" extrusionOk="0">
                <a:moveTo>
                  <a:pt x="47586" y="73535"/>
                </a:moveTo>
                <a:cubicBezTo>
                  <a:pt x="47436" y="68172"/>
                  <a:pt x="44796" y="59065"/>
                  <a:pt x="29942" y="54136"/>
                </a:cubicBezTo>
                <a:cubicBezTo>
                  <a:pt x="12081" y="48205"/>
                  <a:pt x="14203" y="19466"/>
                  <a:pt x="13551" y="16074"/>
                </a:cubicBezTo>
                <a:cubicBezTo>
                  <a:pt x="12365" y="9959"/>
                  <a:pt x="9992" y="2290"/>
                  <a:pt x="184" y="1"/>
                </a:cubicBezTo>
                <a:cubicBezTo>
                  <a:pt x="151" y="101"/>
                  <a:pt x="0" y="73535"/>
                  <a:pt x="0" y="73535"/>
                </a:cubicBezTo>
                <a:cubicBezTo>
                  <a:pt x="0" y="73535"/>
                  <a:pt x="47603" y="73535"/>
                  <a:pt x="47586" y="73535"/>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87" name="Google Shape;187;p24"/>
          <p:cNvSpPr txBox="1">
            <a:spLocks noGrp="1"/>
          </p:cNvSpPr>
          <p:nvPr>
            <p:ph type="subTitle" idx="1"/>
          </p:nvPr>
        </p:nvSpPr>
        <p:spPr>
          <a:xfrm>
            <a:off x="2780200" y="1936000"/>
            <a:ext cx="1811200" cy="668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88" name="Google Shape;188;p24"/>
          <p:cNvSpPr txBox="1">
            <a:spLocks noGrp="1"/>
          </p:cNvSpPr>
          <p:nvPr>
            <p:ph type="subTitle" idx="2"/>
          </p:nvPr>
        </p:nvSpPr>
        <p:spPr>
          <a:xfrm>
            <a:off x="7370200" y="1935800"/>
            <a:ext cx="24180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89" name="Google Shape;189;p24"/>
          <p:cNvSpPr txBox="1">
            <a:spLocks noGrp="1"/>
          </p:cNvSpPr>
          <p:nvPr>
            <p:ph type="subTitle" idx="3"/>
          </p:nvPr>
        </p:nvSpPr>
        <p:spPr>
          <a:xfrm>
            <a:off x="2780200" y="3985352"/>
            <a:ext cx="1811200" cy="668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90" name="Google Shape;190;p24"/>
          <p:cNvSpPr txBox="1">
            <a:spLocks noGrp="1"/>
          </p:cNvSpPr>
          <p:nvPr>
            <p:ph type="subTitle" idx="4"/>
          </p:nvPr>
        </p:nvSpPr>
        <p:spPr>
          <a:xfrm>
            <a:off x="7370200" y="3985152"/>
            <a:ext cx="24180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91" name="Google Shape;191;p24"/>
          <p:cNvSpPr txBox="1">
            <a:spLocks noGrp="1"/>
          </p:cNvSpPr>
          <p:nvPr>
            <p:ph type="subTitle" idx="5"/>
          </p:nvPr>
        </p:nvSpPr>
        <p:spPr>
          <a:xfrm>
            <a:off x="7976667" y="2960560"/>
            <a:ext cx="1811200" cy="6688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92" name="Google Shape;192;p24"/>
          <p:cNvSpPr txBox="1">
            <a:spLocks noGrp="1"/>
          </p:cNvSpPr>
          <p:nvPr>
            <p:ph type="subTitle" idx="6"/>
          </p:nvPr>
        </p:nvSpPr>
        <p:spPr>
          <a:xfrm>
            <a:off x="2780200" y="2960360"/>
            <a:ext cx="24180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93" name="Google Shape;193;p24"/>
          <p:cNvSpPr txBox="1">
            <a:spLocks noGrp="1"/>
          </p:cNvSpPr>
          <p:nvPr>
            <p:ph type="subTitle" idx="7"/>
          </p:nvPr>
        </p:nvSpPr>
        <p:spPr>
          <a:xfrm>
            <a:off x="7976667" y="5010545"/>
            <a:ext cx="1811200" cy="6688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94" name="Google Shape;194;p24"/>
          <p:cNvSpPr txBox="1">
            <a:spLocks noGrp="1"/>
          </p:cNvSpPr>
          <p:nvPr>
            <p:ph type="subTitle" idx="8"/>
          </p:nvPr>
        </p:nvSpPr>
        <p:spPr>
          <a:xfrm>
            <a:off x="2780200" y="5010345"/>
            <a:ext cx="24180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1339314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Main point">
  <p:cSld name="1_Main point">
    <p:spTree>
      <p:nvGrpSpPr>
        <p:cNvPr id="1" name="Shape 195"/>
        <p:cNvGrpSpPr/>
        <p:nvPr/>
      </p:nvGrpSpPr>
      <p:grpSpPr>
        <a:xfrm>
          <a:off x="0" y="0"/>
          <a:ext cx="0" cy="0"/>
          <a:chOff x="0" y="0"/>
          <a:chExt cx="0" cy="0"/>
        </a:xfrm>
      </p:grpSpPr>
      <p:sp>
        <p:nvSpPr>
          <p:cNvPr id="196" name="Google Shape;196;p25"/>
          <p:cNvSpPr txBox="1">
            <a:spLocks noGrp="1"/>
          </p:cNvSpPr>
          <p:nvPr>
            <p:ph type="ctrTitle"/>
          </p:nvPr>
        </p:nvSpPr>
        <p:spPr>
          <a:xfrm>
            <a:off x="960000" y="720000"/>
            <a:ext cx="6297600" cy="541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9466"/>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Tree>
    <p:extLst>
      <p:ext uri="{BB962C8B-B14F-4D97-AF65-F5344CB8AC3E}">
        <p14:creationId xmlns:p14="http://schemas.microsoft.com/office/powerpoint/2010/main" val="696799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six columns">
  <p:cSld name="1_Title and six columns">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99" name="Google Shape;199;p26"/>
          <p:cNvSpPr txBox="1">
            <a:spLocks noGrp="1"/>
          </p:cNvSpPr>
          <p:nvPr>
            <p:ph type="subTitle" idx="1"/>
          </p:nvPr>
        </p:nvSpPr>
        <p:spPr>
          <a:xfrm>
            <a:off x="960000" y="3049733"/>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0" name="Google Shape;200;p26"/>
          <p:cNvSpPr txBox="1">
            <a:spLocks noGrp="1"/>
          </p:cNvSpPr>
          <p:nvPr>
            <p:ph type="subTitle" idx="2"/>
          </p:nvPr>
        </p:nvSpPr>
        <p:spPr>
          <a:xfrm>
            <a:off x="960000" y="1984400"/>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1" name="Google Shape;201;p26"/>
          <p:cNvSpPr txBox="1">
            <a:spLocks noGrp="1"/>
          </p:cNvSpPr>
          <p:nvPr>
            <p:ph type="subTitle" idx="3"/>
          </p:nvPr>
        </p:nvSpPr>
        <p:spPr>
          <a:xfrm>
            <a:off x="960000" y="4115067"/>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2" name="Google Shape;202;p26"/>
          <p:cNvSpPr txBox="1">
            <a:spLocks noGrp="1"/>
          </p:cNvSpPr>
          <p:nvPr>
            <p:ph type="subTitle" idx="4"/>
          </p:nvPr>
        </p:nvSpPr>
        <p:spPr>
          <a:xfrm>
            <a:off x="960000" y="5180400"/>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3" name="Google Shape;203;p26"/>
          <p:cNvSpPr txBox="1">
            <a:spLocks noGrp="1"/>
          </p:cNvSpPr>
          <p:nvPr>
            <p:ph type="subTitle" idx="5"/>
          </p:nvPr>
        </p:nvSpPr>
        <p:spPr>
          <a:xfrm>
            <a:off x="8733200" y="3049733"/>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04" name="Google Shape;204;p26"/>
          <p:cNvSpPr txBox="1">
            <a:spLocks noGrp="1"/>
          </p:cNvSpPr>
          <p:nvPr>
            <p:ph type="subTitle" idx="6"/>
          </p:nvPr>
        </p:nvSpPr>
        <p:spPr>
          <a:xfrm>
            <a:off x="8733200" y="1984400"/>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05" name="Google Shape;205;p26"/>
          <p:cNvSpPr txBox="1">
            <a:spLocks noGrp="1"/>
          </p:cNvSpPr>
          <p:nvPr>
            <p:ph type="subTitle" idx="7"/>
          </p:nvPr>
        </p:nvSpPr>
        <p:spPr>
          <a:xfrm>
            <a:off x="8733200" y="4115067"/>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06" name="Google Shape;206;p26"/>
          <p:cNvSpPr txBox="1">
            <a:spLocks noGrp="1"/>
          </p:cNvSpPr>
          <p:nvPr>
            <p:ph type="subTitle" idx="8"/>
          </p:nvPr>
        </p:nvSpPr>
        <p:spPr>
          <a:xfrm>
            <a:off x="8733200" y="5180400"/>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16422985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Six columns 3">
  <p:cSld name="Title and Six columns 3">
    <p:spTree>
      <p:nvGrpSpPr>
        <p:cNvPr id="1" name="Shape 207"/>
        <p:cNvGrpSpPr/>
        <p:nvPr/>
      </p:nvGrpSpPr>
      <p:grpSpPr>
        <a:xfrm>
          <a:off x="0" y="0"/>
          <a:ext cx="0" cy="0"/>
          <a:chOff x="0" y="0"/>
          <a:chExt cx="0" cy="0"/>
        </a:xfrm>
      </p:grpSpPr>
      <p:sp>
        <p:nvSpPr>
          <p:cNvPr id="208" name="Google Shape;208;p27"/>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09" name="Google Shape;209;p27"/>
          <p:cNvSpPr/>
          <p:nvPr/>
        </p:nvSpPr>
        <p:spPr>
          <a:xfrm>
            <a:off x="5552" y="-7"/>
            <a:ext cx="3320936" cy="1606560"/>
          </a:xfrm>
          <a:custGeom>
            <a:avLst/>
            <a:gdLst/>
            <a:ahLst/>
            <a:cxnLst/>
            <a:rect l="l" t="t" r="r" b="b"/>
            <a:pathLst>
              <a:path w="77713" h="37595" extrusionOk="0">
                <a:moveTo>
                  <a:pt x="1" y="37594"/>
                </a:moveTo>
                <a:cubicBezTo>
                  <a:pt x="5046" y="37461"/>
                  <a:pt x="13618" y="35389"/>
                  <a:pt x="18263" y="23643"/>
                </a:cubicBezTo>
                <a:cubicBezTo>
                  <a:pt x="22824" y="12114"/>
                  <a:pt x="34955" y="10644"/>
                  <a:pt x="42557" y="10928"/>
                </a:cubicBezTo>
                <a:cubicBezTo>
                  <a:pt x="48121" y="11162"/>
                  <a:pt x="53668" y="10359"/>
                  <a:pt x="58932" y="8588"/>
                </a:cubicBezTo>
                <a:cubicBezTo>
                  <a:pt x="65849" y="6232"/>
                  <a:pt x="74437" y="2907"/>
                  <a:pt x="77712" y="0"/>
                </a:cubicBezTo>
                <a:lnTo>
                  <a:pt x="1" y="0"/>
                </a:lnTo>
                <a:cubicBezTo>
                  <a:pt x="1" y="0"/>
                  <a:pt x="1" y="37594"/>
                  <a:pt x="1" y="3759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0" name="Google Shape;210;p27"/>
          <p:cNvSpPr/>
          <p:nvPr/>
        </p:nvSpPr>
        <p:spPr>
          <a:xfrm>
            <a:off x="8868618" y="-7"/>
            <a:ext cx="3320167" cy="1606560"/>
          </a:xfrm>
          <a:custGeom>
            <a:avLst/>
            <a:gdLst/>
            <a:ahLst/>
            <a:cxnLst/>
            <a:rect l="l" t="t" r="r" b="b"/>
            <a:pathLst>
              <a:path w="77695" h="37595" extrusionOk="0">
                <a:moveTo>
                  <a:pt x="77695" y="37594"/>
                </a:moveTo>
                <a:cubicBezTo>
                  <a:pt x="72649" y="37461"/>
                  <a:pt x="64077" y="35389"/>
                  <a:pt x="59432" y="23643"/>
                </a:cubicBezTo>
                <a:cubicBezTo>
                  <a:pt x="54888" y="12114"/>
                  <a:pt x="42757" y="10644"/>
                  <a:pt x="35138" y="10928"/>
                </a:cubicBezTo>
                <a:cubicBezTo>
                  <a:pt x="29574" y="11162"/>
                  <a:pt x="24027" y="10359"/>
                  <a:pt x="18764" y="8588"/>
                </a:cubicBezTo>
                <a:cubicBezTo>
                  <a:pt x="11846" y="6232"/>
                  <a:pt x="3275" y="2907"/>
                  <a:pt x="0" y="0"/>
                </a:cubicBezTo>
                <a:lnTo>
                  <a:pt x="77695" y="0"/>
                </a:lnTo>
                <a:cubicBezTo>
                  <a:pt x="77695" y="0"/>
                  <a:pt x="77695" y="37594"/>
                  <a:pt x="77695" y="37594"/>
                </a:cubicBezTo>
                <a:close/>
              </a:path>
            </a:pathLst>
          </a:custGeom>
          <a:gradFill>
            <a:gsLst>
              <a:gs pos="0">
                <a:srgbClr val="E3FFD5"/>
              </a:gs>
              <a:gs pos="100000">
                <a:srgbClr val="90EBBA"/>
              </a:gs>
            </a:gsLst>
            <a:lin ang="1080140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1" name="Google Shape;211;p27"/>
          <p:cNvSpPr txBox="1">
            <a:spLocks noGrp="1"/>
          </p:cNvSpPr>
          <p:nvPr>
            <p:ph type="subTitle" idx="1"/>
          </p:nvPr>
        </p:nvSpPr>
        <p:spPr>
          <a:xfrm>
            <a:off x="3942900" y="2089767"/>
            <a:ext cx="1608000" cy="4416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212" name="Google Shape;212;p27"/>
          <p:cNvSpPr txBox="1">
            <a:spLocks noGrp="1"/>
          </p:cNvSpPr>
          <p:nvPr>
            <p:ph type="subTitle" idx="2"/>
          </p:nvPr>
        </p:nvSpPr>
        <p:spPr>
          <a:xfrm>
            <a:off x="1722633" y="2102100"/>
            <a:ext cx="2098800" cy="849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3" name="Google Shape;213;p27"/>
          <p:cNvSpPr txBox="1">
            <a:spLocks noGrp="1"/>
          </p:cNvSpPr>
          <p:nvPr>
            <p:ph type="subTitle" idx="3"/>
          </p:nvPr>
        </p:nvSpPr>
        <p:spPr>
          <a:xfrm>
            <a:off x="3942900" y="5115908"/>
            <a:ext cx="1608000" cy="4416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214" name="Google Shape;214;p27"/>
          <p:cNvSpPr txBox="1">
            <a:spLocks noGrp="1"/>
          </p:cNvSpPr>
          <p:nvPr>
            <p:ph type="subTitle" idx="4"/>
          </p:nvPr>
        </p:nvSpPr>
        <p:spPr>
          <a:xfrm>
            <a:off x="1722633" y="5128233"/>
            <a:ext cx="2098800" cy="849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5" name="Google Shape;215;p27"/>
          <p:cNvSpPr txBox="1">
            <a:spLocks noGrp="1"/>
          </p:cNvSpPr>
          <p:nvPr>
            <p:ph type="subTitle" idx="5"/>
          </p:nvPr>
        </p:nvSpPr>
        <p:spPr>
          <a:xfrm>
            <a:off x="3180100" y="3600049"/>
            <a:ext cx="1608000" cy="4416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216" name="Google Shape;216;p27"/>
          <p:cNvSpPr txBox="1">
            <a:spLocks noGrp="1"/>
          </p:cNvSpPr>
          <p:nvPr>
            <p:ph type="subTitle" idx="6"/>
          </p:nvPr>
        </p:nvSpPr>
        <p:spPr>
          <a:xfrm>
            <a:off x="960000" y="3612367"/>
            <a:ext cx="2098800" cy="849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7" name="Google Shape;217;p27"/>
          <p:cNvSpPr txBox="1">
            <a:spLocks noGrp="1"/>
          </p:cNvSpPr>
          <p:nvPr>
            <p:ph type="subTitle" idx="7"/>
          </p:nvPr>
        </p:nvSpPr>
        <p:spPr>
          <a:xfrm flipH="1">
            <a:off x="6641100" y="2089767"/>
            <a:ext cx="1608000" cy="441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18" name="Google Shape;218;p27"/>
          <p:cNvSpPr txBox="1">
            <a:spLocks noGrp="1"/>
          </p:cNvSpPr>
          <p:nvPr>
            <p:ph type="subTitle" idx="8"/>
          </p:nvPr>
        </p:nvSpPr>
        <p:spPr>
          <a:xfrm flipH="1">
            <a:off x="8370567" y="2102100"/>
            <a:ext cx="2098800" cy="849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9" name="Google Shape;219;p27"/>
          <p:cNvSpPr txBox="1">
            <a:spLocks noGrp="1"/>
          </p:cNvSpPr>
          <p:nvPr>
            <p:ph type="subTitle" idx="9"/>
          </p:nvPr>
        </p:nvSpPr>
        <p:spPr>
          <a:xfrm flipH="1">
            <a:off x="6641100" y="5115908"/>
            <a:ext cx="1608000" cy="441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0" name="Google Shape;220;p27"/>
          <p:cNvSpPr txBox="1">
            <a:spLocks noGrp="1"/>
          </p:cNvSpPr>
          <p:nvPr>
            <p:ph type="subTitle" idx="13"/>
          </p:nvPr>
        </p:nvSpPr>
        <p:spPr>
          <a:xfrm flipH="1">
            <a:off x="8370567" y="5128233"/>
            <a:ext cx="2098800" cy="849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21" name="Google Shape;221;p27"/>
          <p:cNvSpPr txBox="1">
            <a:spLocks noGrp="1"/>
          </p:cNvSpPr>
          <p:nvPr>
            <p:ph type="subTitle" idx="14"/>
          </p:nvPr>
        </p:nvSpPr>
        <p:spPr>
          <a:xfrm flipH="1">
            <a:off x="7403900" y="3600049"/>
            <a:ext cx="1608000" cy="441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2" name="Google Shape;222;p27"/>
          <p:cNvSpPr txBox="1">
            <a:spLocks noGrp="1"/>
          </p:cNvSpPr>
          <p:nvPr>
            <p:ph type="subTitle" idx="15"/>
          </p:nvPr>
        </p:nvSpPr>
        <p:spPr>
          <a:xfrm flipH="1">
            <a:off x="9133200" y="3612367"/>
            <a:ext cx="2098800" cy="849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7439981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223"/>
        <p:cNvGrpSpPr/>
        <p:nvPr/>
      </p:nvGrpSpPr>
      <p:grpSpPr>
        <a:xfrm>
          <a:off x="0" y="0"/>
          <a:ext cx="0" cy="0"/>
          <a:chOff x="0" y="0"/>
          <a:chExt cx="0" cy="0"/>
        </a:xfrm>
      </p:grpSpPr>
      <p:sp>
        <p:nvSpPr>
          <p:cNvPr id="224" name="Google Shape;224;p28"/>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25" name="Google Shape;225;p28"/>
          <p:cNvSpPr txBox="1">
            <a:spLocks noGrp="1"/>
          </p:cNvSpPr>
          <p:nvPr>
            <p:ph type="subTitle" idx="1"/>
          </p:nvPr>
        </p:nvSpPr>
        <p:spPr>
          <a:xfrm>
            <a:off x="1190333"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6" name="Google Shape;226;p28"/>
          <p:cNvSpPr txBox="1">
            <a:spLocks noGrp="1"/>
          </p:cNvSpPr>
          <p:nvPr>
            <p:ph type="subTitle" idx="2"/>
          </p:nvPr>
        </p:nvSpPr>
        <p:spPr>
          <a:xfrm>
            <a:off x="1190333" y="477737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27" name="Google Shape;227;p28"/>
          <p:cNvSpPr txBox="1">
            <a:spLocks noGrp="1"/>
          </p:cNvSpPr>
          <p:nvPr>
            <p:ph type="subTitle" idx="3"/>
          </p:nvPr>
        </p:nvSpPr>
        <p:spPr>
          <a:xfrm>
            <a:off x="3680300"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8" name="Google Shape;228;p28"/>
          <p:cNvSpPr txBox="1">
            <a:spLocks noGrp="1"/>
          </p:cNvSpPr>
          <p:nvPr>
            <p:ph type="subTitle" idx="4"/>
          </p:nvPr>
        </p:nvSpPr>
        <p:spPr>
          <a:xfrm>
            <a:off x="3680300" y="477739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29" name="Google Shape;229;p28"/>
          <p:cNvSpPr txBox="1">
            <a:spLocks noGrp="1"/>
          </p:cNvSpPr>
          <p:nvPr>
            <p:ph type="subTitle" idx="5"/>
          </p:nvPr>
        </p:nvSpPr>
        <p:spPr>
          <a:xfrm>
            <a:off x="6170267"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30" name="Google Shape;230;p28"/>
          <p:cNvSpPr txBox="1">
            <a:spLocks noGrp="1"/>
          </p:cNvSpPr>
          <p:nvPr>
            <p:ph type="subTitle" idx="6"/>
          </p:nvPr>
        </p:nvSpPr>
        <p:spPr>
          <a:xfrm>
            <a:off x="6170267" y="477739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31" name="Google Shape;231;p28"/>
          <p:cNvSpPr txBox="1">
            <a:spLocks noGrp="1"/>
          </p:cNvSpPr>
          <p:nvPr>
            <p:ph type="subTitle" idx="7"/>
          </p:nvPr>
        </p:nvSpPr>
        <p:spPr>
          <a:xfrm>
            <a:off x="8660233"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32" name="Google Shape;232;p28"/>
          <p:cNvSpPr txBox="1">
            <a:spLocks noGrp="1"/>
          </p:cNvSpPr>
          <p:nvPr>
            <p:ph type="subTitle" idx="8"/>
          </p:nvPr>
        </p:nvSpPr>
        <p:spPr>
          <a:xfrm>
            <a:off x="8660233" y="477739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25845726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33"/>
        <p:cNvGrpSpPr/>
        <p:nvPr/>
      </p:nvGrpSpPr>
      <p:grpSpPr>
        <a:xfrm>
          <a:off x="0" y="0"/>
          <a:ext cx="0" cy="0"/>
          <a:chOff x="0" y="0"/>
          <a:chExt cx="0" cy="0"/>
        </a:xfrm>
      </p:grpSpPr>
      <p:sp>
        <p:nvSpPr>
          <p:cNvPr id="234" name="Google Shape;234;p29"/>
          <p:cNvSpPr/>
          <p:nvPr/>
        </p:nvSpPr>
        <p:spPr>
          <a:xfrm>
            <a:off x="1589800" y="834167"/>
            <a:ext cx="8794339" cy="5110848"/>
          </a:xfrm>
          <a:custGeom>
            <a:avLst/>
            <a:gdLst/>
            <a:ahLst/>
            <a:cxnLst/>
            <a:rect l="l" t="t" r="r" b="b"/>
            <a:pathLst>
              <a:path w="305359" h="177460" extrusionOk="0">
                <a:moveTo>
                  <a:pt x="262195" y="0"/>
                </a:moveTo>
                <a:cubicBezTo>
                  <a:pt x="258473" y="0"/>
                  <a:pt x="254363" y="1311"/>
                  <a:pt x="249880" y="4529"/>
                </a:cubicBezTo>
                <a:cubicBezTo>
                  <a:pt x="244029" y="8719"/>
                  <a:pt x="237832" y="12908"/>
                  <a:pt x="231758" y="16875"/>
                </a:cubicBezTo>
                <a:cubicBezTo>
                  <a:pt x="229627" y="18263"/>
                  <a:pt x="227296" y="19329"/>
                  <a:pt x="224867" y="20023"/>
                </a:cubicBezTo>
                <a:lnTo>
                  <a:pt x="209844" y="24287"/>
                </a:lnTo>
                <a:cubicBezTo>
                  <a:pt x="206944" y="25108"/>
                  <a:pt x="203988" y="25508"/>
                  <a:pt x="201050" y="25508"/>
                </a:cubicBezTo>
                <a:cubicBezTo>
                  <a:pt x="193795" y="25508"/>
                  <a:pt x="186653" y="23071"/>
                  <a:pt x="180741" y="18536"/>
                </a:cubicBezTo>
                <a:cubicBezTo>
                  <a:pt x="168844" y="9391"/>
                  <a:pt x="152459" y="6436"/>
                  <a:pt x="136250" y="6436"/>
                </a:cubicBezTo>
                <a:cubicBezTo>
                  <a:pt x="106628" y="6436"/>
                  <a:pt x="77592" y="16305"/>
                  <a:pt x="77592" y="16305"/>
                </a:cubicBezTo>
                <a:cubicBezTo>
                  <a:pt x="77592" y="16305"/>
                  <a:pt x="54661" y="12264"/>
                  <a:pt x="48786" y="10727"/>
                </a:cubicBezTo>
                <a:cubicBezTo>
                  <a:pt x="47704" y="10441"/>
                  <a:pt x="46204" y="10268"/>
                  <a:pt x="44426" y="10268"/>
                </a:cubicBezTo>
                <a:cubicBezTo>
                  <a:pt x="35570" y="10268"/>
                  <a:pt x="19808" y="14559"/>
                  <a:pt x="14378" y="30559"/>
                </a:cubicBezTo>
                <a:cubicBezTo>
                  <a:pt x="9048" y="46325"/>
                  <a:pt x="23352" y="62314"/>
                  <a:pt x="28632" y="67520"/>
                </a:cubicBezTo>
                <a:cubicBezTo>
                  <a:pt x="32202" y="71015"/>
                  <a:pt x="34929" y="75279"/>
                  <a:pt x="36590" y="79964"/>
                </a:cubicBezTo>
                <a:cubicBezTo>
                  <a:pt x="39788" y="89062"/>
                  <a:pt x="39961" y="102622"/>
                  <a:pt x="22435" y="115463"/>
                </a:cubicBezTo>
                <a:cubicBezTo>
                  <a:pt x="0" y="131873"/>
                  <a:pt x="12445" y="154159"/>
                  <a:pt x="20179" y="164422"/>
                </a:cubicBezTo>
                <a:cubicBezTo>
                  <a:pt x="23327" y="168587"/>
                  <a:pt x="27665" y="171710"/>
                  <a:pt x="32599" y="173421"/>
                </a:cubicBezTo>
                <a:cubicBezTo>
                  <a:pt x="37677" y="175147"/>
                  <a:pt x="45157" y="176879"/>
                  <a:pt x="54741" y="176879"/>
                </a:cubicBezTo>
                <a:cubicBezTo>
                  <a:pt x="64291" y="176879"/>
                  <a:pt x="75930" y="175159"/>
                  <a:pt x="89367" y="170000"/>
                </a:cubicBezTo>
                <a:cubicBezTo>
                  <a:pt x="100815" y="165592"/>
                  <a:pt x="118494" y="164014"/>
                  <a:pt x="137937" y="164014"/>
                </a:cubicBezTo>
                <a:cubicBezTo>
                  <a:pt x="173056" y="164014"/>
                  <a:pt x="213934" y="169162"/>
                  <a:pt x="234262" y="172082"/>
                </a:cubicBezTo>
                <a:cubicBezTo>
                  <a:pt x="240360" y="172975"/>
                  <a:pt x="246384" y="174388"/>
                  <a:pt x="252235" y="176296"/>
                </a:cubicBezTo>
                <a:cubicBezTo>
                  <a:pt x="254243" y="176934"/>
                  <a:pt x="256700" y="177459"/>
                  <a:pt x="259356" y="177459"/>
                </a:cubicBezTo>
                <a:cubicBezTo>
                  <a:pt x="267850" y="177459"/>
                  <a:pt x="278382" y="172090"/>
                  <a:pt x="282800" y="147863"/>
                </a:cubicBezTo>
                <a:cubicBezTo>
                  <a:pt x="283222" y="145607"/>
                  <a:pt x="283346" y="143301"/>
                  <a:pt x="283172" y="140996"/>
                </a:cubicBezTo>
                <a:cubicBezTo>
                  <a:pt x="282577" y="133336"/>
                  <a:pt x="280148" y="114917"/>
                  <a:pt x="270232" y="102076"/>
                </a:cubicBezTo>
                <a:cubicBezTo>
                  <a:pt x="268001" y="99250"/>
                  <a:pt x="267034" y="95656"/>
                  <a:pt x="267579" y="92111"/>
                </a:cubicBezTo>
                <a:cubicBezTo>
                  <a:pt x="268398" y="87128"/>
                  <a:pt x="271992" y="80485"/>
                  <a:pt x="283346" y="74238"/>
                </a:cubicBezTo>
                <a:cubicBezTo>
                  <a:pt x="305359" y="62165"/>
                  <a:pt x="287386" y="25278"/>
                  <a:pt x="287386" y="25278"/>
                </a:cubicBezTo>
                <a:cubicBezTo>
                  <a:pt x="287386" y="25278"/>
                  <a:pt x="278538" y="0"/>
                  <a:pt x="262195"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35" name="Google Shape;235;p29"/>
          <p:cNvSpPr txBox="1">
            <a:spLocks noGrp="1"/>
          </p:cNvSpPr>
          <p:nvPr>
            <p:ph type="title"/>
          </p:nvPr>
        </p:nvSpPr>
        <p:spPr>
          <a:xfrm>
            <a:off x="4256267" y="2027700"/>
            <a:ext cx="3532400" cy="108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36" name="Google Shape;236;p29"/>
          <p:cNvSpPr txBox="1">
            <a:spLocks noGrp="1"/>
          </p:cNvSpPr>
          <p:nvPr>
            <p:ph type="subTitle" idx="1"/>
          </p:nvPr>
        </p:nvSpPr>
        <p:spPr>
          <a:xfrm>
            <a:off x="4256267" y="3099900"/>
            <a:ext cx="3532400" cy="27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
              <a:buNone/>
              <a:defRPr sz="1600"/>
            </a:lvl1pPr>
            <a:lvl2pPr lvl="1" algn="ctr" rtl="0">
              <a:lnSpc>
                <a:spcPct val="100000"/>
              </a:lnSpc>
              <a:spcBef>
                <a:spcPts val="2133"/>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6122152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hree columns 4">
  <p:cSld name="Title and Three columns 4">
    <p:spTree>
      <p:nvGrpSpPr>
        <p:cNvPr id="1" name="Shape 237"/>
        <p:cNvGrpSpPr/>
        <p:nvPr/>
      </p:nvGrpSpPr>
      <p:grpSpPr>
        <a:xfrm>
          <a:off x="0" y="0"/>
          <a:ext cx="0" cy="0"/>
          <a:chOff x="0" y="0"/>
          <a:chExt cx="0" cy="0"/>
        </a:xfrm>
      </p:grpSpPr>
      <p:sp>
        <p:nvSpPr>
          <p:cNvPr id="238" name="Google Shape;238;p30"/>
          <p:cNvSpPr/>
          <p:nvPr/>
        </p:nvSpPr>
        <p:spPr>
          <a:xfrm>
            <a:off x="549" y="3767973"/>
            <a:ext cx="12191576" cy="3103564"/>
          </a:xfrm>
          <a:custGeom>
            <a:avLst/>
            <a:gdLst/>
            <a:ahLst/>
            <a:cxnLst/>
            <a:rect l="l" t="t" r="r" b="b"/>
            <a:pathLst>
              <a:path w="285517" h="72683" extrusionOk="0">
                <a:moveTo>
                  <a:pt x="0" y="1"/>
                </a:moveTo>
                <a:lnTo>
                  <a:pt x="285516" y="1"/>
                </a:lnTo>
                <a:lnTo>
                  <a:pt x="285516" y="72683"/>
                </a:lnTo>
                <a:lnTo>
                  <a:pt x="0" y="72683"/>
                </a:ln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39" name="Google Shape;239;p30"/>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0" name="Google Shape;240;p30"/>
          <p:cNvSpPr txBox="1">
            <a:spLocks noGrp="1"/>
          </p:cNvSpPr>
          <p:nvPr>
            <p:ph type="subTitle" idx="1"/>
          </p:nvPr>
        </p:nvSpPr>
        <p:spPr>
          <a:xfrm>
            <a:off x="4918600" y="3944867"/>
            <a:ext cx="2354800" cy="480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1" name="Google Shape;241;p30"/>
          <p:cNvSpPr txBox="1">
            <a:spLocks noGrp="1"/>
          </p:cNvSpPr>
          <p:nvPr>
            <p:ph type="subTitle" idx="2"/>
          </p:nvPr>
        </p:nvSpPr>
        <p:spPr>
          <a:xfrm>
            <a:off x="4918600" y="4424967"/>
            <a:ext cx="2354800" cy="10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242" name="Google Shape;242;p30"/>
          <p:cNvSpPr txBox="1">
            <a:spLocks noGrp="1"/>
          </p:cNvSpPr>
          <p:nvPr>
            <p:ph type="subTitle" idx="3"/>
          </p:nvPr>
        </p:nvSpPr>
        <p:spPr>
          <a:xfrm>
            <a:off x="8421397" y="3944867"/>
            <a:ext cx="2354800" cy="480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3" name="Google Shape;243;p30"/>
          <p:cNvSpPr txBox="1">
            <a:spLocks noGrp="1"/>
          </p:cNvSpPr>
          <p:nvPr>
            <p:ph type="subTitle" idx="4"/>
          </p:nvPr>
        </p:nvSpPr>
        <p:spPr>
          <a:xfrm>
            <a:off x="8421384" y="4424967"/>
            <a:ext cx="2354800" cy="10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244" name="Google Shape;244;p30"/>
          <p:cNvSpPr txBox="1">
            <a:spLocks noGrp="1"/>
          </p:cNvSpPr>
          <p:nvPr>
            <p:ph type="subTitle" idx="5"/>
          </p:nvPr>
        </p:nvSpPr>
        <p:spPr>
          <a:xfrm>
            <a:off x="1415800" y="3944700"/>
            <a:ext cx="2354800" cy="480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5" name="Google Shape;245;p30"/>
          <p:cNvSpPr txBox="1">
            <a:spLocks noGrp="1"/>
          </p:cNvSpPr>
          <p:nvPr>
            <p:ph type="subTitle" idx="6"/>
          </p:nvPr>
        </p:nvSpPr>
        <p:spPr>
          <a:xfrm>
            <a:off x="1415800" y="4424967"/>
            <a:ext cx="2354800" cy="10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661074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46"/>
        <p:cNvGrpSpPr/>
        <p:nvPr/>
      </p:nvGrpSpPr>
      <p:grpSpPr>
        <a:xfrm>
          <a:off x="0" y="0"/>
          <a:ext cx="0" cy="0"/>
          <a:chOff x="0" y="0"/>
          <a:chExt cx="0" cy="0"/>
        </a:xfrm>
      </p:grpSpPr>
      <p:sp>
        <p:nvSpPr>
          <p:cNvPr id="247" name="Google Shape;247;p31"/>
          <p:cNvSpPr txBox="1">
            <a:spLocks noGrp="1"/>
          </p:cNvSpPr>
          <p:nvPr>
            <p:ph type="title"/>
          </p:nvPr>
        </p:nvSpPr>
        <p:spPr>
          <a:xfrm>
            <a:off x="7262400" y="720000"/>
            <a:ext cx="3379200" cy="163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9466"/>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8" name="Google Shape;248;p31"/>
          <p:cNvSpPr txBox="1"/>
          <p:nvPr/>
        </p:nvSpPr>
        <p:spPr>
          <a:xfrm>
            <a:off x="6940000" y="5058833"/>
            <a:ext cx="4028800" cy="6348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067">
                <a:solidFill>
                  <a:schemeClr val="dk1"/>
                </a:solidFill>
                <a:latin typeface="Hind"/>
                <a:ea typeface="Hind"/>
                <a:cs typeface="Hind"/>
                <a:sym typeface="Hind"/>
              </a:rPr>
              <a:t>CREDITS: This presentation template was created by </a:t>
            </a:r>
            <a:r>
              <a:rPr lang="en" sz="1067">
                <a:solidFill>
                  <a:schemeClr val="dk1"/>
                </a:solidFill>
                <a:uFill>
                  <a:noFill/>
                </a:uFill>
                <a:latin typeface="Hind"/>
                <a:ea typeface="Hind"/>
                <a:cs typeface="Hind"/>
                <a:sym typeface="Hind"/>
                <a:hlinkClick r:id="rId2">
                  <a:extLst>
                    <a:ext uri="{A12FA001-AC4F-418D-AE19-62706E023703}">
                      <ahyp:hlinkClr xmlns:ahyp="http://schemas.microsoft.com/office/drawing/2018/hyperlinkcolor" val="tx"/>
                    </a:ext>
                  </a:extLst>
                </a:hlinkClick>
              </a:rPr>
              <a:t>Slidesgo</a:t>
            </a:r>
            <a:r>
              <a:rPr lang="en" sz="1067">
                <a:solidFill>
                  <a:schemeClr val="dk1"/>
                </a:solidFill>
                <a:latin typeface="Hind"/>
                <a:ea typeface="Hind"/>
                <a:cs typeface="Hind"/>
                <a:sym typeface="Hind"/>
              </a:rPr>
              <a:t>, including icons, and infographics &amp; images by </a:t>
            </a:r>
            <a:r>
              <a:rPr lang="en" sz="1067">
                <a:solidFill>
                  <a:schemeClr val="dk1"/>
                </a:solidFill>
                <a:uFill>
                  <a:noFill/>
                </a:uFill>
                <a:latin typeface="Hind"/>
                <a:ea typeface="Hind"/>
                <a:cs typeface="Hind"/>
                <a:sym typeface="Hind"/>
                <a:hlinkClick r:id="rId3">
                  <a:extLst>
                    <a:ext uri="{A12FA001-AC4F-418D-AE19-62706E023703}">
                      <ahyp:hlinkClr xmlns:ahyp="http://schemas.microsoft.com/office/drawing/2018/hyperlinkcolor" val="tx"/>
                    </a:ext>
                  </a:extLst>
                </a:hlinkClick>
              </a:rPr>
              <a:t>Freepik</a:t>
            </a:r>
            <a:r>
              <a:rPr lang="en" sz="1067">
                <a:solidFill>
                  <a:schemeClr val="dk1"/>
                </a:solidFill>
                <a:latin typeface="Hind"/>
                <a:ea typeface="Hind"/>
                <a:cs typeface="Hind"/>
                <a:sym typeface="Hind"/>
              </a:rPr>
              <a:t>.</a:t>
            </a:r>
            <a:endParaRPr sz="1067" dirty="0">
              <a:solidFill>
                <a:schemeClr val="dk1"/>
              </a:solidFill>
              <a:latin typeface="Hind"/>
              <a:ea typeface="Hind"/>
              <a:cs typeface="Hind"/>
              <a:sym typeface="Hind"/>
            </a:endParaRPr>
          </a:p>
        </p:txBody>
      </p:sp>
      <p:sp>
        <p:nvSpPr>
          <p:cNvPr id="249" name="Google Shape;249;p31"/>
          <p:cNvSpPr txBox="1">
            <a:spLocks noGrp="1"/>
          </p:cNvSpPr>
          <p:nvPr>
            <p:ph type="subTitle" idx="1"/>
          </p:nvPr>
        </p:nvSpPr>
        <p:spPr>
          <a:xfrm>
            <a:off x="7262400" y="2356800"/>
            <a:ext cx="3384000" cy="156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250" name="Google Shape;250;p31"/>
          <p:cNvSpPr/>
          <p:nvPr/>
        </p:nvSpPr>
        <p:spPr>
          <a:xfrm rot="-5400000" flipH="1">
            <a:off x="1336405" y="1576763"/>
            <a:ext cx="3558911" cy="7263384"/>
          </a:xfrm>
          <a:custGeom>
            <a:avLst/>
            <a:gdLst/>
            <a:ahLst/>
            <a:cxnLst/>
            <a:rect l="l" t="t" r="r" b="b"/>
            <a:pathLst>
              <a:path w="103718" h="170796" extrusionOk="0">
                <a:moveTo>
                  <a:pt x="42136" y="0"/>
                </a:moveTo>
                <a:cubicBezTo>
                  <a:pt x="23819" y="0"/>
                  <a:pt x="12197" y="18853"/>
                  <a:pt x="12197" y="18853"/>
                </a:cubicBezTo>
                <a:cubicBezTo>
                  <a:pt x="4205" y="35426"/>
                  <a:pt x="16082" y="50720"/>
                  <a:pt x="25376" y="59376"/>
                </a:cubicBezTo>
                <a:cubicBezTo>
                  <a:pt x="38089" y="71252"/>
                  <a:pt x="38114" y="91563"/>
                  <a:pt x="25032" y="103021"/>
                </a:cubicBezTo>
                <a:cubicBezTo>
                  <a:pt x="23729" y="104152"/>
                  <a:pt x="22352" y="105185"/>
                  <a:pt x="20901" y="106119"/>
                </a:cubicBezTo>
                <a:cubicBezTo>
                  <a:pt x="0" y="119324"/>
                  <a:pt x="3787" y="145437"/>
                  <a:pt x="19868" y="162084"/>
                </a:cubicBezTo>
                <a:cubicBezTo>
                  <a:pt x="26221" y="168644"/>
                  <a:pt x="37060" y="170795"/>
                  <a:pt x="48541" y="170795"/>
                </a:cubicBezTo>
                <a:cubicBezTo>
                  <a:pt x="62923" y="170795"/>
                  <a:pt x="78311" y="167420"/>
                  <a:pt x="87144" y="165109"/>
                </a:cubicBezTo>
                <a:cubicBezTo>
                  <a:pt x="92554" y="163682"/>
                  <a:pt x="98136" y="162945"/>
                  <a:pt x="103717" y="162871"/>
                </a:cubicBezTo>
                <a:lnTo>
                  <a:pt x="100349" y="5452"/>
                </a:lnTo>
                <a:cubicBezTo>
                  <a:pt x="94789" y="6066"/>
                  <a:pt x="89568" y="6312"/>
                  <a:pt x="84776" y="6312"/>
                </a:cubicBezTo>
                <a:cubicBezTo>
                  <a:pt x="72892" y="6312"/>
                  <a:pt x="63653" y="4803"/>
                  <a:pt x="58449" y="3681"/>
                </a:cubicBezTo>
                <a:cubicBezTo>
                  <a:pt x="56211" y="3189"/>
                  <a:pt x="53974" y="2550"/>
                  <a:pt x="51810" y="1739"/>
                </a:cubicBezTo>
                <a:cubicBezTo>
                  <a:pt x="48415" y="522"/>
                  <a:pt x="45183" y="0"/>
                  <a:pt x="42136" y="0"/>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6457325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51"/>
        <p:cNvGrpSpPr/>
        <p:nvPr/>
      </p:nvGrpSpPr>
      <p:grpSpPr>
        <a:xfrm>
          <a:off x="0" y="0"/>
          <a:ext cx="0" cy="0"/>
          <a:chOff x="0" y="0"/>
          <a:chExt cx="0" cy="0"/>
        </a:xfrm>
      </p:grpSpPr>
      <p:sp>
        <p:nvSpPr>
          <p:cNvPr id="252" name="Google Shape;252;p32"/>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53" name="Google Shape;253;p32"/>
          <p:cNvSpPr/>
          <p:nvPr/>
        </p:nvSpPr>
        <p:spPr>
          <a:xfrm>
            <a:off x="6096002" y="1428033"/>
            <a:ext cx="6125565" cy="5439431"/>
          </a:xfrm>
          <a:custGeom>
            <a:avLst/>
            <a:gdLst/>
            <a:ahLst/>
            <a:cxnLst/>
            <a:rect l="l" t="t" r="r" b="b"/>
            <a:pathLst>
              <a:path w="156198" h="138702" extrusionOk="0">
                <a:moveTo>
                  <a:pt x="0" y="138701"/>
                </a:moveTo>
                <a:cubicBezTo>
                  <a:pt x="0" y="138701"/>
                  <a:pt x="2116" y="120906"/>
                  <a:pt x="13564" y="117157"/>
                </a:cubicBezTo>
                <a:cubicBezTo>
                  <a:pt x="16913" y="116057"/>
                  <a:pt x="20929" y="114074"/>
                  <a:pt x="24911" y="111808"/>
                </a:cubicBezTo>
                <a:cubicBezTo>
                  <a:pt x="35042" y="106076"/>
                  <a:pt x="41257" y="95328"/>
                  <a:pt x="41341" y="83714"/>
                </a:cubicBezTo>
                <a:cubicBezTo>
                  <a:pt x="41407" y="76549"/>
                  <a:pt x="44240" y="70118"/>
                  <a:pt x="55221" y="72584"/>
                </a:cubicBezTo>
                <a:cubicBezTo>
                  <a:pt x="77516" y="77582"/>
                  <a:pt x="91229" y="53771"/>
                  <a:pt x="91229" y="53771"/>
                </a:cubicBezTo>
                <a:cubicBezTo>
                  <a:pt x="91229" y="53771"/>
                  <a:pt x="84797" y="17380"/>
                  <a:pt x="108958" y="12181"/>
                </a:cubicBezTo>
                <a:cubicBezTo>
                  <a:pt x="133119" y="6966"/>
                  <a:pt x="156197" y="1"/>
                  <a:pt x="156197" y="1"/>
                </a:cubicBezTo>
                <a:lnTo>
                  <a:pt x="155831" y="138601"/>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088357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10" name="Google Shape;10;p2"/>
          <p:cNvGrpSpPr/>
          <p:nvPr/>
        </p:nvGrpSpPr>
        <p:grpSpPr>
          <a:xfrm>
            <a:off x="-6366" y="166870"/>
            <a:ext cx="12198367" cy="6256543"/>
            <a:chOff x="-4775" y="125152"/>
            <a:chExt cx="9148775" cy="4692407"/>
          </a:xfrm>
        </p:grpSpPr>
        <p:grpSp>
          <p:nvGrpSpPr>
            <p:cNvPr id="11" name="Google Shape;11;p2"/>
            <p:cNvGrpSpPr/>
            <p:nvPr/>
          </p:nvGrpSpPr>
          <p:grpSpPr>
            <a:xfrm>
              <a:off x="-4775" y="636650"/>
              <a:ext cx="9148775" cy="3936950"/>
              <a:chOff x="-4775" y="636650"/>
              <a:chExt cx="9148775" cy="3936950"/>
            </a:xfrm>
          </p:grpSpPr>
          <p:sp>
            <p:nvSpPr>
              <p:cNvPr id="12" name="Google Shape;12;p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 name="Google Shape;13;p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4" name="Google Shape;14;p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 name="Google Shape;15;p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 name="Google Shape;16;p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 name="Google Shape;17;p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8" name="Google Shape;18;p2"/>
            <p:cNvGrpSpPr/>
            <p:nvPr/>
          </p:nvGrpSpPr>
          <p:grpSpPr>
            <a:xfrm rot="-5400000">
              <a:off x="4587067" y="895676"/>
              <a:ext cx="4692407" cy="3151360"/>
              <a:chOff x="-4775" y="1422240"/>
              <a:chExt cx="9148775" cy="3151360"/>
            </a:xfrm>
          </p:grpSpPr>
          <p:sp>
            <p:nvSpPr>
              <p:cNvPr id="19" name="Google Shape;19;p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 name="Google Shape;20;p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 name="Google Shape;21;p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 name="Google Shape;22;p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 name="Google Shape;23;p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4" name="Google Shape;24;p2"/>
            <p:cNvGrpSpPr/>
            <p:nvPr/>
          </p:nvGrpSpPr>
          <p:grpSpPr>
            <a:xfrm rot="-5400000">
              <a:off x="257322" y="502881"/>
              <a:ext cx="4692407" cy="3936950"/>
              <a:chOff x="-4775" y="636650"/>
              <a:chExt cx="9148775" cy="3936950"/>
            </a:xfrm>
          </p:grpSpPr>
          <p:sp>
            <p:nvSpPr>
              <p:cNvPr id="25" name="Google Shape;25;p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6" name="Google Shape;26;p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 name="Google Shape;27;p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 name="Google Shape;28;p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9" name="Google Shape;29;p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0" name="Google Shape;30;p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31" name="Google Shape;31;p2"/>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2" name="Google Shape;32;p2"/>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3" name="Google Shape;33;p2"/>
          <p:cNvSpPr txBox="1">
            <a:spLocks noGrp="1"/>
          </p:cNvSpPr>
          <p:nvPr>
            <p:ph type="ctrTitle"/>
          </p:nvPr>
        </p:nvSpPr>
        <p:spPr>
          <a:xfrm>
            <a:off x="953467" y="1905167"/>
            <a:ext cx="6347200" cy="1812000"/>
          </a:xfrm>
          <a:prstGeom prst="rect">
            <a:avLst/>
          </a:prstGeom>
        </p:spPr>
        <p:txBody>
          <a:bodyPr spcFirstLastPara="1" wrap="square" lIns="91425" tIns="91425" rIns="91425" bIns="91425" anchor="b" anchorCtr="0">
            <a:noAutofit/>
          </a:bodyPr>
          <a:lstStyle>
            <a:lvl1pPr lvl="0" algn="l">
              <a:lnSpc>
                <a:spcPct val="90000"/>
              </a:lnSpc>
              <a:spcBef>
                <a:spcPts val="0"/>
              </a:spcBef>
              <a:spcAft>
                <a:spcPts val="0"/>
              </a:spcAft>
              <a:buClr>
                <a:srgbClr val="191919"/>
              </a:buClr>
              <a:buSzPts val="5200"/>
              <a:buNone/>
              <a:defRPr sz="6267"/>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endParaRPr/>
          </a:p>
        </p:txBody>
      </p:sp>
      <p:sp>
        <p:nvSpPr>
          <p:cNvPr id="34" name="Google Shape;34;p2"/>
          <p:cNvSpPr txBox="1">
            <a:spLocks noGrp="1"/>
          </p:cNvSpPr>
          <p:nvPr>
            <p:ph type="subTitle" idx="1"/>
          </p:nvPr>
        </p:nvSpPr>
        <p:spPr>
          <a:xfrm>
            <a:off x="1128567" y="3779833"/>
            <a:ext cx="4485600" cy="4944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867">
                <a:latin typeface="Hind Siliguri Medium"/>
                <a:ea typeface="Hind Siliguri Medium"/>
                <a:cs typeface="Hind Siliguri Medium"/>
                <a:sym typeface="Hind Siliguri Medium"/>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endParaRPr/>
          </a:p>
        </p:txBody>
      </p:sp>
      <p:grpSp>
        <p:nvGrpSpPr>
          <p:cNvPr id="35" name="Google Shape;35;p2"/>
          <p:cNvGrpSpPr/>
          <p:nvPr/>
        </p:nvGrpSpPr>
        <p:grpSpPr>
          <a:xfrm>
            <a:off x="11238533" y="974401"/>
            <a:ext cx="955600" cy="1285820"/>
            <a:chOff x="8428900" y="730800"/>
            <a:chExt cx="716700" cy="964365"/>
          </a:xfrm>
        </p:grpSpPr>
        <p:sp>
          <p:nvSpPr>
            <p:cNvPr id="36" name="Google Shape;36;p2"/>
            <p:cNvSpPr/>
            <p:nvPr/>
          </p:nvSpPr>
          <p:spPr>
            <a:xfrm>
              <a:off x="8428900" y="1239277"/>
              <a:ext cx="236495" cy="455888"/>
            </a:xfrm>
            <a:custGeom>
              <a:avLst/>
              <a:gdLst/>
              <a:ahLst/>
              <a:cxnLst/>
              <a:rect l="l" t="t" r="r" b="b"/>
              <a:pathLst>
                <a:path w="5144" h="9916" extrusionOk="0">
                  <a:moveTo>
                    <a:pt x="765" y="1"/>
                  </a:moveTo>
                  <a:cubicBezTo>
                    <a:pt x="333" y="1"/>
                    <a:pt x="0" y="335"/>
                    <a:pt x="0" y="747"/>
                  </a:cubicBezTo>
                  <a:lnTo>
                    <a:pt x="0" y="9149"/>
                  </a:lnTo>
                  <a:cubicBezTo>
                    <a:pt x="0" y="9562"/>
                    <a:pt x="333" y="9916"/>
                    <a:pt x="765" y="9916"/>
                  </a:cubicBezTo>
                  <a:lnTo>
                    <a:pt x="4398" y="9916"/>
                  </a:lnTo>
                  <a:cubicBezTo>
                    <a:pt x="4809" y="9916"/>
                    <a:pt x="5144" y="9562"/>
                    <a:pt x="5144" y="9149"/>
                  </a:cubicBezTo>
                  <a:lnTo>
                    <a:pt x="5144" y="747"/>
                  </a:lnTo>
                  <a:cubicBezTo>
                    <a:pt x="5144" y="335"/>
                    <a:pt x="4809" y="1"/>
                    <a:pt x="43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 name="Google Shape;37;p2"/>
            <p:cNvSpPr/>
            <p:nvPr/>
          </p:nvSpPr>
          <p:spPr>
            <a:xfrm>
              <a:off x="8453223" y="1265485"/>
              <a:ext cx="187762" cy="402603"/>
            </a:xfrm>
            <a:custGeom>
              <a:avLst/>
              <a:gdLst/>
              <a:ahLst/>
              <a:cxnLst/>
              <a:rect l="l" t="t" r="r" b="b"/>
              <a:pathLst>
                <a:path w="4084" h="8757" extrusionOk="0">
                  <a:moveTo>
                    <a:pt x="0" y="1"/>
                  </a:moveTo>
                  <a:lnTo>
                    <a:pt x="0" y="8757"/>
                  </a:lnTo>
                  <a:lnTo>
                    <a:pt x="4084" y="8757"/>
                  </a:lnTo>
                  <a:lnTo>
                    <a:pt x="40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 name="Google Shape;38;p2"/>
            <p:cNvSpPr/>
            <p:nvPr/>
          </p:nvSpPr>
          <p:spPr>
            <a:xfrm>
              <a:off x="8497499" y="1516437"/>
              <a:ext cx="99306" cy="98386"/>
            </a:xfrm>
            <a:custGeom>
              <a:avLst/>
              <a:gdLst/>
              <a:ahLst/>
              <a:cxnLst/>
              <a:rect l="l" t="t" r="r" b="b"/>
              <a:pathLst>
                <a:path w="2160" h="2140" extrusionOk="0">
                  <a:moveTo>
                    <a:pt x="1079" y="0"/>
                  </a:moveTo>
                  <a:cubicBezTo>
                    <a:pt x="490" y="0"/>
                    <a:pt x="0" y="472"/>
                    <a:pt x="0" y="1061"/>
                  </a:cubicBezTo>
                  <a:cubicBezTo>
                    <a:pt x="0" y="1668"/>
                    <a:pt x="490" y="2140"/>
                    <a:pt x="1079" y="2140"/>
                  </a:cubicBezTo>
                  <a:cubicBezTo>
                    <a:pt x="1668" y="2140"/>
                    <a:pt x="2160" y="1668"/>
                    <a:pt x="2160" y="1061"/>
                  </a:cubicBezTo>
                  <a:cubicBezTo>
                    <a:pt x="2160" y="472"/>
                    <a:pt x="1668" y="0"/>
                    <a:pt x="1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9" name="Google Shape;39;p2"/>
            <p:cNvSpPr/>
            <p:nvPr/>
          </p:nvSpPr>
          <p:spPr>
            <a:xfrm>
              <a:off x="8497499" y="1330499"/>
              <a:ext cx="99306" cy="98386"/>
            </a:xfrm>
            <a:custGeom>
              <a:avLst/>
              <a:gdLst/>
              <a:ahLst/>
              <a:cxnLst/>
              <a:rect l="l" t="t" r="r" b="b"/>
              <a:pathLst>
                <a:path w="2160" h="2140" extrusionOk="0">
                  <a:moveTo>
                    <a:pt x="1079" y="0"/>
                  </a:moveTo>
                  <a:cubicBezTo>
                    <a:pt x="490" y="0"/>
                    <a:pt x="0" y="490"/>
                    <a:pt x="0" y="1079"/>
                  </a:cubicBezTo>
                  <a:cubicBezTo>
                    <a:pt x="0" y="1668"/>
                    <a:pt x="490" y="2139"/>
                    <a:pt x="1079" y="2139"/>
                  </a:cubicBezTo>
                  <a:cubicBezTo>
                    <a:pt x="1668" y="2139"/>
                    <a:pt x="2160" y="1668"/>
                    <a:pt x="2160" y="1079"/>
                  </a:cubicBezTo>
                  <a:cubicBezTo>
                    <a:pt x="2160" y="490"/>
                    <a:pt x="1668" y="0"/>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nvGrpSpPr>
            <p:cNvPr id="40" name="Google Shape;40;p2"/>
            <p:cNvGrpSpPr/>
            <p:nvPr/>
          </p:nvGrpSpPr>
          <p:grpSpPr>
            <a:xfrm>
              <a:off x="8534500" y="730800"/>
              <a:ext cx="611100" cy="512150"/>
              <a:chOff x="8534500" y="730800"/>
              <a:chExt cx="611100" cy="512150"/>
            </a:xfrm>
          </p:grpSpPr>
          <p:sp>
            <p:nvSpPr>
              <p:cNvPr id="41" name="Google Shape;41;p2"/>
              <p:cNvSpPr/>
              <p:nvPr/>
            </p:nvSpPr>
            <p:spPr>
              <a:xfrm>
                <a:off x="8534500" y="743450"/>
                <a:ext cx="25200" cy="49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 name="Google Shape;42;p2"/>
              <p:cNvSpPr/>
              <p:nvPr/>
            </p:nvSpPr>
            <p:spPr>
              <a:xfrm rot="5400000">
                <a:off x="8827450" y="437850"/>
                <a:ext cx="25200" cy="611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Tree>
    <p:extLst>
      <p:ext uri="{BB962C8B-B14F-4D97-AF65-F5344CB8AC3E}">
        <p14:creationId xmlns:p14="http://schemas.microsoft.com/office/powerpoint/2010/main" val="36323698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3"/>
        <p:cNvGrpSpPr/>
        <p:nvPr/>
      </p:nvGrpSpPr>
      <p:grpSpPr>
        <a:xfrm>
          <a:off x="0" y="0"/>
          <a:ext cx="0" cy="0"/>
          <a:chOff x="0" y="0"/>
          <a:chExt cx="0" cy="0"/>
        </a:xfrm>
      </p:grpSpPr>
      <p:sp>
        <p:nvSpPr>
          <p:cNvPr id="44" name="Google Shape;44;p3"/>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45" name="Google Shape;45;p3"/>
          <p:cNvGrpSpPr/>
          <p:nvPr/>
        </p:nvGrpSpPr>
        <p:grpSpPr>
          <a:xfrm>
            <a:off x="-6366" y="166870"/>
            <a:ext cx="12198367" cy="6256543"/>
            <a:chOff x="-4775" y="125152"/>
            <a:chExt cx="9148775" cy="4692407"/>
          </a:xfrm>
        </p:grpSpPr>
        <p:grpSp>
          <p:nvGrpSpPr>
            <p:cNvPr id="46" name="Google Shape;46;p3"/>
            <p:cNvGrpSpPr/>
            <p:nvPr/>
          </p:nvGrpSpPr>
          <p:grpSpPr>
            <a:xfrm>
              <a:off x="-4775" y="636650"/>
              <a:ext cx="9148775" cy="3936950"/>
              <a:chOff x="-4775" y="636650"/>
              <a:chExt cx="9148775" cy="3936950"/>
            </a:xfrm>
          </p:grpSpPr>
          <p:sp>
            <p:nvSpPr>
              <p:cNvPr id="47" name="Google Shape;47;p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8" name="Google Shape;48;p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9" name="Google Shape;49;p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 name="Google Shape;50;p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1" name="Google Shape;51;p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 name="Google Shape;52;p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3" name="Google Shape;53;p3"/>
            <p:cNvGrpSpPr/>
            <p:nvPr/>
          </p:nvGrpSpPr>
          <p:grpSpPr>
            <a:xfrm rot="-5400000">
              <a:off x="4587067" y="895676"/>
              <a:ext cx="4692407" cy="3151360"/>
              <a:chOff x="-4775" y="1422240"/>
              <a:chExt cx="9148775" cy="3151360"/>
            </a:xfrm>
          </p:grpSpPr>
          <p:sp>
            <p:nvSpPr>
              <p:cNvPr id="54" name="Google Shape;54;p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 name="Google Shape;55;p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 name="Google Shape;56;p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 name="Google Shape;57;p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8" name="Google Shape;58;p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9" name="Google Shape;59;p3"/>
            <p:cNvGrpSpPr/>
            <p:nvPr/>
          </p:nvGrpSpPr>
          <p:grpSpPr>
            <a:xfrm rot="-5400000">
              <a:off x="257322" y="502881"/>
              <a:ext cx="4692407" cy="3936950"/>
              <a:chOff x="-4775" y="636650"/>
              <a:chExt cx="9148775" cy="3936950"/>
            </a:xfrm>
          </p:grpSpPr>
          <p:sp>
            <p:nvSpPr>
              <p:cNvPr id="60" name="Google Shape;60;p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 name="Google Shape;61;p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 name="Google Shape;62;p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 name="Google Shape;63;p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 name="Google Shape;64;p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5" name="Google Shape;65;p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66" name="Google Shape;66;p3"/>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7" name="Google Shape;67;p3"/>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8" name="Google Shape;68;p3"/>
          <p:cNvSpPr txBox="1">
            <a:spLocks noGrp="1"/>
          </p:cNvSpPr>
          <p:nvPr>
            <p:ph type="title"/>
          </p:nvPr>
        </p:nvSpPr>
        <p:spPr>
          <a:xfrm>
            <a:off x="6086333" y="3210767"/>
            <a:ext cx="5152400" cy="1771600"/>
          </a:xfrm>
          <a:prstGeom prst="rect">
            <a:avLst/>
          </a:prstGeom>
        </p:spPr>
        <p:txBody>
          <a:bodyPr spcFirstLastPara="1" wrap="square" lIns="91425" tIns="91425" rIns="91425" bIns="91425" anchor="t" anchorCtr="0">
            <a:noAutofit/>
          </a:bodyPr>
          <a:lstStyle>
            <a:lvl1pPr lvl="0" algn="l" rtl="0">
              <a:lnSpc>
                <a:spcPct val="80000"/>
              </a:lnSpc>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69" name="Google Shape;69;p3"/>
          <p:cNvSpPr txBox="1">
            <a:spLocks noGrp="1"/>
          </p:cNvSpPr>
          <p:nvPr>
            <p:ph type="title" idx="2" hasCustomPrompt="1"/>
          </p:nvPr>
        </p:nvSpPr>
        <p:spPr>
          <a:xfrm>
            <a:off x="6086333" y="1886533"/>
            <a:ext cx="1456000" cy="1070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Tree>
    <p:extLst>
      <p:ext uri="{BB962C8B-B14F-4D97-AF65-F5344CB8AC3E}">
        <p14:creationId xmlns:p14="http://schemas.microsoft.com/office/powerpoint/2010/main" val="21715531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70"/>
        <p:cNvGrpSpPr/>
        <p:nvPr/>
      </p:nvGrpSpPr>
      <p:grpSpPr>
        <a:xfrm>
          <a:off x="0" y="0"/>
          <a:ext cx="0" cy="0"/>
          <a:chOff x="0" y="0"/>
          <a:chExt cx="0" cy="0"/>
        </a:xfrm>
      </p:grpSpPr>
      <p:sp>
        <p:nvSpPr>
          <p:cNvPr id="71" name="Google Shape;71;p4"/>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72" name="Google Shape;72;p4"/>
          <p:cNvGrpSpPr/>
          <p:nvPr/>
        </p:nvGrpSpPr>
        <p:grpSpPr>
          <a:xfrm>
            <a:off x="-6366" y="166870"/>
            <a:ext cx="12198367" cy="6256543"/>
            <a:chOff x="-4775" y="125152"/>
            <a:chExt cx="9148775" cy="4692407"/>
          </a:xfrm>
        </p:grpSpPr>
        <p:grpSp>
          <p:nvGrpSpPr>
            <p:cNvPr id="73" name="Google Shape;73;p4"/>
            <p:cNvGrpSpPr/>
            <p:nvPr/>
          </p:nvGrpSpPr>
          <p:grpSpPr>
            <a:xfrm>
              <a:off x="-4775" y="636650"/>
              <a:ext cx="9148775" cy="3936950"/>
              <a:chOff x="-4775" y="636650"/>
              <a:chExt cx="9148775" cy="3936950"/>
            </a:xfrm>
          </p:grpSpPr>
          <p:sp>
            <p:nvSpPr>
              <p:cNvPr id="74" name="Google Shape;74;p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 name="Google Shape;75;p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 name="Google Shape;76;p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 name="Google Shape;77;p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8" name="Google Shape;78;p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 name="Google Shape;79;p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80" name="Google Shape;80;p4"/>
            <p:cNvGrpSpPr/>
            <p:nvPr/>
          </p:nvGrpSpPr>
          <p:grpSpPr>
            <a:xfrm rot="-5400000">
              <a:off x="4587067" y="895676"/>
              <a:ext cx="4692407" cy="3151360"/>
              <a:chOff x="-4775" y="1422240"/>
              <a:chExt cx="9148775" cy="3151360"/>
            </a:xfrm>
          </p:grpSpPr>
          <p:sp>
            <p:nvSpPr>
              <p:cNvPr id="81" name="Google Shape;81;p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 name="Google Shape;82;p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3" name="Google Shape;83;p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4" name="Google Shape;84;p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 name="Google Shape;85;p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86" name="Google Shape;86;p4"/>
            <p:cNvGrpSpPr/>
            <p:nvPr/>
          </p:nvGrpSpPr>
          <p:grpSpPr>
            <a:xfrm rot="-5400000">
              <a:off x="257322" y="502881"/>
              <a:ext cx="4692407" cy="3936950"/>
              <a:chOff x="-4775" y="636650"/>
              <a:chExt cx="9148775" cy="3936950"/>
            </a:xfrm>
          </p:grpSpPr>
          <p:sp>
            <p:nvSpPr>
              <p:cNvPr id="87" name="Google Shape;87;p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8" name="Google Shape;88;p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 name="Google Shape;89;p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0" name="Google Shape;90;p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 name="Google Shape;91;p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 name="Google Shape;92;p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93" name="Google Shape;93;p4"/>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94" name="Google Shape;94;p4"/>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95" name="Google Shape;95;p4"/>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6" name="Google Shape;96;p4"/>
          <p:cNvSpPr txBox="1">
            <a:spLocks noGrp="1"/>
          </p:cNvSpPr>
          <p:nvPr>
            <p:ph type="body" idx="1"/>
          </p:nvPr>
        </p:nvSpPr>
        <p:spPr>
          <a:xfrm>
            <a:off x="960000" y="1536633"/>
            <a:ext cx="10272000" cy="471200"/>
          </a:xfrm>
          <a:prstGeom prst="rect">
            <a:avLst/>
          </a:prstGeom>
        </p:spPr>
        <p:txBody>
          <a:bodyPr spcFirstLastPara="1" wrap="square" lIns="91425" tIns="91425" rIns="91425" bIns="91425" anchor="t" anchorCtr="0">
            <a:noAutofit/>
          </a:bodyPr>
          <a:lstStyle>
            <a:lvl1pPr marL="609585" lvl="0" indent="-423323" algn="ctr" rtl="0">
              <a:spcBef>
                <a:spcPts val="0"/>
              </a:spcBef>
              <a:spcAft>
                <a:spcPts val="0"/>
              </a:spcAft>
              <a:buSzPts val="1400"/>
              <a:buChar char="●"/>
              <a:defRPr/>
            </a:lvl1pPr>
            <a:lvl2pPr marL="1219170" lvl="1" indent="-406390" algn="ctr" rtl="0">
              <a:lnSpc>
                <a:spcPct val="115000"/>
              </a:lnSpc>
              <a:spcBef>
                <a:spcPts val="0"/>
              </a:spcBef>
              <a:spcAft>
                <a:spcPts val="0"/>
              </a:spcAft>
              <a:buSzPts val="1200"/>
              <a:buChar char="○"/>
              <a:defRPr/>
            </a:lvl2pPr>
            <a:lvl3pPr marL="1828754" lvl="2" indent="-406390" algn="ctr" rtl="0">
              <a:lnSpc>
                <a:spcPct val="115000"/>
              </a:lnSpc>
              <a:spcBef>
                <a:spcPts val="0"/>
              </a:spcBef>
              <a:spcAft>
                <a:spcPts val="0"/>
              </a:spcAft>
              <a:buSzPts val="1200"/>
              <a:buChar char="■"/>
              <a:defRPr/>
            </a:lvl3pPr>
            <a:lvl4pPr marL="2438339" lvl="3" indent="-406390" algn="ctr" rtl="0">
              <a:lnSpc>
                <a:spcPct val="115000"/>
              </a:lnSpc>
              <a:spcBef>
                <a:spcPts val="0"/>
              </a:spcBef>
              <a:spcAft>
                <a:spcPts val="0"/>
              </a:spcAft>
              <a:buSzPts val="1200"/>
              <a:buChar char="●"/>
              <a:defRPr/>
            </a:lvl4pPr>
            <a:lvl5pPr marL="3047924" lvl="4" indent="-406390" algn="ctr" rtl="0">
              <a:lnSpc>
                <a:spcPct val="115000"/>
              </a:lnSpc>
              <a:spcBef>
                <a:spcPts val="0"/>
              </a:spcBef>
              <a:spcAft>
                <a:spcPts val="0"/>
              </a:spcAft>
              <a:buSzPts val="1200"/>
              <a:buChar char="○"/>
              <a:defRPr/>
            </a:lvl5pPr>
            <a:lvl6pPr marL="3657509" lvl="5" indent="-406390" algn="ctr" rtl="0">
              <a:lnSpc>
                <a:spcPct val="115000"/>
              </a:lnSpc>
              <a:spcBef>
                <a:spcPts val="0"/>
              </a:spcBef>
              <a:spcAft>
                <a:spcPts val="0"/>
              </a:spcAft>
              <a:buSzPts val="1200"/>
              <a:buChar char="■"/>
              <a:defRPr/>
            </a:lvl6pPr>
            <a:lvl7pPr marL="4267093" lvl="6" indent="-406390" algn="ctr" rtl="0">
              <a:lnSpc>
                <a:spcPct val="115000"/>
              </a:lnSpc>
              <a:spcBef>
                <a:spcPts val="0"/>
              </a:spcBef>
              <a:spcAft>
                <a:spcPts val="0"/>
              </a:spcAft>
              <a:buSzPts val="1200"/>
              <a:buChar char="●"/>
              <a:defRPr/>
            </a:lvl7pPr>
            <a:lvl8pPr marL="4876678" lvl="7" indent="-406390" algn="ctr" rtl="0">
              <a:lnSpc>
                <a:spcPct val="115000"/>
              </a:lnSpc>
              <a:spcBef>
                <a:spcPts val="0"/>
              </a:spcBef>
              <a:spcAft>
                <a:spcPts val="0"/>
              </a:spcAft>
              <a:buSzPts val="1200"/>
              <a:buChar char="○"/>
              <a:defRPr/>
            </a:lvl8pPr>
            <a:lvl9pPr marL="5486263" lvl="8" indent="-406390" algn="ctr" rtl="0">
              <a:lnSpc>
                <a:spcPct val="115000"/>
              </a:lnSpc>
              <a:spcBef>
                <a:spcPts val="0"/>
              </a:spcBef>
              <a:spcAft>
                <a:spcPts val="0"/>
              </a:spcAft>
              <a:buSzPts val="1200"/>
              <a:buChar char="■"/>
              <a:defRPr/>
            </a:lvl9pPr>
          </a:lstStyle>
          <a:p>
            <a:endParaRPr/>
          </a:p>
        </p:txBody>
      </p:sp>
      <p:grpSp>
        <p:nvGrpSpPr>
          <p:cNvPr id="97" name="Google Shape;97;p4"/>
          <p:cNvGrpSpPr/>
          <p:nvPr/>
        </p:nvGrpSpPr>
        <p:grpSpPr>
          <a:xfrm>
            <a:off x="10512604" y="-67165"/>
            <a:ext cx="1614805" cy="1356909"/>
            <a:chOff x="7884425" y="-50375"/>
            <a:chExt cx="1211104" cy="969406"/>
          </a:xfrm>
        </p:grpSpPr>
        <p:sp>
          <p:nvSpPr>
            <p:cNvPr id="98" name="Google Shape;98;p4"/>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 name="Google Shape;99;p4"/>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 name="Google Shape;100;p4"/>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 name="Google Shape;101;p4"/>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 name="Google Shape;102;p4"/>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3" name="Google Shape;103;p4"/>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 name="Google Shape;104;p4"/>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 name="Google Shape;105;p4"/>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 name="Google Shape;106;p4"/>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 name="Google Shape;107;p4"/>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8" name="Google Shape;108;p4"/>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9" name="Google Shape;109;p4"/>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10" name="Google Shape;110;p4"/>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11" name="Google Shape;111;p4"/>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12" name="Google Shape;112;p4"/>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13" name="Google Shape;113;p4"/>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14" name="Google Shape;114;p4"/>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15" name="Google Shape;115;p4"/>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41574188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16"/>
        <p:cNvGrpSpPr/>
        <p:nvPr/>
      </p:nvGrpSpPr>
      <p:grpSpPr>
        <a:xfrm>
          <a:off x="0" y="0"/>
          <a:ext cx="0" cy="0"/>
          <a:chOff x="0" y="0"/>
          <a:chExt cx="0" cy="0"/>
        </a:xfrm>
      </p:grpSpPr>
      <p:sp>
        <p:nvSpPr>
          <p:cNvPr id="117" name="Google Shape;117;p5"/>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118" name="Google Shape;118;p5"/>
          <p:cNvGrpSpPr/>
          <p:nvPr/>
        </p:nvGrpSpPr>
        <p:grpSpPr>
          <a:xfrm>
            <a:off x="-6366" y="166870"/>
            <a:ext cx="12198367" cy="6256543"/>
            <a:chOff x="-4775" y="125152"/>
            <a:chExt cx="9148775" cy="4692407"/>
          </a:xfrm>
        </p:grpSpPr>
        <p:grpSp>
          <p:nvGrpSpPr>
            <p:cNvPr id="119" name="Google Shape;119;p5"/>
            <p:cNvGrpSpPr/>
            <p:nvPr/>
          </p:nvGrpSpPr>
          <p:grpSpPr>
            <a:xfrm>
              <a:off x="-4775" y="636650"/>
              <a:ext cx="9148775" cy="3936950"/>
              <a:chOff x="-4775" y="636650"/>
              <a:chExt cx="9148775" cy="3936950"/>
            </a:xfrm>
          </p:grpSpPr>
          <p:sp>
            <p:nvSpPr>
              <p:cNvPr id="120" name="Google Shape;120;p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1" name="Google Shape;121;p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2" name="Google Shape;122;p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3" name="Google Shape;123;p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4" name="Google Shape;124;p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5" name="Google Shape;125;p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26" name="Google Shape;126;p5"/>
            <p:cNvGrpSpPr/>
            <p:nvPr/>
          </p:nvGrpSpPr>
          <p:grpSpPr>
            <a:xfrm rot="-5400000">
              <a:off x="4587067" y="895676"/>
              <a:ext cx="4692407" cy="3151360"/>
              <a:chOff x="-4775" y="1422240"/>
              <a:chExt cx="9148775" cy="3151360"/>
            </a:xfrm>
          </p:grpSpPr>
          <p:sp>
            <p:nvSpPr>
              <p:cNvPr id="127" name="Google Shape;127;p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8" name="Google Shape;128;p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29" name="Google Shape;129;p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0" name="Google Shape;130;p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1" name="Google Shape;131;p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32" name="Google Shape;132;p5"/>
            <p:cNvGrpSpPr/>
            <p:nvPr/>
          </p:nvGrpSpPr>
          <p:grpSpPr>
            <a:xfrm rot="-5400000">
              <a:off x="257322" y="502881"/>
              <a:ext cx="4692407" cy="3936950"/>
              <a:chOff x="-4775" y="636650"/>
              <a:chExt cx="9148775" cy="3936950"/>
            </a:xfrm>
          </p:grpSpPr>
          <p:sp>
            <p:nvSpPr>
              <p:cNvPr id="133" name="Google Shape;133;p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4" name="Google Shape;134;p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5" name="Google Shape;135;p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6" name="Google Shape;136;p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7" name="Google Shape;137;p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38" name="Google Shape;138;p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139" name="Google Shape;139;p5"/>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40" name="Google Shape;140;p5"/>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41" name="Google Shape;141;p5"/>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42" name="Google Shape;142;p5"/>
          <p:cNvSpPr txBox="1">
            <a:spLocks noGrp="1"/>
          </p:cNvSpPr>
          <p:nvPr>
            <p:ph type="subTitle" idx="1"/>
          </p:nvPr>
        </p:nvSpPr>
        <p:spPr>
          <a:xfrm>
            <a:off x="5568937" y="3509428"/>
            <a:ext cx="3426400" cy="19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3" name="Google Shape;143;p5"/>
          <p:cNvSpPr txBox="1">
            <a:spLocks noGrp="1"/>
          </p:cNvSpPr>
          <p:nvPr>
            <p:ph type="subTitle" idx="2"/>
          </p:nvPr>
        </p:nvSpPr>
        <p:spPr>
          <a:xfrm>
            <a:off x="1554467" y="3509428"/>
            <a:ext cx="3426400" cy="19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5"/>
          <p:cNvSpPr txBox="1">
            <a:spLocks noGrp="1"/>
          </p:cNvSpPr>
          <p:nvPr>
            <p:ph type="subTitle" idx="3"/>
          </p:nvPr>
        </p:nvSpPr>
        <p:spPr>
          <a:xfrm>
            <a:off x="1554467" y="3062233"/>
            <a:ext cx="3426400" cy="55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45" name="Google Shape;145;p5"/>
          <p:cNvSpPr txBox="1">
            <a:spLocks noGrp="1"/>
          </p:cNvSpPr>
          <p:nvPr>
            <p:ph type="subTitle" idx="4"/>
          </p:nvPr>
        </p:nvSpPr>
        <p:spPr>
          <a:xfrm>
            <a:off x="5568841" y="3062233"/>
            <a:ext cx="3426400" cy="55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9984328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46"/>
        <p:cNvGrpSpPr/>
        <p:nvPr/>
      </p:nvGrpSpPr>
      <p:grpSpPr>
        <a:xfrm>
          <a:off x="0" y="0"/>
          <a:ext cx="0" cy="0"/>
          <a:chOff x="0" y="0"/>
          <a:chExt cx="0" cy="0"/>
        </a:xfrm>
      </p:grpSpPr>
      <p:sp>
        <p:nvSpPr>
          <p:cNvPr id="147" name="Google Shape;147;p6"/>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148" name="Google Shape;148;p6"/>
          <p:cNvGrpSpPr/>
          <p:nvPr/>
        </p:nvGrpSpPr>
        <p:grpSpPr>
          <a:xfrm>
            <a:off x="-6366" y="166870"/>
            <a:ext cx="12198367" cy="6256543"/>
            <a:chOff x="-4775" y="125152"/>
            <a:chExt cx="9148775" cy="4692407"/>
          </a:xfrm>
        </p:grpSpPr>
        <p:grpSp>
          <p:nvGrpSpPr>
            <p:cNvPr id="149" name="Google Shape;149;p6"/>
            <p:cNvGrpSpPr/>
            <p:nvPr/>
          </p:nvGrpSpPr>
          <p:grpSpPr>
            <a:xfrm>
              <a:off x="-4775" y="636650"/>
              <a:ext cx="9148775" cy="3936950"/>
              <a:chOff x="-4775" y="636650"/>
              <a:chExt cx="9148775" cy="3936950"/>
            </a:xfrm>
          </p:grpSpPr>
          <p:sp>
            <p:nvSpPr>
              <p:cNvPr id="150" name="Google Shape;150;p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1" name="Google Shape;151;p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2" name="Google Shape;152;p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3" name="Google Shape;153;p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4" name="Google Shape;154;p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5" name="Google Shape;155;p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56" name="Google Shape;156;p6"/>
            <p:cNvGrpSpPr/>
            <p:nvPr/>
          </p:nvGrpSpPr>
          <p:grpSpPr>
            <a:xfrm rot="-5400000">
              <a:off x="4587067" y="895676"/>
              <a:ext cx="4692407" cy="3151360"/>
              <a:chOff x="-4775" y="1422240"/>
              <a:chExt cx="9148775" cy="3151360"/>
            </a:xfrm>
          </p:grpSpPr>
          <p:sp>
            <p:nvSpPr>
              <p:cNvPr id="157" name="Google Shape;157;p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8" name="Google Shape;158;p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59" name="Google Shape;159;p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0" name="Google Shape;160;p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1" name="Google Shape;161;p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62" name="Google Shape;162;p6"/>
            <p:cNvGrpSpPr/>
            <p:nvPr/>
          </p:nvGrpSpPr>
          <p:grpSpPr>
            <a:xfrm rot="-5400000">
              <a:off x="257322" y="502881"/>
              <a:ext cx="4692407" cy="3936950"/>
              <a:chOff x="-4775" y="636650"/>
              <a:chExt cx="9148775" cy="3936950"/>
            </a:xfrm>
          </p:grpSpPr>
          <p:sp>
            <p:nvSpPr>
              <p:cNvPr id="163" name="Google Shape;163;p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4" name="Google Shape;164;p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5" name="Google Shape;165;p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6" name="Google Shape;166;p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7" name="Google Shape;167;p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8" name="Google Shape;168;p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169" name="Google Shape;169;p6"/>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70" name="Google Shape;170;p6"/>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71" name="Google Shape;171;p6"/>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172" name="Google Shape;172;p6"/>
          <p:cNvGrpSpPr/>
          <p:nvPr/>
        </p:nvGrpSpPr>
        <p:grpSpPr>
          <a:xfrm rot="-915565">
            <a:off x="11164897" y="-1445"/>
            <a:ext cx="782233" cy="1429583"/>
            <a:chOff x="6663647" y="-670530"/>
            <a:chExt cx="1253302" cy="2349448"/>
          </a:xfrm>
        </p:grpSpPr>
        <p:sp>
          <p:nvSpPr>
            <p:cNvPr id="173" name="Google Shape;173;p6"/>
            <p:cNvSpPr/>
            <p:nvPr/>
          </p:nvSpPr>
          <p:spPr>
            <a:xfrm>
              <a:off x="7792531" y="-670530"/>
              <a:ext cx="37500" cy="87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4" name="Google Shape;174;p6"/>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5" name="Google Shape;175;p6"/>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6" name="Google Shape;176;p6"/>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7" name="Google Shape;177;p6"/>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8" name="Google Shape;178;p6"/>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9" name="Google Shape;179;p6"/>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0" name="Google Shape;180;p6"/>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1" name="Google Shape;181;p6"/>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2" name="Google Shape;182;p6"/>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3" name="Google Shape;183;p6"/>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4" name="Google Shape;184;p6"/>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5" name="Google Shape;185;p6"/>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6" name="Google Shape;186;p6"/>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7" name="Google Shape;187;p6"/>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8" name="Google Shape;188;p6"/>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9" name="Google Shape;189;p6"/>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90" name="Google Shape;190;p6"/>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323258604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91"/>
        <p:cNvGrpSpPr/>
        <p:nvPr/>
      </p:nvGrpSpPr>
      <p:grpSpPr>
        <a:xfrm>
          <a:off x="0" y="0"/>
          <a:ext cx="0" cy="0"/>
          <a:chOff x="0" y="0"/>
          <a:chExt cx="0" cy="0"/>
        </a:xfrm>
      </p:grpSpPr>
      <p:sp>
        <p:nvSpPr>
          <p:cNvPr id="192" name="Google Shape;192;p7"/>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193" name="Google Shape;193;p7"/>
          <p:cNvGrpSpPr/>
          <p:nvPr/>
        </p:nvGrpSpPr>
        <p:grpSpPr>
          <a:xfrm>
            <a:off x="-6366" y="166870"/>
            <a:ext cx="12198367" cy="6256543"/>
            <a:chOff x="-4775" y="125152"/>
            <a:chExt cx="9148775" cy="4692407"/>
          </a:xfrm>
        </p:grpSpPr>
        <p:grpSp>
          <p:nvGrpSpPr>
            <p:cNvPr id="194" name="Google Shape;194;p7"/>
            <p:cNvGrpSpPr/>
            <p:nvPr/>
          </p:nvGrpSpPr>
          <p:grpSpPr>
            <a:xfrm>
              <a:off x="-4775" y="636650"/>
              <a:ext cx="9148775" cy="3936950"/>
              <a:chOff x="-4775" y="636650"/>
              <a:chExt cx="9148775" cy="3936950"/>
            </a:xfrm>
          </p:grpSpPr>
          <p:sp>
            <p:nvSpPr>
              <p:cNvPr id="195" name="Google Shape;195;p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96" name="Google Shape;196;p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97" name="Google Shape;197;p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98" name="Google Shape;198;p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99" name="Google Shape;199;p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0" name="Google Shape;200;p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01" name="Google Shape;201;p7"/>
            <p:cNvGrpSpPr/>
            <p:nvPr/>
          </p:nvGrpSpPr>
          <p:grpSpPr>
            <a:xfrm rot="-5400000">
              <a:off x="4587067" y="895676"/>
              <a:ext cx="4692407" cy="3151360"/>
              <a:chOff x="-4775" y="1422240"/>
              <a:chExt cx="9148775" cy="3151360"/>
            </a:xfrm>
          </p:grpSpPr>
          <p:sp>
            <p:nvSpPr>
              <p:cNvPr id="202" name="Google Shape;202;p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3" name="Google Shape;203;p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4" name="Google Shape;204;p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5" name="Google Shape;205;p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6" name="Google Shape;206;p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07" name="Google Shape;207;p7"/>
            <p:cNvGrpSpPr/>
            <p:nvPr/>
          </p:nvGrpSpPr>
          <p:grpSpPr>
            <a:xfrm rot="-5400000">
              <a:off x="257322" y="502881"/>
              <a:ext cx="4692407" cy="3936950"/>
              <a:chOff x="-4775" y="636650"/>
              <a:chExt cx="9148775" cy="3936950"/>
            </a:xfrm>
          </p:grpSpPr>
          <p:sp>
            <p:nvSpPr>
              <p:cNvPr id="208" name="Google Shape;208;p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9" name="Google Shape;209;p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0" name="Google Shape;210;p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1" name="Google Shape;211;p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2" name="Google Shape;212;p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3" name="Google Shape;213;p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214" name="Google Shape;214;p7"/>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5" name="Google Shape;215;p7"/>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6" name="Google Shape;216;p7"/>
          <p:cNvSpPr txBox="1">
            <a:spLocks noGrp="1"/>
          </p:cNvSpPr>
          <p:nvPr>
            <p:ph type="title"/>
          </p:nvPr>
        </p:nvSpPr>
        <p:spPr>
          <a:xfrm>
            <a:off x="6116967" y="1628967"/>
            <a:ext cx="49812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17" name="Google Shape;217;p7"/>
          <p:cNvSpPr txBox="1">
            <a:spLocks noGrp="1"/>
          </p:cNvSpPr>
          <p:nvPr>
            <p:ph type="body" idx="1"/>
          </p:nvPr>
        </p:nvSpPr>
        <p:spPr>
          <a:xfrm>
            <a:off x="6116967" y="2625333"/>
            <a:ext cx="4981200" cy="2276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06390" rtl="0">
              <a:lnSpc>
                <a:spcPct val="115000"/>
              </a:lnSpc>
              <a:spcBef>
                <a:spcPts val="0"/>
              </a:spcBef>
              <a:spcAft>
                <a:spcPts val="0"/>
              </a:spcAft>
              <a:buSzPts val="1200"/>
              <a:buChar char="○"/>
              <a:defRPr/>
            </a:lvl2pPr>
            <a:lvl3pPr marL="1828754" lvl="2" indent="-406390" rtl="0">
              <a:lnSpc>
                <a:spcPct val="115000"/>
              </a:lnSpc>
              <a:spcBef>
                <a:spcPts val="0"/>
              </a:spcBef>
              <a:spcAft>
                <a:spcPts val="0"/>
              </a:spcAft>
              <a:buSzPts val="1200"/>
              <a:buChar char="■"/>
              <a:defRPr/>
            </a:lvl3pPr>
            <a:lvl4pPr marL="2438339" lvl="3" indent="-406390" rtl="0">
              <a:lnSpc>
                <a:spcPct val="115000"/>
              </a:lnSpc>
              <a:spcBef>
                <a:spcPts val="0"/>
              </a:spcBef>
              <a:spcAft>
                <a:spcPts val="0"/>
              </a:spcAft>
              <a:buSzPts val="1200"/>
              <a:buChar char="●"/>
              <a:defRPr/>
            </a:lvl4pPr>
            <a:lvl5pPr marL="3047924" lvl="4" indent="-406390" rtl="0">
              <a:lnSpc>
                <a:spcPct val="115000"/>
              </a:lnSpc>
              <a:spcBef>
                <a:spcPts val="0"/>
              </a:spcBef>
              <a:spcAft>
                <a:spcPts val="0"/>
              </a:spcAft>
              <a:buSzPts val="1200"/>
              <a:buChar char="○"/>
              <a:defRPr/>
            </a:lvl5pPr>
            <a:lvl6pPr marL="3657509" lvl="5" indent="-406390" rtl="0">
              <a:lnSpc>
                <a:spcPct val="115000"/>
              </a:lnSpc>
              <a:spcBef>
                <a:spcPts val="0"/>
              </a:spcBef>
              <a:spcAft>
                <a:spcPts val="0"/>
              </a:spcAft>
              <a:buSzPts val="1200"/>
              <a:buChar char="■"/>
              <a:defRPr/>
            </a:lvl6pPr>
            <a:lvl7pPr marL="4267093" lvl="6" indent="-406390" rtl="0">
              <a:lnSpc>
                <a:spcPct val="115000"/>
              </a:lnSpc>
              <a:spcBef>
                <a:spcPts val="0"/>
              </a:spcBef>
              <a:spcAft>
                <a:spcPts val="0"/>
              </a:spcAft>
              <a:buSzPts val="1200"/>
              <a:buChar char="●"/>
              <a:defRPr/>
            </a:lvl7pPr>
            <a:lvl8pPr marL="4876678" lvl="7" indent="-406390" rtl="0">
              <a:lnSpc>
                <a:spcPct val="115000"/>
              </a:lnSpc>
              <a:spcBef>
                <a:spcPts val="0"/>
              </a:spcBef>
              <a:spcAft>
                <a:spcPts val="0"/>
              </a:spcAft>
              <a:buSzPts val="1200"/>
              <a:buChar char="○"/>
              <a:defRPr/>
            </a:lvl8pPr>
            <a:lvl9pPr marL="5486263" lvl="8" indent="-406390" rtl="0">
              <a:lnSpc>
                <a:spcPct val="115000"/>
              </a:lnSpc>
              <a:spcBef>
                <a:spcPts val="0"/>
              </a:spcBef>
              <a:spcAft>
                <a:spcPts val="0"/>
              </a:spcAft>
              <a:buSzPts val="1200"/>
              <a:buChar char="■"/>
              <a:defRPr/>
            </a:lvl9pPr>
          </a:lstStyle>
          <a:p>
            <a:endParaRPr/>
          </a:p>
        </p:txBody>
      </p:sp>
      <p:sp>
        <p:nvSpPr>
          <p:cNvPr id="218" name="Google Shape;218;p7"/>
          <p:cNvSpPr>
            <a:spLocks noGrp="1"/>
          </p:cNvSpPr>
          <p:nvPr>
            <p:ph type="pic" idx="2"/>
          </p:nvPr>
        </p:nvSpPr>
        <p:spPr>
          <a:xfrm>
            <a:off x="1070033" y="1180000"/>
            <a:ext cx="4293200" cy="4498000"/>
          </a:xfrm>
          <a:prstGeom prst="roundRect">
            <a:avLst>
              <a:gd name="adj" fmla="val 16667"/>
            </a:avLst>
          </a:prstGeom>
          <a:noFill/>
          <a:ln>
            <a:noFill/>
          </a:ln>
        </p:spPr>
        <p:txBody>
          <a:bodyPr/>
          <a:lstStyle/>
          <a:p>
            <a:endParaRPr lang="en-US"/>
          </a:p>
        </p:txBody>
      </p:sp>
      <p:grpSp>
        <p:nvGrpSpPr>
          <p:cNvPr id="219" name="Google Shape;219;p7"/>
          <p:cNvGrpSpPr/>
          <p:nvPr/>
        </p:nvGrpSpPr>
        <p:grpSpPr>
          <a:xfrm flipH="1">
            <a:off x="521671" y="-252265"/>
            <a:ext cx="1614805" cy="1356909"/>
            <a:chOff x="7884425" y="-50375"/>
            <a:chExt cx="1211104" cy="969406"/>
          </a:xfrm>
        </p:grpSpPr>
        <p:sp>
          <p:nvSpPr>
            <p:cNvPr id="220" name="Google Shape;220;p7"/>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1" name="Google Shape;221;p7"/>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2" name="Google Shape;222;p7"/>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3" name="Google Shape;223;p7"/>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4" name="Google Shape;224;p7"/>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5" name="Google Shape;225;p7"/>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6" name="Google Shape;226;p7"/>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7" name="Google Shape;227;p7"/>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8" name="Google Shape;228;p7"/>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9" name="Google Shape;229;p7"/>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0" name="Google Shape;230;p7"/>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1" name="Google Shape;231;p7"/>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2" name="Google Shape;232;p7"/>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3" name="Google Shape;233;p7"/>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4" name="Google Shape;234;p7"/>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5" name="Google Shape;235;p7"/>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6" name="Google Shape;236;p7"/>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37" name="Google Shape;237;p7"/>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38" name="Google Shape;238;p7"/>
          <p:cNvGrpSpPr/>
          <p:nvPr/>
        </p:nvGrpSpPr>
        <p:grpSpPr>
          <a:xfrm>
            <a:off x="11098169" y="363826"/>
            <a:ext cx="816159" cy="816159"/>
            <a:chOff x="715100" y="535000"/>
            <a:chExt cx="512835" cy="512835"/>
          </a:xfrm>
        </p:grpSpPr>
        <p:sp>
          <p:nvSpPr>
            <p:cNvPr id="239" name="Google Shape;239;p7"/>
            <p:cNvSpPr/>
            <p:nvPr/>
          </p:nvSpPr>
          <p:spPr>
            <a:xfrm>
              <a:off x="715100" y="535000"/>
              <a:ext cx="512835" cy="512835"/>
            </a:xfrm>
            <a:custGeom>
              <a:avLst/>
              <a:gdLst/>
              <a:ahLst/>
              <a:cxnLst/>
              <a:rect l="l" t="t" r="r" b="b"/>
              <a:pathLst>
                <a:path w="24620" h="24620" extrusionOk="0">
                  <a:moveTo>
                    <a:pt x="12309" y="1"/>
                  </a:moveTo>
                  <a:cubicBezTo>
                    <a:pt x="5498" y="1"/>
                    <a:pt x="1" y="5518"/>
                    <a:pt x="1" y="12311"/>
                  </a:cubicBezTo>
                  <a:cubicBezTo>
                    <a:pt x="1" y="19122"/>
                    <a:pt x="5498" y="24619"/>
                    <a:pt x="12309" y="24619"/>
                  </a:cubicBezTo>
                  <a:cubicBezTo>
                    <a:pt x="19102" y="24619"/>
                    <a:pt x="24619" y="19122"/>
                    <a:pt x="24619" y="12311"/>
                  </a:cubicBezTo>
                  <a:cubicBezTo>
                    <a:pt x="24619" y="5518"/>
                    <a:pt x="19102" y="1"/>
                    <a:pt x="123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40" name="Google Shape;240;p7"/>
            <p:cNvSpPr/>
            <p:nvPr/>
          </p:nvSpPr>
          <p:spPr>
            <a:xfrm>
              <a:off x="748637" y="568537"/>
              <a:ext cx="445762" cy="445762"/>
            </a:xfrm>
            <a:custGeom>
              <a:avLst/>
              <a:gdLst/>
              <a:ahLst/>
              <a:cxnLst/>
              <a:rect l="l" t="t" r="r" b="b"/>
              <a:pathLst>
                <a:path w="21400" h="21400" extrusionOk="0">
                  <a:moveTo>
                    <a:pt x="10699" y="0"/>
                  </a:moveTo>
                  <a:cubicBezTo>
                    <a:pt x="4791" y="0"/>
                    <a:pt x="0" y="4791"/>
                    <a:pt x="0" y="10701"/>
                  </a:cubicBezTo>
                  <a:cubicBezTo>
                    <a:pt x="0" y="16609"/>
                    <a:pt x="4791" y="21399"/>
                    <a:pt x="10699" y="21399"/>
                  </a:cubicBezTo>
                  <a:cubicBezTo>
                    <a:pt x="16609" y="21399"/>
                    <a:pt x="21399" y="16609"/>
                    <a:pt x="21399" y="10701"/>
                  </a:cubicBezTo>
                  <a:cubicBezTo>
                    <a:pt x="21399" y="4791"/>
                    <a:pt x="16609" y="0"/>
                    <a:pt x="106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41" name="Google Shape;241;p7"/>
            <p:cNvSpPr/>
            <p:nvPr/>
          </p:nvSpPr>
          <p:spPr>
            <a:xfrm>
              <a:off x="768260" y="588160"/>
              <a:ext cx="406497" cy="406497"/>
            </a:xfrm>
            <a:custGeom>
              <a:avLst/>
              <a:gdLst/>
              <a:ahLst/>
              <a:cxnLst/>
              <a:rect l="l" t="t" r="r" b="b"/>
              <a:pathLst>
                <a:path w="19515" h="19515" extrusionOk="0">
                  <a:moveTo>
                    <a:pt x="9443" y="1"/>
                  </a:moveTo>
                  <a:lnTo>
                    <a:pt x="9443" y="2592"/>
                  </a:lnTo>
                  <a:lnTo>
                    <a:pt x="10071" y="2592"/>
                  </a:lnTo>
                  <a:lnTo>
                    <a:pt x="10071" y="1"/>
                  </a:lnTo>
                  <a:close/>
                  <a:moveTo>
                    <a:pt x="1" y="9444"/>
                  </a:moveTo>
                  <a:lnTo>
                    <a:pt x="1" y="10073"/>
                  </a:lnTo>
                  <a:lnTo>
                    <a:pt x="2592" y="10073"/>
                  </a:lnTo>
                  <a:lnTo>
                    <a:pt x="2592" y="9444"/>
                  </a:lnTo>
                  <a:close/>
                  <a:moveTo>
                    <a:pt x="16924" y="9444"/>
                  </a:moveTo>
                  <a:lnTo>
                    <a:pt x="16924" y="10073"/>
                  </a:lnTo>
                  <a:lnTo>
                    <a:pt x="19515" y="10073"/>
                  </a:lnTo>
                  <a:lnTo>
                    <a:pt x="19515" y="9444"/>
                  </a:lnTo>
                  <a:close/>
                  <a:moveTo>
                    <a:pt x="9443" y="16923"/>
                  </a:moveTo>
                  <a:lnTo>
                    <a:pt x="9443" y="19515"/>
                  </a:lnTo>
                  <a:lnTo>
                    <a:pt x="10071" y="19515"/>
                  </a:lnTo>
                  <a:lnTo>
                    <a:pt x="10071" y="1692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42" name="Google Shape;242;p7"/>
            <p:cNvSpPr/>
            <p:nvPr/>
          </p:nvSpPr>
          <p:spPr>
            <a:xfrm>
              <a:off x="871309" y="682647"/>
              <a:ext cx="206529" cy="128417"/>
            </a:xfrm>
            <a:custGeom>
              <a:avLst/>
              <a:gdLst/>
              <a:ahLst/>
              <a:cxnLst/>
              <a:rect l="l" t="t" r="r" b="b"/>
              <a:pathLst>
                <a:path w="9915" h="6165" extrusionOk="0">
                  <a:moveTo>
                    <a:pt x="9542" y="0"/>
                  </a:moveTo>
                  <a:lnTo>
                    <a:pt x="5320" y="4437"/>
                  </a:lnTo>
                  <a:cubicBezTo>
                    <a:pt x="5163" y="4338"/>
                    <a:pt x="4988" y="4280"/>
                    <a:pt x="4810" y="4280"/>
                  </a:cubicBezTo>
                  <a:cubicBezTo>
                    <a:pt x="4673" y="4280"/>
                    <a:pt x="4535" y="4319"/>
                    <a:pt x="4417" y="4359"/>
                  </a:cubicBezTo>
                  <a:lnTo>
                    <a:pt x="570" y="1100"/>
                  </a:lnTo>
                  <a:lnTo>
                    <a:pt x="1" y="1786"/>
                  </a:lnTo>
                  <a:lnTo>
                    <a:pt x="3868" y="5084"/>
                  </a:lnTo>
                  <a:lnTo>
                    <a:pt x="3868" y="5223"/>
                  </a:lnTo>
                  <a:cubicBezTo>
                    <a:pt x="3868" y="5752"/>
                    <a:pt x="4281" y="6165"/>
                    <a:pt x="4810" y="6165"/>
                  </a:cubicBezTo>
                  <a:cubicBezTo>
                    <a:pt x="5320" y="6165"/>
                    <a:pt x="5752" y="5752"/>
                    <a:pt x="5752" y="5223"/>
                  </a:cubicBezTo>
                  <a:cubicBezTo>
                    <a:pt x="5752" y="5084"/>
                    <a:pt x="5713" y="4948"/>
                    <a:pt x="5655" y="4830"/>
                  </a:cubicBezTo>
                  <a:lnTo>
                    <a:pt x="9914" y="354"/>
                  </a:lnTo>
                  <a:lnTo>
                    <a:pt x="95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0578987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43"/>
        <p:cNvGrpSpPr/>
        <p:nvPr/>
      </p:nvGrpSpPr>
      <p:grpSpPr>
        <a:xfrm>
          <a:off x="0" y="0"/>
          <a:ext cx="0" cy="0"/>
          <a:chOff x="0" y="0"/>
          <a:chExt cx="0" cy="0"/>
        </a:xfrm>
      </p:grpSpPr>
      <p:sp>
        <p:nvSpPr>
          <p:cNvPr id="244" name="Google Shape;244;p8"/>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245" name="Google Shape;245;p8"/>
          <p:cNvGrpSpPr/>
          <p:nvPr/>
        </p:nvGrpSpPr>
        <p:grpSpPr>
          <a:xfrm>
            <a:off x="-6366" y="166870"/>
            <a:ext cx="12198367" cy="6256543"/>
            <a:chOff x="-4775" y="125152"/>
            <a:chExt cx="9148775" cy="4692407"/>
          </a:xfrm>
        </p:grpSpPr>
        <p:grpSp>
          <p:nvGrpSpPr>
            <p:cNvPr id="246" name="Google Shape;246;p8"/>
            <p:cNvGrpSpPr/>
            <p:nvPr/>
          </p:nvGrpSpPr>
          <p:grpSpPr>
            <a:xfrm>
              <a:off x="-4775" y="636650"/>
              <a:ext cx="9148775" cy="3936950"/>
              <a:chOff x="-4775" y="636650"/>
              <a:chExt cx="9148775" cy="3936950"/>
            </a:xfrm>
          </p:grpSpPr>
          <p:sp>
            <p:nvSpPr>
              <p:cNvPr id="247" name="Google Shape;247;p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48" name="Google Shape;248;p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49" name="Google Shape;249;p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0" name="Google Shape;250;p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1" name="Google Shape;251;p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2" name="Google Shape;252;p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53" name="Google Shape;253;p8"/>
            <p:cNvGrpSpPr/>
            <p:nvPr/>
          </p:nvGrpSpPr>
          <p:grpSpPr>
            <a:xfrm rot="-5400000">
              <a:off x="4587067" y="895676"/>
              <a:ext cx="4692407" cy="3151360"/>
              <a:chOff x="-4775" y="1422240"/>
              <a:chExt cx="9148775" cy="3151360"/>
            </a:xfrm>
          </p:grpSpPr>
          <p:sp>
            <p:nvSpPr>
              <p:cNvPr id="254" name="Google Shape;254;p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5" name="Google Shape;255;p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6" name="Google Shape;256;p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7" name="Google Shape;257;p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8" name="Google Shape;258;p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59" name="Google Shape;259;p8"/>
            <p:cNvGrpSpPr/>
            <p:nvPr/>
          </p:nvGrpSpPr>
          <p:grpSpPr>
            <a:xfrm rot="-5400000">
              <a:off x="257322" y="502881"/>
              <a:ext cx="4692407" cy="3936950"/>
              <a:chOff x="-4775" y="636650"/>
              <a:chExt cx="9148775" cy="3936950"/>
            </a:xfrm>
          </p:grpSpPr>
          <p:sp>
            <p:nvSpPr>
              <p:cNvPr id="260" name="Google Shape;260;p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61" name="Google Shape;261;p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62" name="Google Shape;262;p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63" name="Google Shape;263;p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64" name="Google Shape;264;p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65" name="Google Shape;265;p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266" name="Google Shape;266;p8"/>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67" name="Google Shape;267;p8"/>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68" name="Google Shape;268;p8"/>
          <p:cNvSpPr txBox="1">
            <a:spLocks noGrp="1"/>
          </p:cNvSpPr>
          <p:nvPr>
            <p:ph type="title"/>
          </p:nvPr>
        </p:nvSpPr>
        <p:spPr>
          <a:xfrm>
            <a:off x="3632200" y="1742800"/>
            <a:ext cx="4927600" cy="337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8000"/>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endParaRPr/>
          </a:p>
        </p:txBody>
      </p:sp>
    </p:spTree>
    <p:extLst>
      <p:ext uri="{BB962C8B-B14F-4D97-AF65-F5344CB8AC3E}">
        <p14:creationId xmlns:p14="http://schemas.microsoft.com/office/powerpoint/2010/main" val="22832790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69"/>
        <p:cNvGrpSpPr/>
        <p:nvPr/>
      </p:nvGrpSpPr>
      <p:grpSpPr>
        <a:xfrm>
          <a:off x="0" y="0"/>
          <a:ext cx="0" cy="0"/>
          <a:chOff x="0" y="0"/>
          <a:chExt cx="0" cy="0"/>
        </a:xfrm>
      </p:grpSpPr>
      <p:sp>
        <p:nvSpPr>
          <p:cNvPr id="270" name="Google Shape;270;p9"/>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271" name="Google Shape;271;p9"/>
          <p:cNvGrpSpPr/>
          <p:nvPr/>
        </p:nvGrpSpPr>
        <p:grpSpPr>
          <a:xfrm>
            <a:off x="-6366" y="166870"/>
            <a:ext cx="12198367" cy="6256543"/>
            <a:chOff x="-4775" y="125152"/>
            <a:chExt cx="9148775" cy="4692407"/>
          </a:xfrm>
        </p:grpSpPr>
        <p:grpSp>
          <p:nvGrpSpPr>
            <p:cNvPr id="272" name="Google Shape;272;p9"/>
            <p:cNvGrpSpPr/>
            <p:nvPr/>
          </p:nvGrpSpPr>
          <p:grpSpPr>
            <a:xfrm>
              <a:off x="-4775" y="636650"/>
              <a:ext cx="9148775" cy="3936950"/>
              <a:chOff x="-4775" y="636650"/>
              <a:chExt cx="9148775" cy="3936950"/>
            </a:xfrm>
          </p:grpSpPr>
          <p:sp>
            <p:nvSpPr>
              <p:cNvPr id="273" name="Google Shape;273;p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4" name="Google Shape;274;p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5" name="Google Shape;275;p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6" name="Google Shape;276;p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7" name="Google Shape;277;p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8" name="Google Shape;278;p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79" name="Google Shape;279;p9"/>
            <p:cNvGrpSpPr/>
            <p:nvPr/>
          </p:nvGrpSpPr>
          <p:grpSpPr>
            <a:xfrm rot="-5400000">
              <a:off x="4587067" y="895676"/>
              <a:ext cx="4692407" cy="3151360"/>
              <a:chOff x="-4775" y="1422240"/>
              <a:chExt cx="9148775" cy="3151360"/>
            </a:xfrm>
          </p:grpSpPr>
          <p:sp>
            <p:nvSpPr>
              <p:cNvPr id="280" name="Google Shape;280;p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1" name="Google Shape;281;p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2" name="Google Shape;282;p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3" name="Google Shape;283;p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4" name="Google Shape;284;p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285" name="Google Shape;285;p9"/>
            <p:cNvGrpSpPr/>
            <p:nvPr/>
          </p:nvGrpSpPr>
          <p:grpSpPr>
            <a:xfrm rot="-5400000">
              <a:off x="257322" y="502881"/>
              <a:ext cx="4692407" cy="3936950"/>
              <a:chOff x="-4775" y="636650"/>
              <a:chExt cx="9148775" cy="3936950"/>
            </a:xfrm>
          </p:grpSpPr>
          <p:sp>
            <p:nvSpPr>
              <p:cNvPr id="286" name="Google Shape;286;p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7" name="Google Shape;287;p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8" name="Google Shape;288;p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89" name="Google Shape;289;p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90" name="Google Shape;290;p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91" name="Google Shape;291;p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292" name="Google Shape;292;p9"/>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93" name="Google Shape;293;p9"/>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94" name="Google Shape;294;p9"/>
          <p:cNvSpPr txBox="1">
            <a:spLocks noGrp="1"/>
          </p:cNvSpPr>
          <p:nvPr>
            <p:ph type="title"/>
          </p:nvPr>
        </p:nvSpPr>
        <p:spPr>
          <a:xfrm>
            <a:off x="2935800" y="2113165"/>
            <a:ext cx="6320400" cy="11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95" name="Google Shape;295;p9"/>
          <p:cNvSpPr txBox="1">
            <a:spLocks noGrp="1"/>
          </p:cNvSpPr>
          <p:nvPr>
            <p:ph type="subTitle" idx="1"/>
          </p:nvPr>
        </p:nvSpPr>
        <p:spPr>
          <a:xfrm>
            <a:off x="2935900" y="3237235"/>
            <a:ext cx="6320400" cy="500000"/>
          </a:xfrm>
          <a:prstGeom prst="rect">
            <a:avLst/>
          </a:prstGeom>
          <a:solidFill>
            <a:schemeClr val="dk2"/>
          </a:solid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1pPr>
            <a:lvl2pPr lvl="1"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2pPr>
            <a:lvl3pPr lvl="2"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3pPr>
            <a:lvl4pPr lvl="3"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4pPr>
            <a:lvl5pPr lvl="4"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5pPr>
            <a:lvl6pPr lvl="5"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6pPr>
            <a:lvl7pPr lvl="6"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7pPr>
            <a:lvl8pPr lvl="7"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8pPr>
            <a:lvl9pPr lvl="8" algn="ctr" rtl="0">
              <a:lnSpc>
                <a:spcPct val="100000"/>
              </a:lnSpc>
              <a:spcBef>
                <a:spcPts val="0"/>
              </a:spcBef>
              <a:spcAft>
                <a:spcPts val="0"/>
              </a:spcAft>
              <a:buSzPts val="1400"/>
              <a:buFont typeface="Hind Siliguri Medium"/>
              <a:buNone/>
              <a:defRPr sz="1867">
                <a:latin typeface="Hind Siliguri Medium"/>
                <a:ea typeface="Hind Siliguri Medium"/>
                <a:cs typeface="Hind Siliguri Medium"/>
                <a:sym typeface="Hind Siliguri Medium"/>
              </a:defRPr>
            </a:lvl9pPr>
          </a:lstStyle>
          <a:p>
            <a:endParaRPr/>
          </a:p>
        </p:txBody>
      </p:sp>
    </p:spTree>
    <p:extLst>
      <p:ext uri="{BB962C8B-B14F-4D97-AF65-F5344CB8AC3E}">
        <p14:creationId xmlns:p14="http://schemas.microsoft.com/office/powerpoint/2010/main" val="10607192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96"/>
        <p:cNvGrpSpPr/>
        <p:nvPr/>
      </p:nvGrpSpPr>
      <p:grpSpPr>
        <a:xfrm>
          <a:off x="0" y="0"/>
          <a:ext cx="0" cy="0"/>
          <a:chOff x="0" y="0"/>
          <a:chExt cx="0" cy="0"/>
        </a:xfrm>
      </p:grpSpPr>
      <p:sp>
        <p:nvSpPr>
          <p:cNvPr id="297" name="Google Shape;297;p10"/>
          <p:cNvSpPr>
            <a:spLocks noGrp="1"/>
          </p:cNvSpPr>
          <p:nvPr>
            <p:ph type="pic" idx="2"/>
          </p:nvPr>
        </p:nvSpPr>
        <p:spPr>
          <a:xfrm>
            <a:off x="-9167" y="0"/>
            <a:ext cx="12192000" cy="6876400"/>
          </a:xfrm>
          <a:prstGeom prst="rect">
            <a:avLst/>
          </a:prstGeom>
          <a:noFill/>
          <a:ln>
            <a:noFill/>
          </a:ln>
        </p:spPr>
        <p:txBody>
          <a:bodyPr/>
          <a:lstStyle/>
          <a:p>
            <a:endParaRPr lang="en-US"/>
          </a:p>
        </p:txBody>
      </p:sp>
      <p:sp>
        <p:nvSpPr>
          <p:cNvPr id="298" name="Google Shape;298;p10"/>
          <p:cNvSpPr txBox="1">
            <a:spLocks noGrp="1"/>
          </p:cNvSpPr>
          <p:nvPr>
            <p:ph type="title"/>
          </p:nvPr>
        </p:nvSpPr>
        <p:spPr>
          <a:xfrm>
            <a:off x="2249500" y="5384000"/>
            <a:ext cx="7693200" cy="7636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10458756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99"/>
        <p:cNvGrpSpPr/>
        <p:nvPr/>
      </p:nvGrpSpPr>
      <p:grpSpPr>
        <a:xfrm>
          <a:off x="0" y="0"/>
          <a:ext cx="0" cy="0"/>
          <a:chOff x="0" y="0"/>
          <a:chExt cx="0" cy="0"/>
        </a:xfrm>
      </p:grpSpPr>
      <p:sp>
        <p:nvSpPr>
          <p:cNvPr id="300" name="Google Shape;300;p11"/>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301" name="Google Shape;301;p11"/>
          <p:cNvGrpSpPr/>
          <p:nvPr/>
        </p:nvGrpSpPr>
        <p:grpSpPr>
          <a:xfrm>
            <a:off x="-6366" y="166870"/>
            <a:ext cx="12198367" cy="6256543"/>
            <a:chOff x="-4775" y="125152"/>
            <a:chExt cx="9148775" cy="4692407"/>
          </a:xfrm>
        </p:grpSpPr>
        <p:grpSp>
          <p:nvGrpSpPr>
            <p:cNvPr id="302" name="Google Shape;302;p11"/>
            <p:cNvGrpSpPr/>
            <p:nvPr/>
          </p:nvGrpSpPr>
          <p:grpSpPr>
            <a:xfrm>
              <a:off x="-4775" y="636650"/>
              <a:ext cx="9148775" cy="3936950"/>
              <a:chOff x="-4775" y="636650"/>
              <a:chExt cx="9148775" cy="3936950"/>
            </a:xfrm>
          </p:grpSpPr>
          <p:sp>
            <p:nvSpPr>
              <p:cNvPr id="303" name="Google Shape;303;p1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04" name="Google Shape;304;p1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05" name="Google Shape;305;p1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06" name="Google Shape;306;p1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07" name="Google Shape;307;p1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08" name="Google Shape;308;p1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09" name="Google Shape;309;p11"/>
            <p:cNvGrpSpPr/>
            <p:nvPr/>
          </p:nvGrpSpPr>
          <p:grpSpPr>
            <a:xfrm rot="-5400000">
              <a:off x="4587067" y="895676"/>
              <a:ext cx="4692407" cy="3151360"/>
              <a:chOff x="-4775" y="1422240"/>
              <a:chExt cx="9148775" cy="3151360"/>
            </a:xfrm>
          </p:grpSpPr>
          <p:sp>
            <p:nvSpPr>
              <p:cNvPr id="310" name="Google Shape;310;p1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1" name="Google Shape;311;p1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2" name="Google Shape;312;p1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3" name="Google Shape;313;p1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4" name="Google Shape;314;p1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15" name="Google Shape;315;p11"/>
            <p:cNvGrpSpPr/>
            <p:nvPr/>
          </p:nvGrpSpPr>
          <p:grpSpPr>
            <a:xfrm rot="-5400000">
              <a:off x="257322" y="502881"/>
              <a:ext cx="4692407" cy="3936950"/>
              <a:chOff x="-4775" y="636650"/>
              <a:chExt cx="9148775" cy="3936950"/>
            </a:xfrm>
          </p:grpSpPr>
          <p:sp>
            <p:nvSpPr>
              <p:cNvPr id="316" name="Google Shape;316;p1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7" name="Google Shape;317;p1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8" name="Google Shape;318;p1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19" name="Google Shape;319;p1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20" name="Google Shape;320;p1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21" name="Google Shape;321;p1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322" name="Google Shape;322;p11"/>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23" name="Google Shape;323;p11"/>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24" name="Google Shape;324;p11"/>
          <p:cNvSpPr txBox="1">
            <a:spLocks noGrp="1"/>
          </p:cNvSpPr>
          <p:nvPr>
            <p:ph type="title" hasCustomPrompt="1"/>
          </p:nvPr>
        </p:nvSpPr>
        <p:spPr>
          <a:xfrm>
            <a:off x="6075400" y="2061167"/>
            <a:ext cx="5163200" cy="1297600"/>
          </a:xfrm>
          <a:prstGeom prst="rect">
            <a:avLst/>
          </a:prstGeom>
        </p:spPr>
        <p:txBody>
          <a:bodyPr spcFirstLastPara="1" wrap="square" lIns="91425" tIns="91425" rIns="91425" bIns="91425" anchor="b" anchorCtr="0">
            <a:noAutofit/>
          </a:bodyPr>
          <a:lstStyle>
            <a:lvl1pPr lvl="0" algn="l">
              <a:spcBef>
                <a:spcPts val="0"/>
              </a:spcBef>
              <a:spcAft>
                <a:spcPts val="0"/>
              </a:spcAft>
              <a:buSzPts val="9600"/>
              <a:buNone/>
              <a:defRPr sz="92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325" name="Google Shape;325;p11"/>
          <p:cNvSpPr txBox="1">
            <a:spLocks noGrp="1"/>
          </p:cNvSpPr>
          <p:nvPr>
            <p:ph type="subTitle" idx="1"/>
          </p:nvPr>
        </p:nvSpPr>
        <p:spPr>
          <a:xfrm>
            <a:off x="6075400" y="3367867"/>
            <a:ext cx="5163200" cy="11012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867">
                <a:latin typeface="Hind Siliguri Medium"/>
                <a:ea typeface="Hind Siliguri Medium"/>
                <a:cs typeface="Hind Siliguri Medium"/>
                <a:sym typeface="Hind Siliguri Medium"/>
              </a:defRPr>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104753400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26"/>
        <p:cNvGrpSpPr/>
        <p:nvPr/>
      </p:nvGrpSpPr>
      <p:grpSpPr>
        <a:xfrm>
          <a:off x="0" y="0"/>
          <a:ext cx="0" cy="0"/>
          <a:chOff x="0" y="0"/>
          <a:chExt cx="0" cy="0"/>
        </a:xfrm>
      </p:grpSpPr>
    </p:spTree>
    <p:extLst>
      <p:ext uri="{BB962C8B-B14F-4D97-AF65-F5344CB8AC3E}">
        <p14:creationId xmlns:p14="http://schemas.microsoft.com/office/powerpoint/2010/main" val="14106585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27"/>
        <p:cNvGrpSpPr/>
        <p:nvPr/>
      </p:nvGrpSpPr>
      <p:grpSpPr>
        <a:xfrm>
          <a:off x="0" y="0"/>
          <a:ext cx="0" cy="0"/>
          <a:chOff x="0" y="0"/>
          <a:chExt cx="0" cy="0"/>
        </a:xfrm>
      </p:grpSpPr>
      <p:sp>
        <p:nvSpPr>
          <p:cNvPr id="328" name="Google Shape;328;p13"/>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329" name="Google Shape;329;p13"/>
          <p:cNvGrpSpPr/>
          <p:nvPr/>
        </p:nvGrpSpPr>
        <p:grpSpPr>
          <a:xfrm>
            <a:off x="-6366" y="166870"/>
            <a:ext cx="12198367" cy="6256543"/>
            <a:chOff x="-4775" y="125152"/>
            <a:chExt cx="9148775" cy="4692407"/>
          </a:xfrm>
        </p:grpSpPr>
        <p:grpSp>
          <p:nvGrpSpPr>
            <p:cNvPr id="330" name="Google Shape;330;p13"/>
            <p:cNvGrpSpPr/>
            <p:nvPr/>
          </p:nvGrpSpPr>
          <p:grpSpPr>
            <a:xfrm>
              <a:off x="-4775" y="636650"/>
              <a:ext cx="9148775" cy="3936950"/>
              <a:chOff x="-4775" y="636650"/>
              <a:chExt cx="9148775" cy="3936950"/>
            </a:xfrm>
          </p:grpSpPr>
          <p:sp>
            <p:nvSpPr>
              <p:cNvPr id="331" name="Google Shape;331;p1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2" name="Google Shape;332;p1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3" name="Google Shape;333;p1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4" name="Google Shape;334;p1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5" name="Google Shape;335;p1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6" name="Google Shape;336;p1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37" name="Google Shape;337;p13"/>
            <p:cNvGrpSpPr/>
            <p:nvPr/>
          </p:nvGrpSpPr>
          <p:grpSpPr>
            <a:xfrm rot="-5400000">
              <a:off x="4587067" y="895676"/>
              <a:ext cx="4692407" cy="3151360"/>
              <a:chOff x="-4775" y="1422240"/>
              <a:chExt cx="9148775" cy="3151360"/>
            </a:xfrm>
          </p:grpSpPr>
          <p:sp>
            <p:nvSpPr>
              <p:cNvPr id="338" name="Google Shape;338;p1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39" name="Google Shape;339;p1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0" name="Google Shape;340;p1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1" name="Google Shape;341;p1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2" name="Google Shape;342;p1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43" name="Google Shape;343;p13"/>
            <p:cNvGrpSpPr/>
            <p:nvPr/>
          </p:nvGrpSpPr>
          <p:grpSpPr>
            <a:xfrm rot="-5400000">
              <a:off x="257322" y="502881"/>
              <a:ext cx="4692407" cy="3936950"/>
              <a:chOff x="-4775" y="636650"/>
              <a:chExt cx="9148775" cy="3936950"/>
            </a:xfrm>
          </p:grpSpPr>
          <p:sp>
            <p:nvSpPr>
              <p:cNvPr id="344" name="Google Shape;344;p1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5" name="Google Shape;345;p1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6" name="Google Shape;346;p1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7" name="Google Shape;347;p1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8" name="Google Shape;348;p1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9" name="Google Shape;349;p1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350" name="Google Shape;350;p13"/>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51" name="Google Shape;351;p13"/>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52" name="Google Shape;352;p13"/>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53" name="Google Shape;353;p13"/>
          <p:cNvSpPr txBox="1">
            <a:spLocks noGrp="1"/>
          </p:cNvSpPr>
          <p:nvPr>
            <p:ph type="title" idx="2" hasCustomPrompt="1"/>
          </p:nvPr>
        </p:nvSpPr>
        <p:spPr>
          <a:xfrm>
            <a:off x="6073633" y="2075044"/>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4" name="Google Shape;354;p13"/>
          <p:cNvSpPr txBox="1">
            <a:spLocks noGrp="1"/>
          </p:cNvSpPr>
          <p:nvPr>
            <p:ph type="title" idx="3" hasCustomPrompt="1"/>
          </p:nvPr>
        </p:nvSpPr>
        <p:spPr>
          <a:xfrm>
            <a:off x="6073633" y="3946429"/>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5" name="Google Shape;355;p13"/>
          <p:cNvSpPr txBox="1">
            <a:spLocks noGrp="1"/>
          </p:cNvSpPr>
          <p:nvPr>
            <p:ph type="title" idx="4" hasCustomPrompt="1"/>
          </p:nvPr>
        </p:nvSpPr>
        <p:spPr>
          <a:xfrm>
            <a:off x="6073633" y="3010736"/>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6" name="Google Shape;356;p13"/>
          <p:cNvSpPr txBox="1">
            <a:spLocks noGrp="1"/>
          </p:cNvSpPr>
          <p:nvPr>
            <p:ph type="title" idx="5" hasCustomPrompt="1"/>
          </p:nvPr>
        </p:nvSpPr>
        <p:spPr>
          <a:xfrm>
            <a:off x="6073633" y="4882121"/>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7" name="Google Shape;357;p13"/>
          <p:cNvSpPr txBox="1">
            <a:spLocks noGrp="1"/>
          </p:cNvSpPr>
          <p:nvPr>
            <p:ph type="subTitle" idx="1"/>
          </p:nvPr>
        </p:nvSpPr>
        <p:spPr>
          <a:xfrm>
            <a:off x="7144567" y="2075033"/>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358" name="Google Shape;358;p13"/>
          <p:cNvSpPr txBox="1">
            <a:spLocks noGrp="1"/>
          </p:cNvSpPr>
          <p:nvPr>
            <p:ph type="subTitle" idx="6"/>
          </p:nvPr>
        </p:nvSpPr>
        <p:spPr>
          <a:xfrm>
            <a:off x="7144567" y="3010732"/>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359" name="Google Shape;359;p13"/>
          <p:cNvSpPr txBox="1">
            <a:spLocks noGrp="1"/>
          </p:cNvSpPr>
          <p:nvPr>
            <p:ph type="subTitle" idx="7"/>
          </p:nvPr>
        </p:nvSpPr>
        <p:spPr>
          <a:xfrm>
            <a:off x="7144567" y="3946431"/>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360" name="Google Shape;360;p13"/>
          <p:cNvSpPr txBox="1">
            <a:spLocks noGrp="1"/>
          </p:cNvSpPr>
          <p:nvPr>
            <p:ph type="subTitle" idx="8"/>
          </p:nvPr>
        </p:nvSpPr>
        <p:spPr>
          <a:xfrm>
            <a:off x="7144567" y="4882129"/>
            <a:ext cx="3893600" cy="59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grpSp>
        <p:nvGrpSpPr>
          <p:cNvPr id="361" name="Google Shape;361;p13"/>
          <p:cNvGrpSpPr/>
          <p:nvPr/>
        </p:nvGrpSpPr>
        <p:grpSpPr>
          <a:xfrm flipH="1">
            <a:off x="1" y="838100"/>
            <a:ext cx="867700" cy="682867"/>
            <a:chOff x="8534500" y="730800"/>
            <a:chExt cx="650775" cy="512150"/>
          </a:xfrm>
        </p:grpSpPr>
        <p:sp>
          <p:nvSpPr>
            <p:cNvPr id="362" name="Google Shape;362;p13"/>
            <p:cNvSpPr/>
            <p:nvPr/>
          </p:nvSpPr>
          <p:spPr>
            <a:xfrm>
              <a:off x="8534500" y="743450"/>
              <a:ext cx="25200" cy="49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63" name="Google Shape;363;p13"/>
            <p:cNvSpPr/>
            <p:nvPr/>
          </p:nvSpPr>
          <p:spPr>
            <a:xfrm rot="5400000">
              <a:off x="8847325" y="418050"/>
              <a:ext cx="25200" cy="650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64" name="Google Shape;364;p13"/>
          <p:cNvGrpSpPr/>
          <p:nvPr/>
        </p:nvGrpSpPr>
        <p:grpSpPr>
          <a:xfrm>
            <a:off x="691034" y="1516069"/>
            <a:ext cx="315327" cy="607851"/>
            <a:chOff x="478600" y="1180727"/>
            <a:chExt cx="236495" cy="455888"/>
          </a:xfrm>
        </p:grpSpPr>
        <p:sp>
          <p:nvSpPr>
            <p:cNvPr id="365" name="Google Shape;365;p13"/>
            <p:cNvSpPr/>
            <p:nvPr/>
          </p:nvSpPr>
          <p:spPr>
            <a:xfrm>
              <a:off x="478600" y="1180727"/>
              <a:ext cx="236495" cy="455888"/>
            </a:xfrm>
            <a:custGeom>
              <a:avLst/>
              <a:gdLst/>
              <a:ahLst/>
              <a:cxnLst/>
              <a:rect l="l" t="t" r="r" b="b"/>
              <a:pathLst>
                <a:path w="5144" h="9916" extrusionOk="0">
                  <a:moveTo>
                    <a:pt x="765" y="1"/>
                  </a:moveTo>
                  <a:cubicBezTo>
                    <a:pt x="333" y="1"/>
                    <a:pt x="0" y="335"/>
                    <a:pt x="0" y="747"/>
                  </a:cubicBezTo>
                  <a:lnTo>
                    <a:pt x="0" y="9149"/>
                  </a:lnTo>
                  <a:cubicBezTo>
                    <a:pt x="0" y="9562"/>
                    <a:pt x="333" y="9916"/>
                    <a:pt x="765" y="9916"/>
                  </a:cubicBezTo>
                  <a:lnTo>
                    <a:pt x="4398" y="9916"/>
                  </a:lnTo>
                  <a:cubicBezTo>
                    <a:pt x="4809" y="9916"/>
                    <a:pt x="5144" y="9562"/>
                    <a:pt x="5144" y="9149"/>
                  </a:cubicBezTo>
                  <a:lnTo>
                    <a:pt x="5144" y="747"/>
                  </a:lnTo>
                  <a:cubicBezTo>
                    <a:pt x="5144" y="335"/>
                    <a:pt x="4809" y="1"/>
                    <a:pt x="43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66" name="Google Shape;366;p13"/>
            <p:cNvSpPr/>
            <p:nvPr/>
          </p:nvSpPr>
          <p:spPr>
            <a:xfrm>
              <a:off x="502923" y="1206935"/>
              <a:ext cx="187762" cy="402603"/>
            </a:xfrm>
            <a:custGeom>
              <a:avLst/>
              <a:gdLst/>
              <a:ahLst/>
              <a:cxnLst/>
              <a:rect l="l" t="t" r="r" b="b"/>
              <a:pathLst>
                <a:path w="4084" h="8757" extrusionOk="0">
                  <a:moveTo>
                    <a:pt x="0" y="1"/>
                  </a:moveTo>
                  <a:lnTo>
                    <a:pt x="0" y="8757"/>
                  </a:lnTo>
                  <a:lnTo>
                    <a:pt x="4084" y="8757"/>
                  </a:lnTo>
                  <a:lnTo>
                    <a:pt x="40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67" name="Google Shape;367;p13"/>
            <p:cNvSpPr/>
            <p:nvPr/>
          </p:nvSpPr>
          <p:spPr>
            <a:xfrm>
              <a:off x="547199" y="1457887"/>
              <a:ext cx="99306" cy="98386"/>
            </a:xfrm>
            <a:custGeom>
              <a:avLst/>
              <a:gdLst/>
              <a:ahLst/>
              <a:cxnLst/>
              <a:rect l="l" t="t" r="r" b="b"/>
              <a:pathLst>
                <a:path w="2160" h="2140" extrusionOk="0">
                  <a:moveTo>
                    <a:pt x="1079" y="0"/>
                  </a:moveTo>
                  <a:cubicBezTo>
                    <a:pt x="490" y="0"/>
                    <a:pt x="0" y="472"/>
                    <a:pt x="0" y="1061"/>
                  </a:cubicBezTo>
                  <a:cubicBezTo>
                    <a:pt x="0" y="1668"/>
                    <a:pt x="490" y="2140"/>
                    <a:pt x="1079" y="2140"/>
                  </a:cubicBezTo>
                  <a:cubicBezTo>
                    <a:pt x="1668" y="2140"/>
                    <a:pt x="2160" y="1668"/>
                    <a:pt x="2160" y="1061"/>
                  </a:cubicBezTo>
                  <a:cubicBezTo>
                    <a:pt x="2160" y="472"/>
                    <a:pt x="1668" y="0"/>
                    <a:pt x="1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68" name="Google Shape;368;p13"/>
            <p:cNvSpPr/>
            <p:nvPr/>
          </p:nvSpPr>
          <p:spPr>
            <a:xfrm>
              <a:off x="547199" y="1271949"/>
              <a:ext cx="99306" cy="98386"/>
            </a:xfrm>
            <a:custGeom>
              <a:avLst/>
              <a:gdLst/>
              <a:ahLst/>
              <a:cxnLst/>
              <a:rect l="l" t="t" r="r" b="b"/>
              <a:pathLst>
                <a:path w="2160" h="2140" extrusionOk="0">
                  <a:moveTo>
                    <a:pt x="1079" y="0"/>
                  </a:moveTo>
                  <a:cubicBezTo>
                    <a:pt x="490" y="0"/>
                    <a:pt x="0" y="490"/>
                    <a:pt x="0" y="1079"/>
                  </a:cubicBezTo>
                  <a:cubicBezTo>
                    <a:pt x="0" y="1668"/>
                    <a:pt x="490" y="2139"/>
                    <a:pt x="1079" y="2139"/>
                  </a:cubicBezTo>
                  <a:cubicBezTo>
                    <a:pt x="1668" y="2139"/>
                    <a:pt x="2160" y="1668"/>
                    <a:pt x="2160" y="1079"/>
                  </a:cubicBezTo>
                  <a:cubicBezTo>
                    <a:pt x="2160" y="490"/>
                    <a:pt x="1668" y="0"/>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5573688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369"/>
        <p:cNvGrpSpPr/>
        <p:nvPr/>
      </p:nvGrpSpPr>
      <p:grpSpPr>
        <a:xfrm>
          <a:off x="0" y="0"/>
          <a:ext cx="0" cy="0"/>
          <a:chOff x="0" y="0"/>
          <a:chExt cx="0" cy="0"/>
        </a:xfrm>
      </p:grpSpPr>
      <p:sp>
        <p:nvSpPr>
          <p:cNvPr id="370" name="Google Shape;370;p14"/>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371" name="Google Shape;371;p14"/>
          <p:cNvGrpSpPr/>
          <p:nvPr/>
        </p:nvGrpSpPr>
        <p:grpSpPr>
          <a:xfrm>
            <a:off x="-6366" y="166870"/>
            <a:ext cx="12198367" cy="6256543"/>
            <a:chOff x="-4775" y="125152"/>
            <a:chExt cx="9148775" cy="4692407"/>
          </a:xfrm>
        </p:grpSpPr>
        <p:grpSp>
          <p:nvGrpSpPr>
            <p:cNvPr id="372" name="Google Shape;372;p14"/>
            <p:cNvGrpSpPr/>
            <p:nvPr/>
          </p:nvGrpSpPr>
          <p:grpSpPr>
            <a:xfrm>
              <a:off x="-4775" y="636650"/>
              <a:ext cx="9148775" cy="3936950"/>
              <a:chOff x="-4775" y="636650"/>
              <a:chExt cx="9148775" cy="3936950"/>
            </a:xfrm>
          </p:grpSpPr>
          <p:sp>
            <p:nvSpPr>
              <p:cNvPr id="373" name="Google Shape;373;p1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4" name="Google Shape;374;p1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5" name="Google Shape;375;p1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6" name="Google Shape;376;p1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7" name="Google Shape;377;p1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8" name="Google Shape;378;p1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79" name="Google Shape;379;p14"/>
            <p:cNvGrpSpPr/>
            <p:nvPr/>
          </p:nvGrpSpPr>
          <p:grpSpPr>
            <a:xfrm rot="-5400000">
              <a:off x="4587067" y="895676"/>
              <a:ext cx="4692407" cy="3151360"/>
              <a:chOff x="-4775" y="1422240"/>
              <a:chExt cx="9148775" cy="3151360"/>
            </a:xfrm>
          </p:grpSpPr>
          <p:sp>
            <p:nvSpPr>
              <p:cNvPr id="380" name="Google Shape;380;p1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1" name="Google Shape;381;p1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2" name="Google Shape;382;p1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3" name="Google Shape;383;p1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4" name="Google Shape;384;p1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385" name="Google Shape;385;p14"/>
            <p:cNvGrpSpPr/>
            <p:nvPr/>
          </p:nvGrpSpPr>
          <p:grpSpPr>
            <a:xfrm rot="-5400000">
              <a:off x="257322" y="502881"/>
              <a:ext cx="4692407" cy="3936950"/>
              <a:chOff x="-4775" y="636650"/>
              <a:chExt cx="9148775" cy="3936950"/>
            </a:xfrm>
          </p:grpSpPr>
          <p:sp>
            <p:nvSpPr>
              <p:cNvPr id="386" name="Google Shape;386;p1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7" name="Google Shape;387;p1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8" name="Google Shape;388;p1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9" name="Google Shape;389;p1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90" name="Google Shape;390;p1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91" name="Google Shape;391;p1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392" name="Google Shape;392;p14"/>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93" name="Google Shape;393;p14"/>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394" name="Google Shape;394;p14"/>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395" name="Google Shape;395;p14"/>
          <p:cNvGrpSpPr/>
          <p:nvPr/>
        </p:nvGrpSpPr>
        <p:grpSpPr>
          <a:xfrm flipH="1">
            <a:off x="10894567" y="3047712"/>
            <a:ext cx="1194456" cy="3445501"/>
            <a:chOff x="5394075" y="2405534"/>
            <a:chExt cx="895842" cy="2584126"/>
          </a:xfrm>
        </p:grpSpPr>
        <p:sp>
          <p:nvSpPr>
            <p:cNvPr id="396" name="Google Shape;396;p14"/>
            <p:cNvSpPr/>
            <p:nvPr/>
          </p:nvSpPr>
          <p:spPr>
            <a:xfrm>
              <a:off x="5722787" y="2662705"/>
              <a:ext cx="124570" cy="69939"/>
            </a:xfrm>
            <a:custGeom>
              <a:avLst/>
              <a:gdLst/>
              <a:ahLst/>
              <a:cxnLst/>
              <a:rect l="l" t="t" r="r" b="b"/>
              <a:pathLst>
                <a:path w="2730" h="1533" extrusionOk="0">
                  <a:moveTo>
                    <a:pt x="2705" y="1482"/>
                  </a:moveTo>
                  <a:cubicBezTo>
                    <a:pt x="2716" y="1490"/>
                    <a:pt x="2725" y="1501"/>
                    <a:pt x="2730" y="1513"/>
                  </a:cubicBezTo>
                  <a:lnTo>
                    <a:pt x="2730" y="1493"/>
                  </a:lnTo>
                  <a:cubicBezTo>
                    <a:pt x="2721" y="1488"/>
                    <a:pt x="2712" y="1485"/>
                    <a:pt x="2705" y="1482"/>
                  </a:cubicBezTo>
                  <a:close/>
                  <a:moveTo>
                    <a:pt x="0" y="1"/>
                  </a:moveTo>
                  <a:lnTo>
                    <a:pt x="0" y="1"/>
                  </a:lnTo>
                  <a:cubicBezTo>
                    <a:pt x="21" y="296"/>
                    <a:pt x="60" y="629"/>
                    <a:pt x="275" y="885"/>
                  </a:cubicBezTo>
                  <a:cubicBezTo>
                    <a:pt x="492" y="1121"/>
                    <a:pt x="785" y="1278"/>
                    <a:pt x="1100" y="1375"/>
                  </a:cubicBezTo>
                  <a:cubicBezTo>
                    <a:pt x="1374" y="1454"/>
                    <a:pt x="1689" y="1532"/>
                    <a:pt x="1963" y="1532"/>
                  </a:cubicBezTo>
                  <a:lnTo>
                    <a:pt x="2278" y="1532"/>
                  </a:lnTo>
                  <a:cubicBezTo>
                    <a:pt x="2395" y="1532"/>
                    <a:pt x="2513" y="1474"/>
                    <a:pt x="2631" y="1474"/>
                  </a:cubicBezTo>
                  <a:cubicBezTo>
                    <a:pt x="2661" y="1474"/>
                    <a:pt x="2680" y="1474"/>
                    <a:pt x="2705" y="1482"/>
                  </a:cubicBezTo>
                  <a:lnTo>
                    <a:pt x="2705" y="1482"/>
                  </a:lnTo>
                  <a:cubicBezTo>
                    <a:pt x="2676" y="1463"/>
                    <a:pt x="2630" y="1456"/>
                    <a:pt x="2580" y="1456"/>
                  </a:cubicBezTo>
                  <a:cubicBezTo>
                    <a:pt x="2495" y="1456"/>
                    <a:pt x="2399" y="1474"/>
                    <a:pt x="2356" y="1474"/>
                  </a:cubicBezTo>
                  <a:cubicBezTo>
                    <a:pt x="2141" y="1474"/>
                    <a:pt x="1924" y="1474"/>
                    <a:pt x="1709" y="1414"/>
                  </a:cubicBezTo>
                  <a:cubicBezTo>
                    <a:pt x="1335" y="1336"/>
                    <a:pt x="943" y="1199"/>
                    <a:pt x="610" y="1003"/>
                  </a:cubicBezTo>
                  <a:cubicBezTo>
                    <a:pt x="236" y="767"/>
                    <a:pt x="39" y="414"/>
                    <a:pt x="0" y="1"/>
                  </a:cubicBezTo>
                  <a:close/>
                </a:path>
              </a:pathLst>
            </a:custGeom>
            <a:solidFill>
              <a:srgbClr val="905C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97" name="Google Shape;397;p14"/>
            <p:cNvSpPr/>
            <p:nvPr/>
          </p:nvSpPr>
          <p:spPr>
            <a:xfrm>
              <a:off x="5785481" y="2609920"/>
              <a:ext cx="9947" cy="94986"/>
            </a:xfrm>
            <a:custGeom>
              <a:avLst/>
              <a:gdLst/>
              <a:ahLst/>
              <a:cxnLst/>
              <a:rect l="l" t="t" r="r" b="b"/>
              <a:pathLst>
                <a:path w="218" h="2082" extrusionOk="0">
                  <a:moveTo>
                    <a:pt x="79" y="0"/>
                  </a:moveTo>
                  <a:lnTo>
                    <a:pt x="0" y="2081"/>
                  </a:lnTo>
                  <a:lnTo>
                    <a:pt x="99" y="2081"/>
                  </a:lnTo>
                  <a:lnTo>
                    <a:pt x="217" y="0"/>
                  </a:lnTo>
                  <a:close/>
                </a:path>
              </a:pathLst>
            </a:custGeom>
            <a:solidFill>
              <a:srgbClr val="4C9C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98" name="Google Shape;398;p14"/>
            <p:cNvSpPr/>
            <p:nvPr/>
          </p:nvSpPr>
          <p:spPr>
            <a:xfrm>
              <a:off x="5597353" y="3752388"/>
              <a:ext cx="375444" cy="1151329"/>
            </a:xfrm>
            <a:custGeom>
              <a:avLst/>
              <a:gdLst/>
              <a:ahLst/>
              <a:cxnLst/>
              <a:rect l="l" t="t" r="r" b="b"/>
              <a:pathLst>
                <a:path w="8228" h="25236" extrusionOk="0">
                  <a:moveTo>
                    <a:pt x="2372" y="0"/>
                  </a:moveTo>
                  <a:cubicBezTo>
                    <a:pt x="1982" y="0"/>
                    <a:pt x="1523" y="81"/>
                    <a:pt x="1317" y="420"/>
                  </a:cubicBezTo>
                  <a:cubicBezTo>
                    <a:pt x="1" y="2580"/>
                    <a:pt x="2160" y="10786"/>
                    <a:pt x="2160" y="10786"/>
                  </a:cubicBezTo>
                  <a:cubicBezTo>
                    <a:pt x="1984" y="11984"/>
                    <a:pt x="1592" y="14772"/>
                    <a:pt x="1592" y="15871"/>
                  </a:cubicBezTo>
                  <a:cubicBezTo>
                    <a:pt x="1611" y="18050"/>
                    <a:pt x="1317" y="25157"/>
                    <a:pt x="1317" y="25157"/>
                  </a:cubicBezTo>
                  <a:lnTo>
                    <a:pt x="8227" y="25235"/>
                  </a:lnTo>
                  <a:cubicBezTo>
                    <a:pt x="8227" y="25235"/>
                    <a:pt x="6539" y="14183"/>
                    <a:pt x="6617" y="10924"/>
                  </a:cubicBezTo>
                  <a:lnTo>
                    <a:pt x="6421" y="9825"/>
                  </a:lnTo>
                  <a:lnTo>
                    <a:pt x="3024" y="67"/>
                  </a:lnTo>
                  <a:cubicBezTo>
                    <a:pt x="3024" y="67"/>
                    <a:pt x="2726" y="0"/>
                    <a:pt x="2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99" name="Google Shape;399;p14"/>
            <p:cNvSpPr/>
            <p:nvPr/>
          </p:nvSpPr>
          <p:spPr>
            <a:xfrm>
              <a:off x="5712977" y="4842755"/>
              <a:ext cx="338620" cy="138738"/>
            </a:xfrm>
            <a:custGeom>
              <a:avLst/>
              <a:gdLst/>
              <a:ahLst/>
              <a:cxnLst/>
              <a:rect l="l" t="t" r="r" b="b"/>
              <a:pathLst>
                <a:path w="7421" h="3041" extrusionOk="0">
                  <a:moveTo>
                    <a:pt x="3356" y="0"/>
                  </a:moveTo>
                  <a:lnTo>
                    <a:pt x="3377" y="21"/>
                  </a:lnTo>
                  <a:cubicBezTo>
                    <a:pt x="3348" y="8"/>
                    <a:pt x="3318" y="3"/>
                    <a:pt x="3287" y="3"/>
                  </a:cubicBezTo>
                  <a:cubicBezTo>
                    <a:pt x="3168" y="3"/>
                    <a:pt x="3038" y="84"/>
                    <a:pt x="2945" y="178"/>
                  </a:cubicBezTo>
                  <a:cubicBezTo>
                    <a:pt x="2645" y="458"/>
                    <a:pt x="2469" y="848"/>
                    <a:pt x="2009" y="848"/>
                  </a:cubicBezTo>
                  <a:cubicBezTo>
                    <a:pt x="1988" y="848"/>
                    <a:pt x="1966" y="847"/>
                    <a:pt x="1943" y="845"/>
                  </a:cubicBezTo>
                  <a:cubicBezTo>
                    <a:pt x="1688" y="825"/>
                    <a:pt x="1414" y="746"/>
                    <a:pt x="1178" y="668"/>
                  </a:cubicBezTo>
                  <a:cubicBezTo>
                    <a:pt x="1000" y="609"/>
                    <a:pt x="843" y="531"/>
                    <a:pt x="686" y="432"/>
                  </a:cubicBezTo>
                  <a:cubicBezTo>
                    <a:pt x="589" y="374"/>
                    <a:pt x="451" y="217"/>
                    <a:pt x="353" y="178"/>
                  </a:cubicBezTo>
                  <a:cubicBezTo>
                    <a:pt x="157" y="531"/>
                    <a:pt x="39" y="1002"/>
                    <a:pt x="39" y="1414"/>
                  </a:cubicBezTo>
                  <a:cubicBezTo>
                    <a:pt x="39" y="1571"/>
                    <a:pt x="0" y="1944"/>
                    <a:pt x="58" y="2062"/>
                  </a:cubicBezTo>
                  <a:cubicBezTo>
                    <a:pt x="79" y="2081"/>
                    <a:pt x="79" y="2102"/>
                    <a:pt x="97" y="2120"/>
                  </a:cubicBezTo>
                  <a:lnTo>
                    <a:pt x="97" y="2160"/>
                  </a:lnTo>
                  <a:cubicBezTo>
                    <a:pt x="97" y="2337"/>
                    <a:pt x="118" y="2690"/>
                    <a:pt x="275" y="2769"/>
                  </a:cubicBezTo>
                  <a:cubicBezTo>
                    <a:pt x="490" y="2906"/>
                    <a:pt x="785" y="2866"/>
                    <a:pt x="1021" y="2887"/>
                  </a:cubicBezTo>
                  <a:cubicBezTo>
                    <a:pt x="1169" y="2898"/>
                    <a:pt x="1330" y="2909"/>
                    <a:pt x="1501" y="2909"/>
                  </a:cubicBezTo>
                  <a:cubicBezTo>
                    <a:pt x="1625" y="2909"/>
                    <a:pt x="1753" y="2903"/>
                    <a:pt x="1885" y="2887"/>
                  </a:cubicBezTo>
                  <a:cubicBezTo>
                    <a:pt x="1845" y="2769"/>
                    <a:pt x="1825" y="2592"/>
                    <a:pt x="1963" y="2552"/>
                  </a:cubicBezTo>
                  <a:cubicBezTo>
                    <a:pt x="1982" y="2545"/>
                    <a:pt x="2006" y="2541"/>
                    <a:pt x="2032" y="2541"/>
                  </a:cubicBezTo>
                  <a:cubicBezTo>
                    <a:pt x="2141" y="2541"/>
                    <a:pt x="2296" y="2596"/>
                    <a:pt x="2375" y="2612"/>
                  </a:cubicBezTo>
                  <a:cubicBezTo>
                    <a:pt x="2689" y="2690"/>
                    <a:pt x="3023" y="2848"/>
                    <a:pt x="3356" y="2906"/>
                  </a:cubicBezTo>
                  <a:cubicBezTo>
                    <a:pt x="3857" y="3003"/>
                    <a:pt x="4373" y="3040"/>
                    <a:pt x="4889" y="3040"/>
                  </a:cubicBezTo>
                  <a:cubicBezTo>
                    <a:pt x="5204" y="3040"/>
                    <a:pt x="5518" y="3027"/>
                    <a:pt x="5830" y="3005"/>
                  </a:cubicBezTo>
                  <a:cubicBezTo>
                    <a:pt x="6223" y="2984"/>
                    <a:pt x="6636" y="2866"/>
                    <a:pt x="7008" y="2749"/>
                  </a:cubicBezTo>
                  <a:cubicBezTo>
                    <a:pt x="7146" y="2709"/>
                    <a:pt x="7361" y="2670"/>
                    <a:pt x="7401" y="2552"/>
                  </a:cubicBezTo>
                  <a:cubicBezTo>
                    <a:pt x="7421" y="2513"/>
                    <a:pt x="7401" y="2356"/>
                    <a:pt x="7361" y="2317"/>
                  </a:cubicBezTo>
                  <a:cubicBezTo>
                    <a:pt x="7369" y="2302"/>
                    <a:pt x="7363" y="2298"/>
                    <a:pt x="7352" y="2298"/>
                  </a:cubicBezTo>
                  <a:cubicBezTo>
                    <a:pt x="7341" y="2298"/>
                    <a:pt x="7323" y="2303"/>
                    <a:pt x="7313" y="2303"/>
                  </a:cubicBezTo>
                  <a:cubicBezTo>
                    <a:pt x="7307" y="2303"/>
                    <a:pt x="7303" y="2302"/>
                    <a:pt x="7303" y="2298"/>
                  </a:cubicBezTo>
                  <a:cubicBezTo>
                    <a:pt x="7342" y="2141"/>
                    <a:pt x="7165" y="1806"/>
                    <a:pt x="7068" y="1728"/>
                  </a:cubicBezTo>
                  <a:cubicBezTo>
                    <a:pt x="6928" y="1635"/>
                    <a:pt x="6716" y="1604"/>
                    <a:pt x="6537" y="1604"/>
                  </a:cubicBezTo>
                  <a:cubicBezTo>
                    <a:pt x="6488" y="1604"/>
                    <a:pt x="6442" y="1606"/>
                    <a:pt x="6400" y="1610"/>
                  </a:cubicBezTo>
                  <a:cubicBezTo>
                    <a:pt x="6281" y="1624"/>
                    <a:pt x="6165" y="1632"/>
                    <a:pt x="6051" y="1632"/>
                  </a:cubicBezTo>
                  <a:cubicBezTo>
                    <a:pt x="5691" y="1632"/>
                    <a:pt x="5349" y="1558"/>
                    <a:pt x="5005" y="1395"/>
                  </a:cubicBezTo>
                  <a:cubicBezTo>
                    <a:pt x="4672" y="1257"/>
                    <a:pt x="4398" y="982"/>
                    <a:pt x="4142" y="727"/>
                  </a:cubicBezTo>
                  <a:cubicBezTo>
                    <a:pt x="4005" y="589"/>
                    <a:pt x="3848" y="452"/>
                    <a:pt x="3710" y="295"/>
                  </a:cubicBezTo>
                  <a:cubicBezTo>
                    <a:pt x="3592" y="196"/>
                    <a:pt x="3495" y="39"/>
                    <a:pt x="3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endParaRPr>
            </a:p>
          </p:txBody>
        </p:sp>
        <p:sp>
          <p:nvSpPr>
            <p:cNvPr id="400" name="Google Shape;400;p14"/>
            <p:cNvSpPr/>
            <p:nvPr/>
          </p:nvSpPr>
          <p:spPr>
            <a:xfrm>
              <a:off x="5660047" y="3771549"/>
              <a:ext cx="516988" cy="1109813"/>
            </a:xfrm>
            <a:custGeom>
              <a:avLst/>
              <a:gdLst/>
              <a:ahLst/>
              <a:cxnLst/>
              <a:rect l="l" t="t" r="r" b="b"/>
              <a:pathLst>
                <a:path w="11330" h="24326" extrusionOk="0">
                  <a:moveTo>
                    <a:pt x="5597" y="0"/>
                  </a:moveTo>
                  <a:lnTo>
                    <a:pt x="1" y="1670"/>
                  </a:lnTo>
                  <a:lnTo>
                    <a:pt x="5262" y="10759"/>
                  </a:lnTo>
                  <a:cubicBezTo>
                    <a:pt x="5145" y="11957"/>
                    <a:pt x="4870" y="14764"/>
                    <a:pt x="4929" y="15844"/>
                  </a:cubicBezTo>
                  <a:cubicBezTo>
                    <a:pt x="5047" y="18022"/>
                    <a:pt x="5930" y="24325"/>
                    <a:pt x="5930" y="24325"/>
                  </a:cubicBezTo>
                  <a:lnTo>
                    <a:pt x="11329" y="23402"/>
                  </a:lnTo>
                  <a:cubicBezTo>
                    <a:pt x="11329" y="23402"/>
                    <a:pt x="9798" y="13939"/>
                    <a:pt x="9720" y="10680"/>
                  </a:cubicBezTo>
                  <a:cubicBezTo>
                    <a:pt x="9720" y="10661"/>
                    <a:pt x="9484" y="9581"/>
                    <a:pt x="9484" y="9581"/>
                  </a:cubicBezTo>
                  <a:lnTo>
                    <a:pt x="55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1" name="Google Shape;401;p14"/>
            <p:cNvSpPr/>
            <p:nvPr/>
          </p:nvSpPr>
          <p:spPr>
            <a:xfrm>
              <a:off x="5949426" y="4851697"/>
              <a:ext cx="340491" cy="137962"/>
            </a:xfrm>
            <a:custGeom>
              <a:avLst/>
              <a:gdLst/>
              <a:ahLst/>
              <a:cxnLst/>
              <a:rect l="l" t="t" r="r" b="b"/>
              <a:pathLst>
                <a:path w="7462" h="3024" extrusionOk="0">
                  <a:moveTo>
                    <a:pt x="3279" y="0"/>
                  </a:moveTo>
                  <a:lnTo>
                    <a:pt x="3299" y="21"/>
                  </a:lnTo>
                  <a:cubicBezTo>
                    <a:pt x="3270" y="10"/>
                    <a:pt x="3240" y="5"/>
                    <a:pt x="3211" y="5"/>
                  </a:cubicBezTo>
                  <a:cubicBezTo>
                    <a:pt x="3084" y="5"/>
                    <a:pt x="2963" y="98"/>
                    <a:pt x="2867" y="178"/>
                  </a:cubicBezTo>
                  <a:cubicBezTo>
                    <a:pt x="2560" y="485"/>
                    <a:pt x="2421" y="904"/>
                    <a:pt x="1939" y="904"/>
                  </a:cubicBezTo>
                  <a:cubicBezTo>
                    <a:pt x="1928" y="904"/>
                    <a:pt x="1916" y="904"/>
                    <a:pt x="1904" y="903"/>
                  </a:cubicBezTo>
                  <a:cubicBezTo>
                    <a:pt x="1650" y="885"/>
                    <a:pt x="1375" y="825"/>
                    <a:pt x="1119" y="746"/>
                  </a:cubicBezTo>
                  <a:cubicBezTo>
                    <a:pt x="943" y="707"/>
                    <a:pt x="786" y="649"/>
                    <a:pt x="629" y="550"/>
                  </a:cubicBezTo>
                  <a:cubicBezTo>
                    <a:pt x="511" y="492"/>
                    <a:pt x="394" y="335"/>
                    <a:pt x="276" y="315"/>
                  </a:cubicBezTo>
                  <a:cubicBezTo>
                    <a:pt x="98" y="688"/>
                    <a:pt x="1" y="1159"/>
                    <a:pt x="20" y="1571"/>
                  </a:cubicBezTo>
                  <a:cubicBezTo>
                    <a:pt x="20" y="1728"/>
                    <a:pt x="1" y="2102"/>
                    <a:pt x="79" y="2220"/>
                  </a:cubicBezTo>
                  <a:cubicBezTo>
                    <a:pt x="98" y="2238"/>
                    <a:pt x="98" y="2259"/>
                    <a:pt x="119" y="2259"/>
                  </a:cubicBezTo>
                  <a:lnTo>
                    <a:pt x="119" y="2317"/>
                  </a:lnTo>
                  <a:cubicBezTo>
                    <a:pt x="138" y="2494"/>
                    <a:pt x="177" y="2827"/>
                    <a:pt x="334" y="2906"/>
                  </a:cubicBezTo>
                  <a:cubicBezTo>
                    <a:pt x="551" y="3024"/>
                    <a:pt x="825" y="2984"/>
                    <a:pt x="1080" y="3005"/>
                  </a:cubicBezTo>
                  <a:cubicBezTo>
                    <a:pt x="1336" y="3005"/>
                    <a:pt x="1630" y="3005"/>
                    <a:pt x="1944" y="2945"/>
                  </a:cubicBezTo>
                  <a:cubicBezTo>
                    <a:pt x="1904" y="2827"/>
                    <a:pt x="1865" y="2670"/>
                    <a:pt x="2003" y="2612"/>
                  </a:cubicBezTo>
                  <a:cubicBezTo>
                    <a:pt x="2029" y="2596"/>
                    <a:pt x="2064" y="2590"/>
                    <a:pt x="2102" y="2590"/>
                  </a:cubicBezTo>
                  <a:cubicBezTo>
                    <a:pt x="2208" y="2590"/>
                    <a:pt x="2343" y="2637"/>
                    <a:pt x="2415" y="2652"/>
                  </a:cubicBezTo>
                  <a:cubicBezTo>
                    <a:pt x="2749" y="2710"/>
                    <a:pt x="3063" y="2848"/>
                    <a:pt x="3396" y="2906"/>
                  </a:cubicBezTo>
                  <a:cubicBezTo>
                    <a:pt x="3744" y="2948"/>
                    <a:pt x="4095" y="2965"/>
                    <a:pt x="4447" y="2965"/>
                  </a:cubicBezTo>
                  <a:cubicBezTo>
                    <a:pt x="4930" y="2965"/>
                    <a:pt x="5414" y="2933"/>
                    <a:pt x="5890" y="2887"/>
                  </a:cubicBezTo>
                  <a:cubicBezTo>
                    <a:pt x="6283" y="2827"/>
                    <a:pt x="6695" y="2710"/>
                    <a:pt x="7068" y="2553"/>
                  </a:cubicBezTo>
                  <a:cubicBezTo>
                    <a:pt x="7186" y="2513"/>
                    <a:pt x="7401" y="2474"/>
                    <a:pt x="7441" y="2356"/>
                  </a:cubicBezTo>
                  <a:cubicBezTo>
                    <a:pt x="7461" y="2298"/>
                    <a:pt x="7422" y="2160"/>
                    <a:pt x="7383" y="2102"/>
                  </a:cubicBezTo>
                  <a:cubicBezTo>
                    <a:pt x="7387" y="2097"/>
                    <a:pt x="7386" y="2096"/>
                    <a:pt x="7383" y="2096"/>
                  </a:cubicBezTo>
                  <a:cubicBezTo>
                    <a:pt x="7374" y="2096"/>
                    <a:pt x="7346" y="2107"/>
                    <a:pt x="7331" y="2107"/>
                  </a:cubicBezTo>
                  <a:cubicBezTo>
                    <a:pt x="7326" y="2107"/>
                    <a:pt x="7323" y="2106"/>
                    <a:pt x="7323" y="2102"/>
                  </a:cubicBezTo>
                  <a:cubicBezTo>
                    <a:pt x="7343" y="1945"/>
                    <a:pt x="7166" y="1610"/>
                    <a:pt x="7068" y="1532"/>
                  </a:cubicBezTo>
                  <a:cubicBezTo>
                    <a:pt x="6960" y="1472"/>
                    <a:pt x="6800" y="1449"/>
                    <a:pt x="6648" y="1449"/>
                  </a:cubicBezTo>
                  <a:cubicBezTo>
                    <a:pt x="6551" y="1449"/>
                    <a:pt x="6457" y="1458"/>
                    <a:pt x="6381" y="1474"/>
                  </a:cubicBezTo>
                  <a:cubicBezTo>
                    <a:pt x="6243" y="1496"/>
                    <a:pt x="6106" y="1508"/>
                    <a:pt x="5970" y="1508"/>
                  </a:cubicBezTo>
                  <a:cubicBezTo>
                    <a:pt x="5637" y="1508"/>
                    <a:pt x="5307" y="1441"/>
                    <a:pt x="4987" y="1317"/>
                  </a:cubicBezTo>
                  <a:cubicBezTo>
                    <a:pt x="4653" y="1199"/>
                    <a:pt x="4359" y="924"/>
                    <a:pt x="4103" y="688"/>
                  </a:cubicBezTo>
                  <a:lnTo>
                    <a:pt x="3632" y="275"/>
                  </a:lnTo>
                  <a:cubicBezTo>
                    <a:pt x="3514" y="178"/>
                    <a:pt x="3417" y="40"/>
                    <a:pt x="3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endParaRPr>
            </a:p>
          </p:txBody>
        </p:sp>
        <p:sp>
          <p:nvSpPr>
            <p:cNvPr id="402" name="Google Shape;402;p14"/>
            <p:cNvSpPr/>
            <p:nvPr/>
          </p:nvSpPr>
          <p:spPr>
            <a:xfrm>
              <a:off x="5573215" y="2448692"/>
              <a:ext cx="346697" cy="380583"/>
            </a:xfrm>
            <a:custGeom>
              <a:avLst/>
              <a:gdLst/>
              <a:ahLst/>
              <a:cxnLst/>
              <a:rect l="l" t="t" r="r" b="b"/>
              <a:pathLst>
                <a:path w="7598" h="8342" extrusionOk="0">
                  <a:moveTo>
                    <a:pt x="3573" y="1"/>
                  </a:moveTo>
                  <a:cubicBezTo>
                    <a:pt x="3338" y="1"/>
                    <a:pt x="3121" y="1"/>
                    <a:pt x="2886" y="40"/>
                  </a:cubicBezTo>
                  <a:cubicBezTo>
                    <a:pt x="2454" y="98"/>
                    <a:pt x="2042" y="137"/>
                    <a:pt x="1629" y="255"/>
                  </a:cubicBezTo>
                  <a:cubicBezTo>
                    <a:pt x="1158" y="412"/>
                    <a:pt x="647" y="668"/>
                    <a:pt x="373" y="1100"/>
                  </a:cubicBezTo>
                  <a:cubicBezTo>
                    <a:pt x="79" y="1571"/>
                    <a:pt x="0" y="2218"/>
                    <a:pt x="19" y="2788"/>
                  </a:cubicBezTo>
                  <a:cubicBezTo>
                    <a:pt x="19" y="3377"/>
                    <a:pt x="255" y="3907"/>
                    <a:pt x="569" y="4417"/>
                  </a:cubicBezTo>
                  <a:cubicBezTo>
                    <a:pt x="883" y="4909"/>
                    <a:pt x="1453" y="5124"/>
                    <a:pt x="1904" y="5477"/>
                  </a:cubicBezTo>
                  <a:cubicBezTo>
                    <a:pt x="2414" y="5851"/>
                    <a:pt x="2513" y="6518"/>
                    <a:pt x="2827" y="7029"/>
                  </a:cubicBezTo>
                  <a:cubicBezTo>
                    <a:pt x="3121" y="7480"/>
                    <a:pt x="3475" y="7853"/>
                    <a:pt x="3848" y="8246"/>
                  </a:cubicBezTo>
                  <a:cubicBezTo>
                    <a:pt x="3901" y="8320"/>
                    <a:pt x="3982" y="8337"/>
                    <a:pt x="4071" y="8337"/>
                  </a:cubicBezTo>
                  <a:cubicBezTo>
                    <a:pt x="4146" y="8337"/>
                    <a:pt x="4227" y="8325"/>
                    <a:pt x="4299" y="8325"/>
                  </a:cubicBezTo>
                  <a:cubicBezTo>
                    <a:pt x="4427" y="8325"/>
                    <a:pt x="4585" y="8342"/>
                    <a:pt x="4733" y="8342"/>
                  </a:cubicBezTo>
                  <a:cubicBezTo>
                    <a:pt x="4858" y="8342"/>
                    <a:pt x="4976" y="8330"/>
                    <a:pt x="5065" y="8285"/>
                  </a:cubicBezTo>
                  <a:cubicBezTo>
                    <a:pt x="5202" y="8246"/>
                    <a:pt x="5223" y="8029"/>
                    <a:pt x="5262" y="7912"/>
                  </a:cubicBezTo>
                  <a:cubicBezTo>
                    <a:pt x="5320" y="7696"/>
                    <a:pt x="5359" y="7461"/>
                    <a:pt x="5398" y="7244"/>
                  </a:cubicBezTo>
                  <a:cubicBezTo>
                    <a:pt x="5458" y="6990"/>
                    <a:pt x="5458" y="6636"/>
                    <a:pt x="5654" y="6420"/>
                  </a:cubicBezTo>
                  <a:cubicBezTo>
                    <a:pt x="5792" y="6265"/>
                    <a:pt x="6020" y="6201"/>
                    <a:pt x="6233" y="6201"/>
                  </a:cubicBezTo>
                  <a:cubicBezTo>
                    <a:pt x="6263" y="6201"/>
                    <a:pt x="6293" y="6202"/>
                    <a:pt x="6322" y="6204"/>
                  </a:cubicBezTo>
                  <a:cubicBezTo>
                    <a:pt x="6377" y="6209"/>
                    <a:pt x="6438" y="6213"/>
                    <a:pt x="6501" y="6213"/>
                  </a:cubicBezTo>
                  <a:cubicBezTo>
                    <a:pt x="6681" y="6213"/>
                    <a:pt x="6878" y="6183"/>
                    <a:pt x="7008" y="6066"/>
                  </a:cubicBezTo>
                  <a:cubicBezTo>
                    <a:pt x="7186" y="5890"/>
                    <a:pt x="7186" y="5615"/>
                    <a:pt x="7087" y="5399"/>
                  </a:cubicBezTo>
                  <a:cubicBezTo>
                    <a:pt x="7008" y="5223"/>
                    <a:pt x="6832" y="5144"/>
                    <a:pt x="6969" y="4928"/>
                  </a:cubicBezTo>
                  <a:cubicBezTo>
                    <a:pt x="7029" y="4849"/>
                    <a:pt x="7068" y="4791"/>
                    <a:pt x="7008" y="4673"/>
                  </a:cubicBezTo>
                  <a:cubicBezTo>
                    <a:pt x="6969" y="4535"/>
                    <a:pt x="6950" y="4595"/>
                    <a:pt x="7029" y="4477"/>
                  </a:cubicBezTo>
                  <a:cubicBezTo>
                    <a:pt x="7126" y="4299"/>
                    <a:pt x="6950" y="4181"/>
                    <a:pt x="7008" y="4024"/>
                  </a:cubicBezTo>
                  <a:cubicBezTo>
                    <a:pt x="7087" y="3867"/>
                    <a:pt x="7322" y="3809"/>
                    <a:pt x="7401" y="3632"/>
                  </a:cubicBezTo>
                  <a:cubicBezTo>
                    <a:pt x="7597" y="3299"/>
                    <a:pt x="6950" y="3024"/>
                    <a:pt x="6754" y="2828"/>
                  </a:cubicBezTo>
                  <a:cubicBezTo>
                    <a:pt x="6597" y="2671"/>
                    <a:pt x="6498" y="2514"/>
                    <a:pt x="6459" y="2317"/>
                  </a:cubicBezTo>
                  <a:cubicBezTo>
                    <a:pt x="6440" y="2061"/>
                    <a:pt x="6380" y="1807"/>
                    <a:pt x="6302" y="1551"/>
                  </a:cubicBezTo>
                  <a:cubicBezTo>
                    <a:pt x="6074" y="963"/>
                    <a:pt x="5645" y="411"/>
                    <a:pt x="5066" y="145"/>
                  </a:cubicBezTo>
                  <a:lnTo>
                    <a:pt x="5066" y="145"/>
                  </a:lnTo>
                  <a:cubicBezTo>
                    <a:pt x="5079" y="149"/>
                    <a:pt x="5092" y="153"/>
                    <a:pt x="5105" y="158"/>
                  </a:cubicBezTo>
                  <a:lnTo>
                    <a:pt x="5006" y="118"/>
                  </a:lnTo>
                  <a:lnTo>
                    <a:pt x="5006" y="118"/>
                  </a:lnTo>
                  <a:cubicBezTo>
                    <a:pt x="5026" y="127"/>
                    <a:pt x="5046" y="136"/>
                    <a:pt x="5066" y="145"/>
                  </a:cubicBezTo>
                  <a:lnTo>
                    <a:pt x="5066" y="145"/>
                  </a:lnTo>
                  <a:cubicBezTo>
                    <a:pt x="4961" y="110"/>
                    <a:pt x="4856" y="77"/>
                    <a:pt x="4751" y="59"/>
                  </a:cubicBezTo>
                  <a:cubicBezTo>
                    <a:pt x="4359" y="1"/>
                    <a:pt x="3985" y="20"/>
                    <a:pt x="3573" y="1"/>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3" name="Google Shape;403;p14"/>
            <p:cNvSpPr/>
            <p:nvPr/>
          </p:nvSpPr>
          <p:spPr>
            <a:xfrm>
              <a:off x="5573215" y="2454075"/>
              <a:ext cx="326985" cy="375199"/>
            </a:xfrm>
            <a:custGeom>
              <a:avLst/>
              <a:gdLst/>
              <a:ahLst/>
              <a:cxnLst/>
              <a:rect l="l" t="t" r="r" b="b"/>
              <a:pathLst>
                <a:path w="7166" h="8224" extrusionOk="0">
                  <a:moveTo>
                    <a:pt x="2375" y="0"/>
                  </a:moveTo>
                  <a:lnTo>
                    <a:pt x="2375" y="0"/>
                  </a:lnTo>
                  <a:cubicBezTo>
                    <a:pt x="2121" y="19"/>
                    <a:pt x="1865" y="59"/>
                    <a:pt x="1629" y="137"/>
                  </a:cubicBezTo>
                  <a:cubicBezTo>
                    <a:pt x="1158" y="294"/>
                    <a:pt x="647" y="550"/>
                    <a:pt x="373" y="982"/>
                  </a:cubicBezTo>
                  <a:cubicBezTo>
                    <a:pt x="79" y="1453"/>
                    <a:pt x="0" y="2100"/>
                    <a:pt x="19" y="2670"/>
                  </a:cubicBezTo>
                  <a:cubicBezTo>
                    <a:pt x="19" y="3259"/>
                    <a:pt x="255" y="3789"/>
                    <a:pt x="569" y="4299"/>
                  </a:cubicBezTo>
                  <a:cubicBezTo>
                    <a:pt x="883" y="4791"/>
                    <a:pt x="1453" y="5006"/>
                    <a:pt x="1904" y="5359"/>
                  </a:cubicBezTo>
                  <a:cubicBezTo>
                    <a:pt x="2414" y="5733"/>
                    <a:pt x="2513" y="6400"/>
                    <a:pt x="2827" y="6911"/>
                  </a:cubicBezTo>
                  <a:cubicBezTo>
                    <a:pt x="3121" y="7362"/>
                    <a:pt x="3475" y="7735"/>
                    <a:pt x="3848" y="8128"/>
                  </a:cubicBezTo>
                  <a:cubicBezTo>
                    <a:pt x="3901" y="8202"/>
                    <a:pt x="3982" y="8219"/>
                    <a:pt x="4071" y="8219"/>
                  </a:cubicBezTo>
                  <a:cubicBezTo>
                    <a:pt x="4146" y="8219"/>
                    <a:pt x="4227" y="8207"/>
                    <a:pt x="4299" y="8207"/>
                  </a:cubicBezTo>
                  <a:cubicBezTo>
                    <a:pt x="4427" y="8207"/>
                    <a:pt x="4585" y="8224"/>
                    <a:pt x="4733" y="8224"/>
                  </a:cubicBezTo>
                  <a:cubicBezTo>
                    <a:pt x="4858" y="8224"/>
                    <a:pt x="4976" y="8212"/>
                    <a:pt x="5065" y="8167"/>
                  </a:cubicBezTo>
                  <a:cubicBezTo>
                    <a:pt x="5202" y="8128"/>
                    <a:pt x="5223" y="7911"/>
                    <a:pt x="5262" y="7794"/>
                  </a:cubicBezTo>
                  <a:cubicBezTo>
                    <a:pt x="5320" y="7578"/>
                    <a:pt x="5359" y="7343"/>
                    <a:pt x="5398" y="7126"/>
                  </a:cubicBezTo>
                  <a:cubicBezTo>
                    <a:pt x="5458" y="6872"/>
                    <a:pt x="5458" y="6518"/>
                    <a:pt x="5654" y="6302"/>
                  </a:cubicBezTo>
                  <a:cubicBezTo>
                    <a:pt x="5792" y="6147"/>
                    <a:pt x="6020" y="6083"/>
                    <a:pt x="6233" y="6083"/>
                  </a:cubicBezTo>
                  <a:cubicBezTo>
                    <a:pt x="6263" y="6083"/>
                    <a:pt x="6293" y="6084"/>
                    <a:pt x="6322" y="6086"/>
                  </a:cubicBezTo>
                  <a:cubicBezTo>
                    <a:pt x="6377" y="6091"/>
                    <a:pt x="6438" y="6095"/>
                    <a:pt x="6501" y="6095"/>
                  </a:cubicBezTo>
                  <a:cubicBezTo>
                    <a:pt x="6681" y="6095"/>
                    <a:pt x="6878" y="6065"/>
                    <a:pt x="7008" y="5948"/>
                  </a:cubicBezTo>
                  <a:cubicBezTo>
                    <a:pt x="7126" y="5812"/>
                    <a:pt x="7165" y="5634"/>
                    <a:pt x="7146" y="5477"/>
                  </a:cubicBezTo>
                  <a:lnTo>
                    <a:pt x="7146" y="5477"/>
                  </a:lnTo>
                  <a:cubicBezTo>
                    <a:pt x="6838" y="5564"/>
                    <a:pt x="6526" y="5606"/>
                    <a:pt x="6217" y="5606"/>
                  </a:cubicBezTo>
                  <a:cubicBezTo>
                    <a:pt x="4572" y="5606"/>
                    <a:pt x="2993" y="4428"/>
                    <a:pt x="2414" y="2611"/>
                  </a:cubicBezTo>
                  <a:cubicBezTo>
                    <a:pt x="2121" y="1708"/>
                    <a:pt x="2140" y="786"/>
                    <a:pt x="2375" y="0"/>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4" name="Google Shape;404;p14"/>
            <p:cNvSpPr/>
            <p:nvPr/>
          </p:nvSpPr>
          <p:spPr>
            <a:xfrm>
              <a:off x="5656488" y="2694093"/>
              <a:ext cx="149666" cy="135179"/>
            </a:xfrm>
            <a:custGeom>
              <a:avLst/>
              <a:gdLst/>
              <a:ahLst/>
              <a:cxnLst/>
              <a:rect l="l" t="t" r="r" b="b"/>
              <a:pathLst>
                <a:path w="3280" h="2963" extrusionOk="0">
                  <a:moveTo>
                    <a:pt x="21" y="1"/>
                  </a:moveTo>
                  <a:lnTo>
                    <a:pt x="0" y="40"/>
                  </a:lnTo>
                  <a:cubicBezTo>
                    <a:pt x="571" y="354"/>
                    <a:pt x="354" y="1257"/>
                    <a:pt x="256" y="1787"/>
                  </a:cubicBezTo>
                  <a:cubicBezTo>
                    <a:pt x="236" y="1925"/>
                    <a:pt x="178" y="2082"/>
                    <a:pt x="157" y="2218"/>
                  </a:cubicBezTo>
                  <a:cubicBezTo>
                    <a:pt x="157" y="2336"/>
                    <a:pt x="139" y="2297"/>
                    <a:pt x="197" y="2396"/>
                  </a:cubicBezTo>
                  <a:cubicBezTo>
                    <a:pt x="236" y="2435"/>
                    <a:pt x="315" y="2493"/>
                    <a:pt x="374" y="2533"/>
                  </a:cubicBezTo>
                  <a:cubicBezTo>
                    <a:pt x="629" y="2671"/>
                    <a:pt x="982" y="2768"/>
                    <a:pt x="1277" y="2847"/>
                  </a:cubicBezTo>
                  <a:cubicBezTo>
                    <a:pt x="1598" y="2932"/>
                    <a:pt x="1919" y="2962"/>
                    <a:pt x="2239" y="2962"/>
                  </a:cubicBezTo>
                  <a:cubicBezTo>
                    <a:pt x="2586" y="2962"/>
                    <a:pt x="2933" y="2927"/>
                    <a:pt x="3280" y="2886"/>
                  </a:cubicBezTo>
                  <a:cubicBezTo>
                    <a:pt x="2966" y="2789"/>
                    <a:pt x="2631" y="2454"/>
                    <a:pt x="2435" y="2200"/>
                  </a:cubicBezTo>
                  <a:cubicBezTo>
                    <a:pt x="2141" y="1826"/>
                    <a:pt x="1885" y="1433"/>
                    <a:pt x="1552" y="1119"/>
                  </a:cubicBezTo>
                  <a:cubicBezTo>
                    <a:pt x="1277" y="865"/>
                    <a:pt x="1002" y="629"/>
                    <a:pt x="707" y="412"/>
                  </a:cubicBezTo>
                  <a:cubicBezTo>
                    <a:pt x="571" y="334"/>
                    <a:pt x="453" y="276"/>
                    <a:pt x="315" y="197"/>
                  </a:cubicBezTo>
                  <a:cubicBezTo>
                    <a:pt x="217" y="137"/>
                    <a:pt x="118" y="40"/>
                    <a:pt x="21" y="1"/>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5" name="Google Shape;405;p14"/>
            <p:cNvSpPr/>
            <p:nvPr/>
          </p:nvSpPr>
          <p:spPr>
            <a:xfrm>
              <a:off x="5560667" y="2782737"/>
              <a:ext cx="433622" cy="1049774"/>
            </a:xfrm>
            <a:custGeom>
              <a:avLst/>
              <a:gdLst/>
              <a:ahLst/>
              <a:cxnLst/>
              <a:rect l="l" t="t" r="r" b="b"/>
              <a:pathLst>
                <a:path w="9503" h="23010" extrusionOk="0">
                  <a:moveTo>
                    <a:pt x="2278" y="1"/>
                  </a:moveTo>
                  <a:cubicBezTo>
                    <a:pt x="2278" y="1"/>
                    <a:pt x="1276" y="1003"/>
                    <a:pt x="1061" y="1414"/>
                  </a:cubicBezTo>
                  <a:cubicBezTo>
                    <a:pt x="844" y="1827"/>
                    <a:pt x="550" y="3358"/>
                    <a:pt x="550" y="3398"/>
                  </a:cubicBezTo>
                  <a:cubicBezTo>
                    <a:pt x="550" y="3437"/>
                    <a:pt x="315" y="6833"/>
                    <a:pt x="354" y="7696"/>
                  </a:cubicBezTo>
                  <a:cubicBezTo>
                    <a:pt x="511" y="11505"/>
                    <a:pt x="1" y="23009"/>
                    <a:pt x="1" y="23009"/>
                  </a:cubicBezTo>
                  <a:lnTo>
                    <a:pt x="9502" y="23009"/>
                  </a:lnTo>
                  <a:cubicBezTo>
                    <a:pt x="9502" y="23009"/>
                    <a:pt x="7990" y="13371"/>
                    <a:pt x="9110" y="6165"/>
                  </a:cubicBezTo>
                  <a:cubicBezTo>
                    <a:pt x="9267" y="5165"/>
                    <a:pt x="6734" y="2887"/>
                    <a:pt x="5673" y="1120"/>
                  </a:cubicBezTo>
                  <a:cubicBezTo>
                    <a:pt x="5144" y="257"/>
                    <a:pt x="2611" y="118"/>
                    <a:pt x="2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6" name="Google Shape;406;p14"/>
            <p:cNvSpPr/>
            <p:nvPr/>
          </p:nvSpPr>
          <p:spPr>
            <a:xfrm>
              <a:off x="5560667" y="2782737"/>
              <a:ext cx="629785" cy="2123682"/>
            </a:xfrm>
            <a:custGeom>
              <a:avLst/>
              <a:gdLst/>
              <a:ahLst/>
              <a:cxnLst/>
              <a:rect l="l" t="t" r="r" b="b"/>
              <a:pathLst>
                <a:path w="13802" h="46549" extrusionOk="0">
                  <a:moveTo>
                    <a:pt x="2278" y="1"/>
                  </a:moveTo>
                  <a:lnTo>
                    <a:pt x="2278" y="1"/>
                  </a:lnTo>
                  <a:cubicBezTo>
                    <a:pt x="1904" y="217"/>
                    <a:pt x="1237" y="1100"/>
                    <a:pt x="1061" y="1414"/>
                  </a:cubicBezTo>
                  <a:cubicBezTo>
                    <a:pt x="844" y="1827"/>
                    <a:pt x="550" y="3299"/>
                    <a:pt x="550" y="3338"/>
                  </a:cubicBezTo>
                  <a:cubicBezTo>
                    <a:pt x="550" y="3377"/>
                    <a:pt x="315" y="6793"/>
                    <a:pt x="354" y="7638"/>
                  </a:cubicBezTo>
                  <a:cubicBezTo>
                    <a:pt x="511" y="11466"/>
                    <a:pt x="1" y="23462"/>
                    <a:pt x="1" y="23462"/>
                  </a:cubicBezTo>
                  <a:lnTo>
                    <a:pt x="2179" y="23462"/>
                  </a:lnTo>
                  <a:lnTo>
                    <a:pt x="7362" y="32433"/>
                  </a:lnTo>
                  <a:cubicBezTo>
                    <a:pt x="7244" y="33631"/>
                    <a:pt x="6990" y="36419"/>
                    <a:pt x="7048" y="37518"/>
                  </a:cubicBezTo>
                  <a:cubicBezTo>
                    <a:pt x="7165" y="39696"/>
                    <a:pt x="8343" y="46549"/>
                    <a:pt x="8343" y="46549"/>
                  </a:cubicBezTo>
                  <a:lnTo>
                    <a:pt x="13801" y="46411"/>
                  </a:lnTo>
                  <a:cubicBezTo>
                    <a:pt x="13801" y="46411"/>
                    <a:pt x="12958" y="42131"/>
                    <a:pt x="12526" y="38971"/>
                  </a:cubicBezTo>
                  <a:cubicBezTo>
                    <a:pt x="10406" y="37165"/>
                    <a:pt x="8383" y="33728"/>
                    <a:pt x="7147" y="29527"/>
                  </a:cubicBezTo>
                  <a:cubicBezTo>
                    <a:pt x="6537" y="27407"/>
                    <a:pt x="6184" y="25326"/>
                    <a:pt x="6105" y="23462"/>
                  </a:cubicBezTo>
                  <a:lnTo>
                    <a:pt x="9502" y="23462"/>
                  </a:lnTo>
                  <a:cubicBezTo>
                    <a:pt x="9502" y="23462"/>
                    <a:pt x="9267" y="20163"/>
                    <a:pt x="8992" y="16590"/>
                  </a:cubicBezTo>
                  <a:cubicBezTo>
                    <a:pt x="6694" y="15353"/>
                    <a:pt x="4574" y="13174"/>
                    <a:pt x="3121" y="10327"/>
                  </a:cubicBezTo>
                  <a:cubicBezTo>
                    <a:pt x="1394" y="6911"/>
                    <a:pt x="1414" y="2848"/>
                    <a:pt x="2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7" name="Google Shape;407;p14"/>
            <p:cNvSpPr/>
            <p:nvPr/>
          </p:nvSpPr>
          <p:spPr>
            <a:xfrm>
              <a:off x="5394075" y="3439284"/>
              <a:ext cx="507908" cy="316164"/>
            </a:xfrm>
            <a:custGeom>
              <a:avLst/>
              <a:gdLst/>
              <a:ahLst/>
              <a:cxnLst/>
              <a:rect l="l" t="t" r="r" b="b"/>
              <a:pathLst>
                <a:path w="11131" h="6930" extrusionOk="0">
                  <a:moveTo>
                    <a:pt x="0" y="1"/>
                  </a:moveTo>
                  <a:lnTo>
                    <a:pt x="0" y="6930"/>
                  </a:lnTo>
                  <a:lnTo>
                    <a:pt x="11131" y="6930"/>
                  </a:lnTo>
                  <a:lnTo>
                    <a:pt x="11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8" name="Google Shape;408;p14"/>
            <p:cNvSpPr/>
            <p:nvPr/>
          </p:nvSpPr>
          <p:spPr>
            <a:xfrm>
              <a:off x="5419126" y="3457213"/>
              <a:ext cx="461365" cy="274967"/>
            </a:xfrm>
            <a:custGeom>
              <a:avLst/>
              <a:gdLst/>
              <a:ahLst/>
              <a:cxnLst/>
              <a:rect l="l" t="t" r="r" b="b"/>
              <a:pathLst>
                <a:path w="10111" h="6027" extrusionOk="0">
                  <a:moveTo>
                    <a:pt x="1" y="0"/>
                  </a:moveTo>
                  <a:lnTo>
                    <a:pt x="1" y="6026"/>
                  </a:lnTo>
                  <a:lnTo>
                    <a:pt x="10110" y="6026"/>
                  </a:lnTo>
                  <a:lnTo>
                    <a:pt x="101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09" name="Google Shape;409;p14"/>
            <p:cNvSpPr/>
            <p:nvPr/>
          </p:nvSpPr>
          <p:spPr>
            <a:xfrm>
              <a:off x="5867887" y="3525281"/>
              <a:ext cx="57403" cy="127241"/>
            </a:xfrm>
            <a:custGeom>
              <a:avLst/>
              <a:gdLst/>
              <a:ahLst/>
              <a:cxnLst/>
              <a:rect l="l" t="t" r="r" b="b"/>
              <a:pathLst>
                <a:path w="1258" h="2789" extrusionOk="0">
                  <a:moveTo>
                    <a:pt x="1" y="0"/>
                  </a:moveTo>
                  <a:lnTo>
                    <a:pt x="1" y="2788"/>
                  </a:lnTo>
                  <a:lnTo>
                    <a:pt x="1257" y="2788"/>
                  </a:lnTo>
                  <a:lnTo>
                    <a:pt x="12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0" name="Google Shape;410;p14"/>
            <p:cNvSpPr/>
            <p:nvPr/>
          </p:nvSpPr>
          <p:spPr>
            <a:xfrm>
              <a:off x="5630525" y="3548549"/>
              <a:ext cx="154138" cy="223048"/>
            </a:xfrm>
            <a:custGeom>
              <a:avLst/>
              <a:gdLst/>
              <a:ahLst/>
              <a:cxnLst/>
              <a:rect l="l" t="t" r="r" b="b"/>
              <a:pathLst>
                <a:path w="3378" h="4889" extrusionOk="0">
                  <a:moveTo>
                    <a:pt x="1140" y="1"/>
                  </a:moveTo>
                  <a:cubicBezTo>
                    <a:pt x="805" y="98"/>
                    <a:pt x="295" y="393"/>
                    <a:pt x="1" y="629"/>
                  </a:cubicBezTo>
                  <a:cubicBezTo>
                    <a:pt x="433" y="1119"/>
                    <a:pt x="786" y="1747"/>
                    <a:pt x="1119" y="2317"/>
                  </a:cubicBezTo>
                  <a:cubicBezTo>
                    <a:pt x="1336" y="2690"/>
                    <a:pt x="1158" y="2788"/>
                    <a:pt x="1237" y="3161"/>
                  </a:cubicBezTo>
                  <a:cubicBezTo>
                    <a:pt x="1297" y="3534"/>
                    <a:pt x="1669" y="3652"/>
                    <a:pt x="1886" y="3907"/>
                  </a:cubicBezTo>
                  <a:cubicBezTo>
                    <a:pt x="1768" y="3907"/>
                    <a:pt x="1630" y="3867"/>
                    <a:pt x="1512" y="3809"/>
                  </a:cubicBezTo>
                  <a:lnTo>
                    <a:pt x="1512" y="3809"/>
                  </a:lnTo>
                  <a:cubicBezTo>
                    <a:pt x="923" y="4182"/>
                    <a:pt x="1846" y="4869"/>
                    <a:pt x="2239" y="4888"/>
                  </a:cubicBezTo>
                  <a:cubicBezTo>
                    <a:pt x="2246" y="4889"/>
                    <a:pt x="2252" y="4889"/>
                    <a:pt x="2259" y="4889"/>
                  </a:cubicBezTo>
                  <a:cubicBezTo>
                    <a:pt x="2724" y="4889"/>
                    <a:pt x="3221" y="4196"/>
                    <a:pt x="3279" y="3809"/>
                  </a:cubicBezTo>
                  <a:cubicBezTo>
                    <a:pt x="3378" y="3121"/>
                    <a:pt x="2632" y="2631"/>
                    <a:pt x="2239" y="2160"/>
                  </a:cubicBezTo>
                  <a:cubicBezTo>
                    <a:pt x="1787" y="1590"/>
                    <a:pt x="1454" y="786"/>
                    <a:pt x="1257" y="59"/>
                  </a:cubicBezTo>
                  <a:lnTo>
                    <a:pt x="1140" y="1"/>
                  </a:lnTo>
                  <a:close/>
                </a:path>
              </a:pathLst>
            </a:custGeom>
            <a:solidFill>
              <a:srgbClr val="EBC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1" name="Google Shape;411;p14"/>
            <p:cNvSpPr/>
            <p:nvPr/>
          </p:nvSpPr>
          <p:spPr>
            <a:xfrm>
              <a:off x="5462975" y="2843597"/>
              <a:ext cx="323471" cy="817875"/>
            </a:xfrm>
            <a:custGeom>
              <a:avLst/>
              <a:gdLst/>
              <a:ahLst/>
              <a:cxnLst/>
              <a:rect l="l" t="t" r="r" b="b"/>
              <a:pathLst>
                <a:path w="7089" h="17927" extrusionOk="0">
                  <a:moveTo>
                    <a:pt x="5597" y="0"/>
                  </a:moveTo>
                  <a:cubicBezTo>
                    <a:pt x="4831" y="0"/>
                    <a:pt x="4241" y="807"/>
                    <a:pt x="4241" y="807"/>
                  </a:cubicBezTo>
                  <a:cubicBezTo>
                    <a:pt x="4241" y="807"/>
                    <a:pt x="1" y="8464"/>
                    <a:pt x="610" y="11624"/>
                  </a:cubicBezTo>
                  <a:cubicBezTo>
                    <a:pt x="1042" y="13744"/>
                    <a:pt x="3084" y="17926"/>
                    <a:pt x="3084" y="17926"/>
                  </a:cubicBezTo>
                  <a:lnTo>
                    <a:pt x="5832" y="16689"/>
                  </a:lnTo>
                  <a:lnTo>
                    <a:pt x="4340" y="10053"/>
                  </a:lnTo>
                  <a:cubicBezTo>
                    <a:pt x="4340" y="10053"/>
                    <a:pt x="5262" y="7836"/>
                    <a:pt x="6008" y="5773"/>
                  </a:cubicBezTo>
                  <a:cubicBezTo>
                    <a:pt x="6362" y="4831"/>
                    <a:pt x="6676" y="3928"/>
                    <a:pt x="6853" y="3281"/>
                  </a:cubicBezTo>
                  <a:lnTo>
                    <a:pt x="6853" y="3242"/>
                  </a:lnTo>
                  <a:cubicBezTo>
                    <a:pt x="6872" y="3221"/>
                    <a:pt x="6872" y="3202"/>
                    <a:pt x="6872" y="3182"/>
                  </a:cubicBezTo>
                  <a:cubicBezTo>
                    <a:pt x="6951" y="2888"/>
                    <a:pt x="7089" y="2357"/>
                    <a:pt x="7089" y="1828"/>
                  </a:cubicBezTo>
                  <a:cubicBezTo>
                    <a:pt x="7089" y="1140"/>
                    <a:pt x="6853" y="433"/>
                    <a:pt x="6029" y="101"/>
                  </a:cubicBezTo>
                  <a:cubicBezTo>
                    <a:pt x="6008" y="80"/>
                    <a:pt x="5969" y="80"/>
                    <a:pt x="5950" y="80"/>
                  </a:cubicBezTo>
                  <a:cubicBezTo>
                    <a:pt x="5930" y="61"/>
                    <a:pt x="5911" y="61"/>
                    <a:pt x="5891" y="61"/>
                  </a:cubicBezTo>
                  <a:lnTo>
                    <a:pt x="5891" y="41"/>
                  </a:lnTo>
                  <a:cubicBezTo>
                    <a:pt x="5790" y="13"/>
                    <a:pt x="5692" y="0"/>
                    <a:pt x="55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2" name="Google Shape;412;p14"/>
            <p:cNvSpPr/>
            <p:nvPr/>
          </p:nvSpPr>
          <p:spPr>
            <a:xfrm>
              <a:off x="5544560" y="2405534"/>
              <a:ext cx="321600" cy="387153"/>
            </a:xfrm>
            <a:custGeom>
              <a:avLst/>
              <a:gdLst/>
              <a:ahLst/>
              <a:cxnLst/>
              <a:rect l="l" t="t" r="r" b="b"/>
              <a:pathLst>
                <a:path w="7048" h="8486" extrusionOk="0">
                  <a:moveTo>
                    <a:pt x="4148" y="1"/>
                  </a:moveTo>
                  <a:cubicBezTo>
                    <a:pt x="3987" y="1"/>
                    <a:pt x="3827" y="7"/>
                    <a:pt x="3671" y="23"/>
                  </a:cubicBezTo>
                  <a:cubicBezTo>
                    <a:pt x="3121" y="83"/>
                    <a:pt x="2807" y="141"/>
                    <a:pt x="2453" y="259"/>
                  </a:cubicBezTo>
                  <a:cubicBezTo>
                    <a:pt x="1315" y="612"/>
                    <a:pt x="354" y="1457"/>
                    <a:pt x="118" y="2693"/>
                  </a:cubicBezTo>
                  <a:cubicBezTo>
                    <a:pt x="0" y="3342"/>
                    <a:pt x="137" y="4009"/>
                    <a:pt x="372" y="4617"/>
                  </a:cubicBezTo>
                  <a:cubicBezTo>
                    <a:pt x="412" y="4735"/>
                    <a:pt x="471" y="4873"/>
                    <a:pt x="529" y="4991"/>
                  </a:cubicBezTo>
                  <a:lnTo>
                    <a:pt x="529" y="5010"/>
                  </a:lnTo>
                  <a:cubicBezTo>
                    <a:pt x="529" y="5010"/>
                    <a:pt x="550" y="5030"/>
                    <a:pt x="550" y="5049"/>
                  </a:cubicBezTo>
                  <a:cubicBezTo>
                    <a:pt x="707" y="5541"/>
                    <a:pt x="864" y="6208"/>
                    <a:pt x="785" y="6737"/>
                  </a:cubicBezTo>
                  <a:cubicBezTo>
                    <a:pt x="726" y="7169"/>
                    <a:pt x="176" y="7739"/>
                    <a:pt x="176" y="8132"/>
                  </a:cubicBezTo>
                  <a:cubicBezTo>
                    <a:pt x="184" y="8312"/>
                    <a:pt x="233" y="8363"/>
                    <a:pt x="301" y="8363"/>
                  </a:cubicBezTo>
                  <a:cubicBezTo>
                    <a:pt x="394" y="8363"/>
                    <a:pt x="523" y="8265"/>
                    <a:pt x="635" y="8265"/>
                  </a:cubicBezTo>
                  <a:cubicBezTo>
                    <a:pt x="646" y="8265"/>
                    <a:pt x="657" y="8266"/>
                    <a:pt x="668" y="8269"/>
                  </a:cubicBezTo>
                  <a:cubicBezTo>
                    <a:pt x="961" y="8328"/>
                    <a:pt x="1040" y="8485"/>
                    <a:pt x="1374" y="8485"/>
                  </a:cubicBezTo>
                  <a:cubicBezTo>
                    <a:pt x="1629" y="8485"/>
                    <a:pt x="1885" y="8368"/>
                    <a:pt x="2139" y="8347"/>
                  </a:cubicBezTo>
                  <a:cubicBezTo>
                    <a:pt x="2172" y="8345"/>
                    <a:pt x="2205" y="8343"/>
                    <a:pt x="2239" y="8343"/>
                  </a:cubicBezTo>
                  <a:cubicBezTo>
                    <a:pt x="2446" y="8343"/>
                    <a:pt x="2666" y="8386"/>
                    <a:pt x="2885" y="8386"/>
                  </a:cubicBezTo>
                  <a:cubicBezTo>
                    <a:pt x="2964" y="8397"/>
                    <a:pt x="3038" y="8402"/>
                    <a:pt x="3102" y="8402"/>
                  </a:cubicBezTo>
                  <a:cubicBezTo>
                    <a:pt x="3166" y="8402"/>
                    <a:pt x="3220" y="8397"/>
                    <a:pt x="3259" y="8386"/>
                  </a:cubicBezTo>
                  <a:cubicBezTo>
                    <a:pt x="3298" y="7640"/>
                    <a:pt x="3239" y="6876"/>
                    <a:pt x="3220" y="6130"/>
                  </a:cubicBezTo>
                  <a:cubicBezTo>
                    <a:pt x="3317" y="5933"/>
                    <a:pt x="3356" y="5737"/>
                    <a:pt x="3220" y="5541"/>
                  </a:cubicBezTo>
                  <a:cubicBezTo>
                    <a:pt x="3141" y="5402"/>
                    <a:pt x="3063" y="5324"/>
                    <a:pt x="2984" y="5226"/>
                  </a:cubicBezTo>
                  <a:cubicBezTo>
                    <a:pt x="2827" y="5049"/>
                    <a:pt x="2592" y="4795"/>
                    <a:pt x="2552" y="4578"/>
                  </a:cubicBezTo>
                  <a:cubicBezTo>
                    <a:pt x="2482" y="4262"/>
                    <a:pt x="2647" y="3977"/>
                    <a:pt x="2964" y="3977"/>
                  </a:cubicBezTo>
                  <a:cubicBezTo>
                    <a:pt x="3001" y="3977"/>
                    <a:pt x="3040" y="3981"/>
                    <a:pt x="3082" y="3989"/>
                  </a:cubicBezTo>
                  <a:cubicBezTo>
                    <a:pt x="3435" y="4067"/>
                    <a:pt x="3730" y="4656"/>
                    <a:pt x="4063" y="4813"/>
                  </a:cubicBezTo>
                  <a:cubicBezTo>
                    <a:pt x="4127" y="4853"/>
                    <a:pt x="4184" y="4867"/>
                    <a:pt x="4242" y="4867"/>
                  </a:cubicBezTo>
                  <a:cubicBezTo>
                    <a:pt x="4328" y="4867"/>
                    <a:pt x="4417" y="4837"/>
                    <a:pt x="4534" y="4813"/>
                  </a:cubicBezTo>
                  <a:cubicBezTo>
                    <a:pt x="4809" y="4755"/>
                    <a:pt x="4888" y="4421"/>
                    <a:pt x="4830" y="4206"/>
                  </a:cubicBezTo>
                  <a:cubicBezTo>
                    <a:pt x="4790" y="3989"/>
                    <a:pt x="4673" y="3774"/>
                    <a:pt x="4731" y="3557"/>
                  </a:cubicBezTo>
                  <a:cubicBezTo>
                    <a:pt x="4790" y="3303"/>
                    <a:pt x="5084" y="2968"/>
                    <a:pt x="5320" y="2871"/>
                  </a:cubicBezTo>
                  <a:cubicBezTo>
                    <a:pt x="5477" y="2792"/>
                    <a:pt x="5673" y="2792"/>
                    <a:pt x="5830" y="2693"/>
                  </a:cubicBezTo>
                  <a:cubicBezTo>
                    <a:pt x="5968" y="2615"/>
                    <a:pt x="5948" y="2478"/>
                    <a:pt x="6026" y="2360"/>
                  </a:cubicBezTo>
                  <a:cubicBezTo>
                    <a:pt x="6081" y="2288"/>
                    <a:pt x="6146" y="2267"/>
                    <a:pt x="6217" y="2267"/>
                  </a:cubicBezTo>
                  <a:cubicBezTo>
                    <a:pt x="6310" y="2267"/>
                    <a:pt x="6413" y="2303"/>
                    <a:pt x="6512" y="2303"/>
                  </a:cubicBezTo>
                  <a:cubicBezTo>
                    <a:pt x="6582" y="2303"/>
                    <a:pt x="6652" y="2285"/>
                    <a:pt x="6714" y="2222"/>
                  </a:cubicBezTo>
                  <a:cubicBezTo>
                    <a:pt x="7047" y="1889"/>
                    <a:pt x="6733" y="1280"/>
                    <a:pt x="6518" y="986"/>
                  </a:cubicBezTo>
                  <a:cubicBezTo>
                    <a:pt x="6419" y="848"/>
                    <a:pt x="6301" y="730"/>
                    <a:pt x="6144" y="612"/>
                  </a:cubicBezTo>
                  <a:cubicBezTo>
                    <a:pt x="6144" y="612"/>
                    <a:pt x="6125" y="612"/>
                    <a:pt x="6105" y="593"/>
                  </a:cubicBezTo>
                  <a:lnTo>
                    <a:pt x="6105" y="593"/>
                  </a:lnTo>
                  <a:lnTo>
                    <a:pt x="6144" y="612"/>
                  </a:lnTo>
                  <a:cubicBezTo>
                    <a:pt x="6026" y="534"/>
                    <a:pt x="5909" y="455"/>
                    <a:pt x="5772" y="377"/>
                  </a:cubicBezTo>
                  <a:cubicBezTo>
                    <a:pt x="5615" y="279"/>
                    <a:pt x="5458" y="180"/>
                    <a:pt x="5379" y="141"/>
                  </a:cubicBezTo>
                  <a:cubicBezTo>
                    <a:pt x="5202" y="62"/>
                    <a:pt x="5006" y="44"/>
                    <a:pt x="4809" y="23"/>
                  </a:cubicBezTo>
                  <a:cubicBezTo>
                    <a:pt x="4593" y="12"/>
                    <a:pt x="4370" y="1"/>
                    <a:pt x="41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3" name="Google Shape;413;p14"/>
            <p:cNvSpPr/>
            <p:nvPr/>
          </p:nvSpPr>
          <p:spPr>
            <a:xfrm>
              <a:off x="5789998" y="2569591"/>
              <a:ext cx="158564" cy="163055"/>
            </a:xfrm>
            <a:custGeom>
              <a:avLst/>
              <a:gdLst/>
              <a:ahLst/>
              <a:cxnLst/>
              <a:rect l="l" t="t" r="r" b="b"/>
              <a:pathLst>
                <a:path w="3475" h="3574" extrusionOk="0">
                  <a:moveTo>
                    <a:pt x="2532" y="0"/>
                  </a:moveTo>
                  <a:lnTo>
                    <a:pt x="118" y="884"/>
                  </a:lnTo>
                  <a:lnTo>
                    <a:pt x="0" y="2965"/>
                  </a:lnTo>
                  <a:lnTo>
                    <a:pt x="2375" y="3573"/>
                  </a:lnTo>
                  <a:lnTo>
                    <a:pt x="3181" y="3437"/>
                  </a:lnTo>
                  <a:lnTo>
                    <a:pt x="3181" y="2474"/>
                  </a:lnTo>
                  <a:lnTo>
                    <a:pt x="3474" y="1963"/>
                  </a:lnTo>
                  <a:lnTo>
                    <a:pt x="3278" y="1434"/>
                  </a:lnTo>
                  <a:lnTo>
                    <a:pt x="3278" y="825"/>
                  </a:lnTo>
                  <a:cubicBezTo>
                    <a:pt x="3278" y="825"/>
                    <a:pt x="2670" y="236"/>
                    <a:pt x="2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4" name="Google Shape;414;p14"/>
            <p:cNvSpPr/>
            <p:nvPr/>
          </p:nvSpPr>
          <p:spPr>
            <a:xfrm>
              <a:off x="5668169" y="2685151"/>
              <a:ext cx="137985" cy="47493"/>
            </a:xfrm>
            <a:custGeom>
              <a:avLst/>
              <a:gdLst/>
              <a:ahLst/>
              <a:cxnLst/>
              <a:rect l="l" t="t" r="r" b="b"/>
              <a:pathLst>
                <a:path w="3024" h="1041" extrusionOk="0">
                  <a:moveTo>
                    <a:pt x="3024" y="1"/>
                  </a:moveTo>
                  <a:cubicBezTo>
                    <a:pt x="2906" y="1"/>
                    <a:pt x="530" y="589"/>
                    <a:pt x="0" y="747"/>
                  </a:cubicBezTo>
                  <a:cubicBezTo>
                    <a:pt x="19" y="844"/>
                    <a:pt x="19" y="943"/>
                    <a:pt x="40" y="1040"/>
                  </a:cubicBezTo>
                  <a:lnTo>
                    <a:pt x="2964" y="472"/>
                  </a:lnTo>
                  <a:lnTo>
                    <a:pt x="3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5" name="Google Shape;415;p14"/>
            <p:cNvSpPr/>
            <p:nvPr/>
          </p:nvSpPr>
          <p:spPr>
            <a:xfrm>
              <a:off x="5561530" y="2613489"/>
              <a:ext cx="269697" cy="17055"/>
            </a:xfrm>
            <a:custGeom>
              <a:avLst/>
              <a:gdLst/>
              <a:ahLst/>
              <a:cxnLst/>
              <a:rect l="l" t="t" r="r" b="b"/>
              <a:pathLst>
                <a:path w="5105" h="374" extrusionOk="0">
                  <a:moveTo>
                    <a:pt x="5086" y="1"/>
                  </a:moveTo>
                  <a:lnTo>
                    <a:pt x="0" y="59"/>
                  </a:lnTo>
                  <a:cubicBezTo>
                    <a:pt x="118" y="354"/>
                    <a:pt x="40" y="59"/>
                    <a:pt x="99" y="373"/>
                  </a:cubicBezTo>
                  <a:lnTo>
                    <a:pt x="118" y="373"/>
                  </a:lnTo>
                  <a:lnTo>
                    <a:pt x="5105" y="255"/>
                  </a:lnTo>
                  <a:lnTo>
                    <a:pt x="50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16" name="Google Shape;416;p14"/>
            <p:cNvSpPr/>
            <p:nvPr/>
          </p:nvSpPr>
          <p:spPr>
            <a:xfrm>
              <a:off x="5394075" y="3749194"/>
              <a:ext cx="14373" cy="6250"/>
            </a:xfrm>
            <a:custGeom>
              <a:avLst/>
              <a:gdLst/>
              <a:ahLst/>
              <a:cxnLst/>
              <a:rect l="l" t="t" r="r" b="b"/>
              <a:pathLst>
                <a:path w="315" h="137" extrusionOk="0">
                  <a:moveTo>
                    <a:pt x="0" y="0"/>
                  </a:moveTo>
                  <a:lnTo>
                    <a:pt x="0" y="137"/>
                  </a:lnTo>
                  <a:lnTo>
                    <a:pt x="314" y="137"/>
                  </a:lnTo>
                  <a:lnTo>
                    <a:pt x="0" y="0"/>
                  </a:lnTo>
                  <a:close/>
                </a:path>
              </a:pathLst>
            </a:custGeom>
            <a:solidFill>
              <a:srgbClr val="2D4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33111417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417"/>
        <p:cNvGrpSpPr/>
        <p:nvPr/>
      </p:nvGrpSpPr>
      <p:grpSpPr>
        <a:xfrm>
          <a:off x="0" y="0"/>
          <a:ext cx="0" cy="0"/>
          <a:chOff x="0" y="0"/>
          <a:chExt cx="0" cy="0"/>
        </a:xfrm>
      </p:grpSpPr>
      <p:sp>
        <p:nvSpPr>
          <p:cNvPr id="418" name="Google Shape;418;p15"/>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419" name="Google Shape;419;p15"/>
          <p:cNvGrpSpPr/>
          <p:nvPr/>
        </p:nvGrpSpPr>
        <p:grpSpPr>
          <a:xfrm>
            <a:off x="-6366" y="166870"/>
            <a:ext cx="12198367" cy="6256543"/>
            <a:chOff x="-4775" y="125152"/>
            <a:chExt cx="9148775" cy="4692407"/>
          </a:xfrm>
        </p:grpSpPr>
        <p:grpSp>
          <p:nvGrpSpPr>
            <p:cNvPr id="420" name="Google Shape;420;p15"/>
            <p:cNvGrpSpPr/>
            <p:nvPr/>
          </p:nvGrpSpPr>
          <p:grpSpPr>
            <a:xfrm>
              <a:off x="-4775" y="636650"/>
              <a:ext cx="9148775" cy="3936950"/>
              <a:chOff x="-4775" y="636650"/>
              <a:chExt cx="9148775" cy="3936950"/>
            </a:xfrm>
          </p:grpSpPr>
          <p:sp>
            <p:nvSpPr>
              <p:cNvPr id="421" name="Google Shape;421;p1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2" name="Google Shape;422;p1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3" name="Google Shape;423;p1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4" name="Google Shape;424;p1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5" name="Google Shape;425;p1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6" name="Google Shape;426;p1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427" name="Google Shape;427;p15"/>
            <p:cNvGrpSpPr/>
            <p:nvPr/>
          </p:nvGrpSpPr>
          <p:grpSpPr>
            <a:xfrm rot="-5400000">
              <a:off x="4587067" y="895676"/>
              <a:ext cx="4692407" cy="3151360"/>
              <a:chOff x="-4775" y="1422240"/>
              <a:chExt cx="9148775" cy="3151360"/>
            </a:xfrm>
          </p:grpSpPr>
          <p:sp>
            <p:nvSpPr>
              <p:cNvPr id="428" name="Google Shape;428;p1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29" name="Google Shape;429;p1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0" name="Google Shape;430;p1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1" name="Google Shape;431;p1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2" name="Google Shape;432;p1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433" name="Google Shape;433;p15"/>
            <p:cNvGrpSpPr/>
            <p:nvPr/>
          </p:nvGrpSpPr>
          <p:grpSpPr>
            <a:xfrm rot="-5400000">
              <a:off x="257322" y="502881"/>
              <a:ext cx="4692407" cy="3936950"/>
              <a:chOff x="-4775" y="636650"/>
              <a:chExt cx="9148775" cy="3936950"/>
            </a:xfrm>
          </p:grpSpPr>
          <p:sp>
            <p:nvSpPr>
              <p:cNvPr id="434" name="Google Shape;434;p1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5" name="Google Shape;435;p1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6" name="Google Shape;436;p1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7" name="Google Shape;437;p1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8" name="Google Shape;438;p1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39" name="Google Shape;439;p1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440" name="Google Shape;440;p15"/>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441" name="Google Shape;441;p15"/>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442" name="Google Shape;442;p15"/>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443" name="Google Shape;443;p15"/>
          <p:cNvGrpSpPr/>
          <p:nvPr/>
        </p:nvGrpSpPr>
        <p:grpSpPr>
          <a:xfrm flipH="1">
            <a:off x="176370" y="3098130"/>
            <a:ext cx="783581" cy="3570295"/>
            <a:chOff x="2591549" y="1556285"/>
            <a:chExt cx="734699" cy="3347570"/>
          </a:xfrm>
        </p:grpSpPr>
        <p:sp>
          <p:nvSpPr>
            <p:cNvPr id="444" name="Google Shape;444;p15"/>
            <p:cNvSpPr/>
            <p:nvPr/>
          </p:nvSpPr>
          <p:spPr>
            <a:xfrm>
              <a:off x="2875540" y="4652756"/>
              <a:ext cx="186275" cy="221683"/>
            </a:xfrm>
            <a:custGeom>
              <a:avLst/>
              <a:gdLst/>
              <a:ahLst/>
              <a:cxnLst/>
              <a:rect l="l" t="t" r="r" b="b"/>
              <a:pathLst>
                <a:path w="7181" h="8546" extrusionOk="0">
                  <a:moveTo>
                    <a:pt x="94" y="8378"/>
                  </a:moveTo>
                  <a:lnTo>
                    <a:pt x="94" y="8378"/>
                  </a:lnTo>
                  <a:cubicBezTo>
                    <a:pt x="77" y="8384"/>
                    <a:pt x="60" y="8389"/>
                    <a:pt x="43" y="8395"/>
                  </a:cubicBezTo>
                  <a:lnTo>
                    <a:pt x="132" y="8438"/>
                  </a:lnTo>
                  <a:cubicBezTo>
                    <a:pt x="118" y="8428"/>
                    <a:pt x="106" y="8408"/>
                    <a:pt x="94" y="8378"/>
                  </a:cubicBezTo>
                  <a:close/>
                  <a:moveTo>
                    <a:pt x="3782" y="1"/>
                  </a:moveTo>
                  <a:cubicBezTo>
                    <a:pt x="3431" y="1"/>
                    <a:pt x="3089" y="48"/>
                    <a:pt x="2837" y="194"/>
                  </a:cubicBezTo>
                  <a:cubicBezTo>
                    <a:pt x="2128" y="637"/>
                    <a:pt x="1639" y="1524"/>
                    <a:pt x="1330" y="2322"/>
                  </a:cubicBezTo>
                  <a:cubicBezTo>
                    <a:pt x="799" y="3828"/>
                    <a:pt x="221" y="5335"/>
                    <a:pt x="1" y="6977"/>
                  </a:cubicBezTo>
                  <a:cubicBezTo>
                    <a:pt x="1" y="7253"/>
                    <a:pt x="1" y="8131"/>
                    <a:pt x="94" y="8378"/>
                  </a:cubicBezTo>
                  <a:lnTo>
                    <a:pt x="94" y="8378"/>
                  </a:lnTo>
                  <a:cubicBezTo>
                    <a:pt x="364" y="8292"/>
                    <a:pt x="665" y="8260"/>
                    <a:pt x="979" y="8260"/>
                  </a:cubicBezTo>
                  <a:cubicBezTo>
                    <a:pt x="1691" y="8260"/>
                    <a:pt x="2468" y="8424"/>
                    <a:pt x="3103" y="8484"/>
                  </a:cubicBezTo>
                  <a:cubicBezTo>
                    <a:pt x="3498" y="8518"/>
                    <a:pt x="3920" y="8546"/>
                    <a:pt x="4346" y="8546"/>
                  </a:cubicBezTo>
                  <a:cubicBezTo>
                    <a:pt x="5017" y="8546"/>
                    <a:pt x="5698" y="8477"/>
                    <a:pt x="6294" y="8261"/>
                  </a:cubicBezTo>
                  <a:cubicBezTo>
                    <a:pt x="7181" y="7952"/>
                    <a:pt x="7003" y="6800"/>
                    <a:pt x="7003" y="5956"/>
                  </a:cubicBezTo>
                  <a:cubicBezTo>
                    <a:pt x="7003" y="5647"/>
                    <a:pt x="7046" y="5293"/>
                    <a:pt x="7003" y="4981"/>
                  </a:cubicBezTo>
                  <a:cubicBezTo>
                    <a:pt x="6915" y="4584"/>
                    <a:pt x="6691" y="4360"/>
                    <a:pt x="6514" y="4006"/>
                  </a:cubicBezTo>
                  <a:cubicBezTo>
                    <a:pt x="6383" y="3697"/>
                    <a:pt x="6294" y="3385"/>
                    <a:pt x="6160" y="3077"/>
                  </a:cubicBezTo>
                  <a:cubicBezTo>
                    <a:pt x="5982" y="2765"/>
                    <a:pt x="5674" y="2456"/>
                    <a:pt x="5585" y="2056"/>
                  </a:cubicBezTo>
                  <a:cubicBezTo>
                    <a:pt x="5408" y="1304"/>
                    <a:pt x="5894" y="240"/>
                    <a:pt x="4876" y="106"/>
                  </a:cubicBezTo>
                  <a:cubicBezTo>
                    <a:pt x="4572" y="59"/>
                    <a:pt x="4171" y="1"/>
                    <a:pt x="37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5" name="Google Shape;445;p15"/>
            <p:cNvSpPr/>
            <p:nvPr/>
          </p:nvSpPr>
          <p:spPr>
            <a:xfrm>
              <a:off x="2843349" y="4541709"/>
              <a:ext cx="162099" cy="220775"/>
            </a:xfrm>
            <a:custGeom>
              <a:avLst/>
              <a:gdLst/>
              <a:ahLst/>
              <a:cxnLst/>
              <a:rect l="l" t="t" r="r" b="b"/>
              <a:pathLst>
                <a:path w="6249" h="8511" extrusionOk="0">
                  <a:moveTo>
                    <a:pt x="178" y="1"/>
                  </a:moveTo>
                  <a:lnTo>
                    <a:pt x="1" y="8333"/>
                  </a:lnTo>
                  <a:lnTo>
                    <a:pt x="6071" y="8510"/>
                  </a:lnTo>
                  <a:lnTo>
                    <a:pt x="6248" y="132"/>
                  </a:lnTo>
                  <a:lnTo>
                    <a:pt x="178" y="1"/>
                  </a:ln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6" name="Google Shape;446;p15"/>
            <p:cNvSpPr/>
            <p:nvPr/>
          </p:nvSpPr>
          <p:spPr>
            <a:xfrm>
              <a:off x="2641016" y="3277109"/>
              <a:ext cx="416207" cy="1429009"/>
            </a:xfrm>
            <a:custGeom>
              <a:avLst/>
              <a:gdLst/>
              <a:ahLst/>
              <a:cxnLst/>
              <a:rect l="l" t="t" r="r" b="b"/>
              <a:pathLst>
                <a:path w="16045" h="55089" extrusionOk="0">
                  <a:moveTo>
                    <a:pt x="2217" y="0"/>
                  </a:moveTo>
                  <a:lnTo>
                    <a:pt x="1" y="23533"/>
                  </a:lnTo>
                  <a:cubicBezTo>
                    <a:pt x="1" y="23533"/>
                    <a:pt x="132" y="26061"/>
                    <a:pt x="132" y="26103"/>
                  </a:cubicBezTo>
                  <a:cubicBezTo>
                    <a:pt x="1951" y="33329"/>
                    <a:pt x="4475" y="55089"/>
                    <a:pt x="4475" y="55089"/>
                  </a:cubicBezTo>
                  <a:lnTo>
                    <a:pt x="16044" y="53628"/>
                  </a:lnTo>
                  <a:cubicBezTo>
                    <a:pt x="16044" y="53628"/>
                    <a:pt x="14094" y="39268"/>
                    <a:pt x="13031" y="34393"/>
                  </a:cubicBezTo>
                  <a:cubicBezTo>
                    <a:pt x="12453" y="31953"/>
                    <a:pt x="10283" y="25972"/>
                    <a:pt x="9308" y="23401"/>
                  </a:cubicBezTo>
                  <a:lnTo>
                    <a:pt x="14626" y="43"/>
                  </a:lnTo>
                  <a:lnTo>
                    <a:pt x="2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7" name="Google Shape;447;p15"/>
            <p:cNvSpPr/>
            <p:nvPr/>
          </p:nvSpPr>
          <p:spPr>
            <a:xfrm>
              <a:off x="2681198" y="1613533"/>
              <a:ext cx="419709" cy="495610"/>
            </a:xfrm>
            <a:custGeom>
              <a:avLst/>
              <a:gdLst/>
              <a:ahLst/>
              <a:cxnLst/>
              <a:rect l="l" t="t" r="r" b="b"/>
              <a:pathLst>
                <a:path w="16180" h="19106" extrusionOk="0">
                  <a:moveTo>
                    <a:pt x="8557" y="0"/>
                  </a:moveTo>
                  <a:cubicBezTo>
                    <a:pt x="7713" y="46"/>
                    <a:pt x="6915" y="0"/>
                    <a:pt x="6075" y="135"/>
                  </a:cubicBezTo>
                  <a:cubicBezTo>
                    <a:pt x="5809" y="223"/>
                    <a:pt x="5585" y="312"/>
                    <a:pt x="5319" y="355"/>
                  </a:cubicBezTo>
                  <a:lnTo>
                    <a:pt x="5497" y="266"/>
                  </a:lnTo>
                  <a:lnTo>
                    <a:pt x="5497" y="266"/>
                  </a:lnTo>
                  <a:cubicBezTo>
                    <a:pt x="4213" y="844"/>
                    <a:pt x="3281" y="2173"/>
                    <a:pt x="2795" y="3592"/>
                  </a:cubicBezTo>
                  <a:cubicBezTo>
                    <a:pt x="2572" y="4166"/>
                    <a:pt x="2483" y="4698"/>
                    <a:pt x="2440" y="5276"/>
                  </a:cubicBezTo>
                  <a:cubicBezTo>
                    <a:pt x="2394" y="5762"/>
                    <a:pt x="2128" y="6116"/>
                    <a:pt x="1820" y="6471"/>
                  </a:cubicBezTo>
                  <a:cubicBezTo>
                    <a:pt x="1419" y="6914"/>
                    <a:pt x="1" y="7534"/>
                    <a:pt x="444" y="8332"/>
                  </a:cubicBezTo>
                  <a:cubicBezTo>
                    <a:pt x="621" y="8733"/>
                    <a:pt x="1111" y="8822"/>
                    <a:pt x="1242" y="9219"/>
                  </a:cubicBezTo>
                  <a:cubicBezTo>
                    <a:pt x="1419" y="9573"/>
                    <a:pt x="1022" y="9885"/>
                    <a:pt x="1242" y="10240"/>
                  </a:cubicBezTo>
                  <a:cubicBezTo>
                    <a:pt x="1419" y="10506"/>
                    <a:pt x="1377" y="10417"/>
                    <a:pt x="1242" y="10683"/>
                  </a:cubicBezTo>
                  <a:cubicBezTo>
                    <a:pt x="1153" y="10949"/>
                    <a:pt x="1242" y="11080"/>
                    <a:pt x="1377" y="11303"/>
                  </a:cubicBezTo>
                  <a:cubicBezTo>
                    <a:pt x="1643" y="11747"/>
                    <a:pt x="1288" y="11924"/>
                    <a:pt x="1111" y="12367"/>
                  </a:cubicBezTo>
                  <a:cubicBezTo>
                    <a:pt x="887" y="12853"/>
                    <a:pt x="887" y="13473"/>
                    <a:pt x="1288" y="13874"/>
                  </a:cubicBezTo>
                  <a:cubicBezTo>
                    <a:pt x="1549" y="14135"/>
                    <a:pt x="1976" y="14204"/>
                    <a:pt x="2343" y="14204"/>
                  </a:cubicBezTo>
                  <a:cubicBezTo>
                    <a:pt x="2476" y="14204"/>
                    <a:pt x="2600" y="14195"/>
                    <a:pt x="2706" y="14183"/>
                  </a:cubicBezTo>
                  <a:cubicBezTo>
                    <a:pt x="2758" y="14178"/>
                    <a:pt x="2810" y="14176"/>
                    <a:pt x="2862" y="14176"/>
                  </a:cubicBezTo>
                  <a:cubicBezTo>
                    <a:pt x="3347" y="14176"/>
                    <a:pt x="3847" y="14356"/>
                    <a:pt x="4167" y="14714"/>
                  </a:cubicBezTo>
                  <a:cubicBezTo>
                    <a:pt x="4568" y="15204"/>
                    <a:pt x="4568" y="16001"/>
                    <a:pt x="4699" y="16622"/>
                  </a:cubicBezTo>
                  <a:lnTo>
                    <a:pt x="4965" y="18083"/>
                  </a:lnTo>
                  <a:cubicBezTo>
                    <a:pt x="5053" y="18395"/>
                    <a:pt x="5100" y="18880"/>
                    <a:pt x="5366" y="18969"/>
                  </a:cubicBezTo>
                  <a:cubicBezTo>
                    <a:pt x="5566" y="19070"/>
                    <a:pt x="5831" y="19098"/>
                    <a:pt x="6101" y="19098"/>
                  </a:cubicBezTo>
                  <a:cubicBezTo>
                    <a:pt x="6427" y="19098"/>
                    <a:pt x="6761" y="19058"/>
                    <a:pt x="7004" y="19058"/>
                  </a:cubicBezTo>
                  <a:cubicBezTo>
                    <a:pt x="7157" y="19078"/>
                    <a:pt x="7319" y="19106"/>
                    <a:pt x="7475" y="19106"/>
                  </a:cubicBezTo>
                  <a:cubicBezTo>
                    <a:pt x="7679" y="19106"/>
                    <a:pt x="7874" y="19058"/>
                    <a:pt x="8025" y="18880"/>
                  </a:cubicBezTo>
                  <a:cubicBezTo>
                    <a:pt x="8776" y="17994"/>
                    <a:pt x="9574" y="17154"/>
                    <a:pt x="10152" y="16090"/>
                  </a:cubicBezTo>
                  <a:cubicBezTo>
                    <a:pt x="10815" y="14892"/>
                    <a:pt x="11038" y="13385"/>
                    <a:pt x="12102" y="12544"/>
                  </a:cubicBezTo>
                  <a:cubicBezTo>
                    <a:pt x="13120" y="11747"/>
                    <a:pt x="14318" y="11257"/>
                    <a:pt x="14981" y="10105"/>
                  </a:cubicBezTo>
                  <a:cubicBezTo>
                    <a:pt x="15648" y="8953"/>
                    <a:pt x="16134" y="7712"/>
                    <a:pt x="16134" y="6382"/>
                  </a:cubicBezTo>
                  <a:cubicBezTo>
                    <a:pt x="16180" y="5099"/>
                    <a:pt x="16002" y="3592"/>
                    <a:pt x="15382" y="2528"/>
                  </a:cubicBezTo>
                  <a:cubicBezTo>
                    <a:pt x="14804" y="1507"/>
                    <a:pt x="13740" y="933"/>
                    <a:pt x="12723" y="578"/>
                  </a:cubicBezTo>
                  <a:cubicBezTo>
                    <a:pt x="11836" y="312"/>
                    <a:pt x="10950" y="223"/>
                    <a:pt x="10063" y="89"/>
                  </a:cubicBezTo>
                  <a:cubicBezTo>
                    <a:pt x="9532" y="0"/>
                    <a:pt x="9088" y="0"/>
                    <a:pt x="8557" y="0"/>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8" name="Google Shape;448;p15"/>
            <p:cNvSpPr/>
            <p:nvPr/>
          </p:nvSpPr>
          <p:spPr>
            <a:xfrm>
              <a:off x="2705400" y="1620407"/>
              <a:ext cx="395507" cy="488736"/>
            </a:xfrm>
            <a:custGeom>
              <a:avLst/>
              <a:gdLst/>
              <a:ahLst/>
              <a:cxnLst/>
              <a:rect l="l" t="t" r="r" b="b"/>
              <a:pathLst>
                <a:path w="15247" h="18841" extrusionOk="0">
                  <a:moveTo>
                    <a:pt x="10194" y="1"/>
                  </a:moveTo>
                  <a:lnTo>
                    <a:pt x="10194" y="1"/>
                  </a:lnTo>
                  <a:cubicBezTo>
                    <a:pt x="10726" y="1820"/>
                    <a:pt x="10726" y="3901"/>
                    <a:pt x="10105" y="5986"/>
                  </a:cubicBezTo>
                  <a:cubicBezTo>
                    <a:pt x="8874" y="10121"/>
                    <a:pt x="5515" y="12847"/>
                    <a:pt x="2025" y="12847"/>
                  </a:cubicBezTo>
                  <a:cubicBezTo>
                    <a:pt x="1364" y="12847"/>
                    <a:pt x="699" y="12750"/>
                    <a:pt x="43" y="12545"/>
                  </a:cubicBezTo>
                  <a:lnTo>
                    <a:pt x="43" y="12545"/>
                  </a:lnTo>
                  <a:cubicBezTo>
                    <a:pt x="0" y="12900"/>
                    <a:pt x="89" y="13297"/>
                    <a:pt x="355" y="13609"/>
                  </a:cubicBezTo>
                  <a:cubicBezTo>
                    <a:pt x="616" y="13870"/>
                    <a:pt x="1043" y="13939"/>
                    <a:pt x="1410" y="13939"/>
                  </a:cubicBezTo>
                  <a:cubicBezTo>
                    <a:pt x="1543" y="13939"/>
                    <a:pt x="1667" y="13930"/>
                    <a:pt x="1773" y="13918"/>
                  </a:cubicBezTo>
                  <a:cubicBezTo>
                    <a:pt x="1825" y="13913"/>
                    <a:pt x="1877" y="13911"/>
                    <a:pt x="1929" y="13911"/>
                  </a:cubicBezTo>
                  <a:cubicBezTo>
                    <a:pt x="2414" y="13911"/>
                    <a:pt x="2914" y="14091"/>
                    <a:pt x="3234" y="14449"/>
                  </a:cubicBezTo>
                  <a:cubicBezTo>
                    <a:pt x="3635" y="14939"/>
                    <a:pt x="3635" y="15736"/>
                    <a:pt x="3766" y="16357"/>
                  </a:cubicBezTo>
                  <a:lnTo>
                    <a:pt x="4032" y="17818"/>
                  </a:lnTo>
                  <a:cubicBezTo>
                    <a:pt x="4120" y="18130"/>
                    <a:pt x="4167" y="18615"/>
                    <a:pt x="4433" y="18704"/>
                  </a:cubicBezTo>
                  <a:cubicBezTo>
                    <a:pt x="4633" y="18805"/>
                    <a:pt x="4898" y="18833"/>
                    <a:pt x="5168" y="18833"/>
                  </a:cubicBezTo>
                  <a:cubicBezTo>
                    <a:pt x="5494" y="18833"/>
                    <a:pt x="5828" y="18793"/>
                    <a:pt x="6071" y="18793"/>
                  </a:cubicBezTo>
                  <a:cubicBezTo>
                    <a:pt x="6224" y="18813"/>
                    <a:pt x="6386" y="18841"/>
                    <a:pt x="6542" y="18841"/>
                  </a:cubicBezTo>
                  <a:cubicBezTo>
                    <a:pt x="6746" y="18841"/>
                    <a:pt x="6941" y="18793"/>
                    <a:pt x="7092" y="18615"/>
                  </a:cubicBezTo>
                  <a:cubicBezTo>
                    <a:pt x="7843" y="17729"/>
                    <a:pt x="8641" y="16889"/>
                    <a:pt x="9219" y="15825"/>
                  </a:cubicBezTo>
                  <a:cubicBezTo>
                    <a:pt x="9882" y="14627"/>
                    <a:pt x="10105" y="13120"/>
                    <a:pt x="11169" y="12279"/>
                  </a:cubicBezTo>
                  <a:cubicBezTo>
                    <a:pt x="12187" y="11482"/>
                    <a:pt x="13385" y="10992"/>
                    <a:pt x="14048" y="9840"/>
                  </a:cubicBezTo>
                  <a:cubicBezTo>
                    <a:pt x="14715" y="8688"/>
                    <a:pt x="15201" y="7447"/>
                    <a:pt x="15201" y="6117"/>
                  </a:cubicBezTo>
                  <a:cubicBezTo>
                    <a:pt x="15247" y="4834"/>
                    <a:pt x="15069" y="3327"/>
                    <a:pt x="14449" y="2263"/>
                  </a:cubicBezTo>
                  <a:cubicBezTo>
                    <a:pt x="13871" y="1242"/>
                    <a:pt x="12807" y="668"/>
                    <a:pt x="11790" y="313"/>
                  </a:cubicBezTo>
                  <a:cubicBezTo>
                    <a:pt x="11258" y="136"/>
                    <a:pt x="10726" y="47"/>
                    <a:pt x="10194" y="1"/>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9" name="Google Shape;449;p15"/>
            <p:cNvSpPr/>
            <p:nvPr/>
          </p:nvSpPr>
          <p:spPr>
            <a:xfrm>
              <a:off x="2819173" y="1933133"/>
              <a:ext cx="181684" cy="176366"/>
            </a:xfrm>
            <a:custGeom>
              <a:avLst/>
              <a:gdLst/>
              <a:ahLst/>
              <a:cxnLst/>
              <a:rect l="l" t="t" r="r" b="b"/>
              <a:pathLst>
                <a:path w="7004" h="6799" extrusionOk="0">
                  <a:moveTo>
                    <a:pt x="6960" y="0"/>
                  </a:moveTo>
                  <a:cubicBezTo>
                    <a:pt x="6737" y="89"/>
                    <a:pt x="6517" y="312"/>
                    <a:pt x="6294" y="443"/>
                  </a:cubicBezTo>
                  <a:cubicBezTo>
                    <a:pt x="6028" y="621"/>
                    <a:pt x="5762" y="755"/>
                    <a:pt x="5496" y="933"/>
                  </a:cubicBezTo>
                  <a:cubicBezTo>
                    <a:pt x="4833" y="1418"/>
                    <a:pt x="4255" y="1950"/>
                    <a:pt x="3681" y="2528"/>
                  </a:cubicBezTo>
                  <a:cubicBezTo>
                    <a:pt x="2972" y="3280"/>
                    <a:pt x="2440" y="4212"/>
                    <a:pt x="1819" y="5010"/>
                  </a:cubicBezTo>
                  <a:cubicBezTo>
                    <a:pt x="1376" y="5584"/>
                    <a:pt x="667" y="6382"/>
                    <a:pt x="0" y="6648"/>
                  </a:cubicBezTo>
                  <a:cubicBezTo>
                    <a:pt x="683" y="6733"/>
                    <a:pt x="1365" y="6798"/>
                    <a:pt x="2048" y="6798"/>
                  </a:cubicBezTo>
                  <a:cubicBezTo>
                    <a:pt x="2784" y="6798"/>
                    <a:pt x="3519" y="6723"/>
                    <a:pt x="4255" y="6517"/>
                  </a:cubicBezTo>
                  <a:cubicBezTo>
                    <a:pt x="4876" y="6340"/>
                    <a:pt x="5631" y="6116"/>
                    <a:pt x="6205" y="5762"/>
                  </a:cubicBezTo>
                  <a:cubicBezTo>
                    <a:pt x="6294" y="5719"/>
                    <a:pt x="6517" y="5584"/>
                    <a:pt x="6560" y="5453"/>
                  </a:cubicBezTo>
                  <a:cubicBezTo>
                    <a:pt x="6695" y="5276"/>
                    <a:pt x="6648" y="5319"/>
                    <a:pt x="6648" y="5099"/>
                  </a:cubicBezTo>
                  <a:cubicBezTo>
                    <a:pt x="6606" y="4744"/>
                    <a:pt x="6471" y="4432"/>
                    <a:pt x="6429" y="4078"/>
                  </a:cubicBezTo>
                  <a:cubicBezTo>
                    <a:pt x="6251" y="2883"/>
                    <a:pt x="5762" y="798"/>
                    <a:pt x="7003" y="89"/>
                  </a:cubicBezTo>
                  <a:lnTo>
                    <a:pt x="6960" y="0"/>
                  </a:lnTo>
                  <a:close/>
                </a:path>
              </a:pathLst>
            </a:custGeom>
            <a:solidFill>
              <a:srgbClr val="B67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0" name="Google Shape;450;p15"/>
            <p:cNvSpPr/>
            <p:nvPr/>
          </p:nvSpPr>
          <p:spPr>
            <a:xfrm>
              <a:off x="2746800" y="1557349"/>
              <a:ext cx="388607" cy="414755"/>
            </a:xfrm>
            <a:custGeom>
              <a:avLst/>
              <a:gdLst/>
              <a:ahLst/>
              <a:cxnLst/>
              <a:rect l="l" t="t" r="r" b="b"/>
              <a:pathLst>
                <a:path w="14981" h="15989" extrusionOk="0">
                  <a:moveTo>
                    <a:pt x="2054" y="1325"/>
                  </a:moveTo>
                  <a:cubicBezTo>
                    <a:pt x="1992" y="1365"/>
                    <a:pt x="1940" y="1396"/>
                    <a:pt x="1904" y="1414"/>
                  </a:cubicBezTo>
                  <a:lnTo>
                    <a:pt x="2054" y="1325"/>
                  </a:lnTo>
                  <a:close/>
                  <a:moveTo>
                    <a:pt x="6429" y="1"/>
                  </a:moveTo>
                  <a:cubicBezTo>
                    <a:pt x="5864" y="1"/>
                    <a:pt x="5292" y="53"/>
                    <a:pt x="4741" y="85"/>
                  </a:cubicBezTo>
                  <a:cubicBezTo>
                    <a:pt x="4343" y="85"/>
                    <a:pt x="3943" y="127"/>
                    <a:pt x="3546" y="305"/>
                  </a:cubicBezTo>
                  <a:cubicBezTo>
                    <a:pt x="3402" y="386"/>
                    <a:pt x="3097" y="600"/>
                    <a:pt x="2785" y="820"/>
                  </a:cubicBezTo>
                  <a:lnTo>
                    <a:pt x="2785" y="820"/>
                  </a:lnTo>
                  <a:cubicBezTo>
                    <a:pt x="2150" y="1163"/>
                    <a:pt x="1521" y="1669"/>
                    <a:pt x="1106" y="2255"/>
                  </a:cubicBezTo>
                  <a:cubicBezTo>
                    <a:pt x="663" y="2964"/>
                    <a:pt x="0" y="4339"/>
                    <a:pt x="709" y="5091"/>
                  </a:cubicBezTo>
                  <a:cubicBezTo>
                    <a:pt x="837" y="5233"/>
                    <a:pt x="984" y="5274"/>
                    <a:pt x="1135" y="5274"/>
                  </a:cubicBezTo>
                  <a:cubicBezTo>
                    <a:pt x="1346" y="5274"/>
                    <a:pt x="1566" y="5194"/>
                    <a:pt x="1758" y="5194"/>
                  </a:cubicBezTo>
                  <a:cubicBezTo>
                    <a:pt x="1903" y="5194"/>
                    <a:pt x="2032" y="5240"/>
                    <a:pt x="2127" y="5403"/>
                  </a:cubicBezTo>
                  <a:cubicBezTo>
                    <a:pt x="2347" y="5669"/>
                    <a:pt x="2305" y="5978"/>
                    <a:pt x="2613" y="6201"/>
                  </a:cubicBezTo>
                  <a:cubicBezTo>
                    <a:pt x="2925" y="6378"/>
                    <a:pt x="3322" y="6421"/>
                    <a:pt x="3677" y="6556"/>
                  </a:cubicBezTo>
                  <a:cubicBezTo>
                    <a:pt x="4166" y="6821"/>
                    <a:pt x="4829" y="7573"/>
                    <a:pt x="4918" y="8151"/>
                  </a:cubicBezTo>
                  <a:cubicBezTo>
                    <a:pt x="5053" y="8637"/>
                    <a:pt x="4787" y="9126"/>
                    <a:pt x="4698" y="9612"/>
                  </a:cubicBezTo>
                  <a:cubicBezTo>
                    <a:pt x="4609" y="10144"/>
                    <a:pt x="4787" y="10853"/>
                    <a:pt x="5318" y="11030"/>
                  </a:cubicBezTo>
                  <a:cubicBezTo>
                    <a:pt x="5583" y="11083"/>
                    <a:pt x="5784" y="11152"/>
                    <a:pt x="5969" y="11152"/>
                  </a:cubicBezTo>
                  <a:cubicBezTo>
                    <a:pt x="6094" y="11152"/>
                    <a:pt x="6211" y="11120"/>
                    <a:pt x="6336" y="11030"/>
                  </a:cubicBezTo>
                  <a:cubicBezTo>
                    <a:pt x="7045" y="10676"/>
                    <a:pt x="7666" y="9303"/>
                    <a:pt x="8421" y="9126"/>
                  </a:cubicBezTo>
                  <a:cubicBezTo>
                    <a:pt x="8509" y="9108"/>
                    <a:pt x="8593" y="9099"/>
                    <a:pt x="8673" y="9099"/>
                  </a:cubicBezTo>
                  <a:cubicBezTo>
                    <a:pt x="9356" y="9099"/>
                    <a:pt x="9732" y="9746"/>
                    <a:pt x="9573" y="10498"/>
                  </a:cubicBezTo>
                  <a:cubicBezTo>
                    <a:pt x="9485" y="10988"/>
                    <a:pt x="8995" y="11562"/>
                    <a:pt x="8641" y="11963"/>
                  </a:cubicBezTo>
                  <a:cubicBezTo>
                    <a:pt x="8463" y="12229"/>
                    <a:pt x="8286" y="12360"/>
                    <a:pt x="8109" y="12672"/>
                  </a:cubicBezTo>
                  <a:cubicBezTo>
                    <a:pt x="7712" y="13423"/>
                    <a:pt x="8155" y="14090"/>
                    <a:pt x="8463" y="14842"/>
                  </a:cubicBezTo>
                  <a:cubicBezTo>
                    <a:pt x="8641" y="15154"/>
                    <a:pt x="8818" y="15508"/>
                    <a:pt x="8995" y="15774"/>
                  </a:cubicBezTo>
                  <a:cubicBezTo>
                    <a:pt x="9115" y="15927"/>
                    <a:pt x="9182" y="15988"/>
                    <a:pt x="9232" y="15988"/>
                  </a:cubicBezTo>
                  <a:cubicBezTo>
                    <a:pt x="9312" y="15988"/>
                    <a:pt x="9347" y="15831"/>
                    <a:pt x="9485" y="15639"/>
                  </a:cubicBezTo>
                  <a:cubicBezTo>
                    <a:pt x="10059" y="14799"/>
                    <a:pt x="10945" y="14445"/>
                    <a:pt x="11789" y="14001"/>
                  </a:cubicBezTo>
                  <a:cubicBezTo>
                    <a:pt x="12984" y="13381"/>
                    <a:pt x="13739" y="11874"/>
                    <a:pt x="14225" y="10587"/>
                  </a:cubicBezTo>
                  <a:cubicBezTo>
                    <a:pt x="14714" y="9169"/>
                    <a:pt x="14980" y="7662"/>
                    <a:pt x="14714" y="6155"/>
                  </a:cubicBezTo>
                  <a:cubicBezTo>
                    <a:pt x="14225" y="3318"/>
                    <a:pt x="12186" y="1414"/>
                    <a:pt x="9793" y="617"/>
                  </a:cubicBezTo>
                  <a:cubicBezTo>
                    <a:pt x="8995" y="351"/>
                    <a:pt x="8332" y="173"/>
                    <a:pt x="7180" y="39"/>
                  </a:cubicBezTo>
                  <a:cubicBezTo>
                    <a:pt x="6933" y="11"/>
                    <a:pt x="6682" y="1"/>
                    <a:pt x="6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1" name="Google Shape;451;p15"/>
            <p:cNvSpPr/>
            <p:nvPr/>
          </p:nvSpPr>
          <p:spPr>
            <a:xfrm>
              <a:off x="2591549" y="2049290"/>
              <a:ext cx="525467" cy="1365819"/>
            </a:xfrm>
            <a:custGeom>
              <a:avLst/>
              <a:gdLst/>
              <a:ahLst/>
              <a:cxnLst/>
              <a:rect l="l" t="t" r="r" b="b"/>
              <a:pathLst>
                <a:path w="20257" h="52653" extrusionOk="0">
                  <a:moveTo>
                    <a:pt x="15381" y="0"/>
                  </a:moveTo>
                  <a:cubicBezTo>
                    <a:pt x="14672" y="220"/>
                    <a:pt x="9265" y="575"/>
                    <a:pt x="8155" y="2525"/>
                  </a:cubicBezTo>
                  <a:cubicBezTo>
                    <a:pt x="5896" y="6560"/>
                    <a:pt x="532" y="11789"/>
                    <a:pt x="844" y="14094"/>
                  </a:cubicBezTo>
                  <a:cubicBezTo>
                    <a:pt x="3237" y="30581"/>
                    <a:pt x="0" y="52653"/>
                    <a:pt x="0" y="52653"/>
                  </a:cubicBezTo>
                  <a:lnTo>
                    <a:pt x="20256" y="52653"/>
                  </a:lnTo>
                  <a:cubicBezTo>
                    <a:pt x="20256" y="52653"/>
                    <a:pt x="19104" y="26326"/>
                    <a:pt x="19458" y="17594"/>
                  </a:cubicBezTo>
                  <a:cubicBezTo>
                    <a:pt x="19547" y="15643"/>
                    <a:pt x="19058" y="7843"/>
                    <a:pt x="19058" y="7712"/>
                  </a:cubicBezTo>
                  <a:cubicBezTo>
                    <a:pt x="19058" y="7623"/>
                    <a:pt x="18437" y="4166"/>
                    <a:pt x="17951" y="3191"/>
                  </a:cubicBezTo>
                  <a:cubicBezTo>
                    <a:pt x="17508" y="2259"/>
                    <a:pt x="15381" y="0"/>
                    <a:pt x="153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2" name="Google Shape;452;p15"/>
            <p:cNvSpPr/>
            <p:nvPr/>
          </p:nvSpPr>
          <p:spPr>
            <a:xfrm>
              <a:off x="2591549" y="2049290"/>
              <a:ext cx="525467" cy="2666061"/>
            </a:xfrm>
            <a:custGeom>
              <a:avLst/>
              <a:gdLst/>
              <a:ahLst/>
              <a:cxnLst/>
              <a:rect l="l" t="t" r="r" b="b"/>
              <a:pathLst>
                <a:path w="20257" h="102778" extrusionOk="0">
                  <a:moveTo>
                    <a:pt x="15381" y="0"/>
                  </a:moveTo>
                  <a:lnTo>
                    <a:pt x="15381" y="0"/>
                  </a:lnTo>
                  <a:cubicBezTo>
                    <a:pt x="17196" y="6471"/>
                    <a:pt x="17242" y="15821"/>
                    <a:pt x="13562" y="23621"/>
                  </a:cubicBezTo>
                  <a:cubicBezTo>
                    <a:pt x="10506" y="30138"/>
                    <a:pt x="5985" y="35144"/>
                    <a:pt x="1110" y="37938"/>
                  </a:cubicBezTo>
                  <a:cubicBezTo>
                    <a:pt x="489" y="46136"/>
                    <a:pt x="0" y="53050"/>
                    <a:pt x="0" y="53050"/>
                  </a:cubicBezTo>
                  <a:lnTo>
                    <a:pt x="9176" y="53050"/>
                  </a:lnTo>
                  <a:cubicBezTo>
                    <a:pt x="9353" y="54025"/>
                    <a:pt x="9485" y="55089"/>
                    <a:pt x="9619" y="56110"/>
                  </a:cubicBezTo>
                  <a:cubicBezTo>
                    <a:pt x="7846" y="61382"/>
                    <a:pt x="6914" y="66700"/>
                    <a:pt x="7049" y="72420"/>
                  </a:cubicBezTo>
                  <a:cubicBezTo>
                    <a:pt x="7137" y="75299"/>
                    <a:pt x="7269" y="78135"/>
                    <a:pt x="7534" y="80929"/>
                  </a:cubicBezTo>
                  <a:cubicBezTo>
                    <a:pt x="6694" y="83542"/>
                    <a:pt x="5630" y="85804"/>
                    <a:pt x="4478" y="87708"/>
                  </a:cubicBezTo>
                  <a:cubicBezTo>
                    <a:pt x="5496" y="94977"/>
                    <a:pt x="6251" y="102777"/>
                    <a:pt x="6251" y="102777"/>
                  </a:cubicBezTo>
                  <a:lnTo>
                    <a:pt x="18083" y="100916"/>
                  </a:lnTo>
                  <a:cubicBezTo>
                    <a:pt x="18083" y="100916"/>
                    <a:pt x="16133" y="86513"/>
                    <a:pt x="15069" y="81681"/>
                  </a:cubicBezTo>
                  <a:cubicBezTo>
                    <a:pt x="15026" y="81503"/>
                    <a:pt x="14980" y="81284"/>
                    <a:pt x="14892" y="81060"/>
                  </a:cubicBezTo>
                  <a:cubicBezTo>
                    <a:pt x="14980" y="78270"/>
                    <a:pt x="14980" y="75433"/>
                    <a:pt x="14849" y="72686"/>
                  </a:cubicBezTo>
                  <a:cubicBezTo>
                    <a:pt x="14760" y="71445"/>
                    <a:pt x="14317" y="70381"/>
                    <a:pt x="14140" y="69182"/>
                  </a:cubicBezTo>
                  <a:cubicBezTo>
                    <a:pt x="13917" y="67810"/>
                    <a:pt x="14094" y="67190"/>
                    <a:pt x="14360" y="65814"/>
                  </a:cubicBezTo>
                  <a:cubicBezTo>
                    <a:pt x="15026" y="62534"/>
                    <a:pt x="15735" y="57351"/>
                    <a:pt x="15778" y="53050"/>
                  </a:cubicBezTo>
                  <a:lnTo>
                    <a:pt x="20256" y="53050"/>
                  </a:lnTo>
                  <a:cubicBezTo>
                    <a:pt x="20256" y="53050"/>
                    <a:pt x="19104" y="26238"/>
                    <a:pt x="19458" y="17462"/>
                  </a:cubicBezTo>
                  <a:cubicBezTo>
                    <a:pt x="19547" y="15512"/>
                    <a:pt x="19058" y="7712"/>
                    <a:pt x="19058" y="7623"/>
                  </a:cubicBezTo>
                  <a:cubicBezTo>
                    <a:pt x="19058" y="7535"/>
                    <a:pt x="18437" y="4166"/>
                    <a:pt x="17951" y="3191"/>
                  </a:cubicBezTo>
                  <a:cubicBezTo>
                    <a:pt x="17597" y="2482"/>
                    <a:pt x="16133" y="443"/>
                    <a:pt x="153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3" name="Google Shape;453;p15"/>
            <p:cNvSpPr/>
            <p:nvPr/>
          </p:nvSpPr>
          <p:spPr>
            <a:xfrm>
              <a:off x="2693908" y="2891934"/>
              <a:ext cx="632339" cy="430007"/>
            </a:xfrm>
            <a:custGeom>
              <a:avLst/>
              <a:gdLst/>
              <a:ahLst/>
              <a:cxnLst/>
              <a:rect l="l" t="t" r="r" b="b"/>
              <a:pathLst>
                <a:path w="24377" h="16577" extrusionOk="0">
                  <a:moveTo>
                    <a:pt x="0" y="0"/>
                  </a:moveTo>
                  <a:lnTo>
                    <a:pt x="0" y="16576"/>
                  </a:lnTo>
                  <a:lnTo>
                    <a:pt x="24376" y="16576"/>
                  </a:lnTo>
                  <a:lnTo>
                    <a:pt x="24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4" name="Google Shape;454;p15"/>
            <p:cNvSpPr/>
            <p:nvPr/>
          </p:nvSpPr>
          <p:spPr>
            <a:xfrm>
              <a:off x="2729498" y="2926407"/>
              <a:ext cx="557658" cy="357635"/>
            </a:xfrm>
            <a:custGeom>
              <a:avLst/>
              <a:gdLst/>
              <a:ahLst/>
              <a:cxnLst/>
              <a:rect l="l" t="t" r="r" b="b"/>
              <a:pathLst>
                <a:path w="21498" h="13787" extrusionOk="0">
                  <a:moveTo>
                    <a:pt x="0" y="1"/>
                  </a:moveTo>
                  <a:lnTo>
                    <a:pt x="0" y="13786"/>
                  </a:lnTo>
                  <a:lnTo>
                    <a:pt x="21498" y="13786"/>
                  </a:lnTo>
                  <a:lnTo>
                    <a:pt x="214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5" name="Google Shape;455;p15"/>
            <p:cNvSpPr/>
            <p:nvPr/>
          </p:nvSpPr>
          <p:spPr>
            <a:xfrm>
              <a:off x="2675517" y="3016080"/>
              <a:ext cx="69000" cy="164486"/>
            </a:xfrm>
            <a:custGeom>
              <a:avLst/>
              <a:gdLst/>
              <a:ahLst/>
              <a:cxnLst/>
              <a:rect l="l" t="t" r="r" b="b"/>
              <a:pathLst>
                <a:path w="2660" h="6341" extrusionOk="0">
                  <a:moveTo>
                    <a:pt x="0" y="1"/>
                  </a:moveTo>
                  <a:lnTo>
                    <a:pt x="0" y="6340"/>
                  </a:lnTo>
                  <a:lnTo>
                    <a:pt x="2659" y="6340"/>
                  </a:lnTo>
                  <a:lnTo>
                    <a:pt x="26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6" name="Google Shape;456;p15"/>
            <p:cNvSpPr/>
            <p:nvPr/>
          </p:nvSpPr>
          <p:spPr>
            <a:xfrm>
              <a:off x="2844464" y="3045988"/>
              <a:ext cx="186275" cy="290917"/>
            </a:xfrm>
            <a:custGeom>
              <a:avLst/>
              <a:gdLst/>
              <a:ahLst/>
              <a:cxnLst/>
              <a:rect l="l" t="t" r="r" b="b"/>
              <a:pathLst>
                <a:path w="7181" h="11215" extrusionOk="0">
                  <a:moveTo>
                    <a:pt x="4787" y="0"/>
                  </a:moveTo>
                  <a:lnTo>
                    <a:pt x="4567" y="135"/>
                  </a:lnTo>
                  <a:cubicBezTo>
                    <a:pt x="4124" y="1773"/>
                    <a:pt x="3415" y="3634"/>
                    <a:pt x="2440" y="4921"/>
                  </a:cubicBezTo>
                  <a:cubicBezTo>
                    <a:pt x="1642" y="5985"/>
                    <a:pt x="0" y="7137"/>
                    <a:pt x="224" y="8687"/>
                  </a:cubicBezTo>
                  <a:cubicBezTo>
                    <a:pt x="355" y="9619"/>
                    <a:pt x="1465" y="11215"/>
                    <a:pt x="2440" y="11215"/>
                  </a:cubicBezTo>
                  <a:cubicBezTo>
                    <a:pt x="3326" y="11169"/>
                    <a:pt x="5276" y="9573"/>
                    <a:pt x="3989" y="8733"/>
                  </a:cubicBezTo>
                  <a:lnTo>
                    <a:pt x="3989" y="8733"/>
                  </a:lnTo>
                  <a:cubicBezTo>
                    <a:pt x="3723" y="8864"/>
                    <a:pt x="3457" y="8953"/>
                    <a:pt x="3192" y="8953"/>
                  </a:cubicBezTo>
                  <a:cubicBezTo>
                    <a:pt x="3681" y="8378"/>
                    <a:pt x="4479" y="8066"/>
                    <a:pt x="4610" y="7226"/>
                  </a:cubicBezTo>
                  <a:cubicBezTo>
                    <a:pt x="4744" y="6340"/>
                    <a:pt x="4344" y="6162"/>
                    <a:pt x="4833" y="5276"/>
                  </a:cubicBezTo>
                  <a:cubicBezTo>
                    <a:pt x="5542" y="3989"/>
                    <a:pt x="6294" y="2571"/>
                    <a:pt x="7180" y="1418"/>
                  </a:cubicBezTo>
                  <a:cubicBezTo>
                    <a:pt x="6560" y="887"/>
                    <a:pt x="5496" y="224"/>
                    <a:pt x="4787" y="0"/>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7" name="Google Shape;457;p15"/>
            <p:cNvSpPr/>
            <p:nvPr/>
          </p:nvSpPr>
          <p:spPr>
            <a:xfrm>
              <a:off x="2818057" y="2128302"/>
              <a:ext cx="416207" cy="1064889"/>
            </a:xfrm>
            <a:custGeom>
              <a:avLst/>
              <a:gdLst/>
              <a:ahLst/>
              <a:cxnLst/>
              <a:rect l="l" t="t" r="r" b="b"/>
              <a:pathLst>
                <a:path w="16045" h="41052" extrusionOk="0">
                  <a:moveTo>
                    <a:pt x="4148" y="0"/>
                  </a:moveTo>
                  <a:cubicBezTo>
                    <a:pt x="3897" y="0"/>
                    <a:pt x="3636" y="44"/>
                    <a:pt x="3369" y="145"/>
                  </a:cubicBezTo>
                  <a:cubicBezTo>
                    <a:pt x="1" y="1429"/>
                    <a:pt x="1065" y="5730"/>
                    <a:pt x="1419" y="7279"/>
                  </a:cubicBezTo>
                  <a:cubicBezTo>
                    <a:pt x="2525" y="11757"/>
                    <a:pt x="6780" y="23015"/>
                    <a:pt x="6780" y="23015"/>
                  </a:cubicBezTo>
                  <a:lnTo>
                    <a:pt x="3635" y="38215"/>
                  </a:lnTo>
                  <a:lnTo>
                    <a:pt x="9485" y="41051"/>
                  </a:lnTo>
                  <a:cubicBezTo>
                    <a:pt x="9485" y="41051"/>
                    <a:pt x="13829" y="31478"/>
                    <a:pt x="14715" y="26560"/>
                  </a:cubicBezTo>
                  <a:cubicBezTo>
                    <a:pt x="16045" y="19380"/>
                    <a:pt x="7003" y="1829"/>
                    <a:pt x="7003" y="1829"/>
                  </a:cubicBezTo>
                  <a:cubicBezTo>
                    <a:pt x="7003" y="1829"/>
                    <a:pt x="5772" y="0"/>
                    <a:pt x="41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8" name="Google Shape;458;p15"/>
            <p:cNvSpPr/>
            <p:nvPr/>
          </p:nvSpPr>
          <p:spPr>
            <a:xfrm>
              <a:off x="2670899" y="1556285"/>
              <a:ext cx="472497" cy="941414"/>
            </a:xfrm>
            <a:custGeom>
              <a:avLst/>
              <a:gdLst/>
              <a:ahLst/>
              <a:cxnLst/>
              <a:rect l="l" t="t" r="r" b="b"/>
              <a:pathLst>
                <a:path w="18215" h="36292" extrusionOk="0">
                  <a:moveTo>
                    <a:pt x="10121" y="1"/>
                  </a:moveTo>
                  <a:cubicBezTo>
                    <a:pt x="9485" y="1"/>
                    <a:pt x="8842" y="101"/>
                    <a:pt x="8110" y="257"/>
                  </a:cubicBezTo>
                  <a:cubicBezTo>
                    <a:pt x="6649" y="611"/>
                    <a:pt x="6426" y="1189"/>
                    <a:pt x="5716" y="2519"/>
                  </a:cubicBezTo>
                  <a:cubicBezTo>
                    <a:pt x="5374" y="3158"/>
                    <a:pt x="4620" y="4213"/>
                    <a:pt x="4885" y="5003"/>
                  </a:cubicBezTo>
                  <a:lnTo>
                    <a:pt x="4885" y="5003"/>
                  </a:lnTo>
                  <a:lnTo>
                    <a:pt x="4876" y="5044"/>
                  </a:lnTo>
                  <a:cubicBezTo>
                    <a:pt x="5319" y="5887"/>
                    <a:pt x="6248" y="6419"/>
                    <a:pt x="6691" y="7394"/>
                  </a:cubicBezTo>
                  <a:cubicBezTo>
                    <a:pt x="7269" y="8547"/>
                    <a:pt x="7624" y="9965"/>
                    <a:pt x="7713" y="11248"/>
                  </a:cubicBezTo>
                  <a:cubicBezTo>
                    <a:pt x="7801" y="13599"/>
                    <a:pt x="7181" y="15549"/>
                    <a:pt x="5894" y="17411"/>
                  </a:cubicBezTo>
                  <a:cubicBezTo>
                    <a:pt x="4653" y="19272"/>
                    <a:pt x="3146" y="20733"/>
                    <a:pt x="2082" y="22729"/>
                  </a:cubicBezTo>
                  <a:cubicBezTo>
                    <a:pt x="1107" y="24633"/>
                    <a:pt x="43" y="26895"/>
                    <a:pt x="1" y="29111"/>
                  </a:cubicBezTo>
                  <a:cubicBezTo>
                    <a:pt x="575" y="28048"/>
                    <a:pt x="1596" y="27250"/>
                    <a:pt x="2306" y="26275"/>
                  </a:cubicBezTo>
                  <a:cubicBezTo>
                    <a:pt x="3057" y="25165"/>
                    <a:pt x="3812" y="24059"/>
                    <a:pt x="4564" y="22906"/>
                  </a:cubicBezTo>
                  <a:cubicBezTo>
                    <a:pt x="5940" y="20779"/>
                    <a:pt x="7003" y="18694"/>
                    <a:pt x="7932" y="16301"/>
                  </a:cubicBezTo>
                  <a:cubicBezTo>
                    <a:pt x="8688" y="14351"/>
                    <a:pt x="9042" y="12181"/>
                    <a:pt x="9929" y="10273"/>
                  </a:cubicBezTo>
                  <a:cubicBezTo>
                    <a:pt x="10270" y="9588"/>
                    <a:pt x="10876" y="8740"/>
                    <a:pt x="11685" y="8740"/>
                  </a:cubicBezTo>
                  <a:cubicBezTo>
                    <a:pt x="11817" y="8740"/>
                    <a:pt x="11955" y="8763"/>
                    <a:pt x="12099" y="8813"/>
                  </a:cubicBezTo>
                  <a:cubicBezTo>
                    <a:pt x="13339" y="9210"/>
                    <a:pt x="12630" y="10585"/>
                    <a:pt x="12010" y="11160"/>
                  </a:cubicBezTo>
                  <a:cubicBezTo>
                    <a:pt x="11478" y="11692"/>
                    <a:pt x="11035" y="12181"/>
                    <a:pt x="10904" y="12979"/>
                  </a:cubicBezTo>
                  <a:cubicBezTo>
                    <a:pt x="10769" y="13865"/>
                    <a:pt x="11347" y="14617"/>
                    <a:pt x="11524" y="15461"/>
                  </a:cubicBezTo>
                  <a:cubicBezTo>
                    <a:pt x="11655" y="16081"/>
                    <a:pt x="11655" y="16702"/>
                    <a:pt x="11879" y="17365"/>
                  </a:cubicBezTo>
                  <a:cubicBezTo>
                    <a:pt x="12187" y="18251"/>
                    <a:pt x="12719" y="18960"/>
                    <a:pt x="13208" y="19715"/>
                  </a:cubicBezTo>
                  <a:cubicBezTo>
                    <a:pt x="14492" y="21754"/>
                    <a:pt x="15378" y="23527"/>
                    <a:pt x="15602" y="26009"/>
                  </a:cubicBezTo>
                  <a:cubicBezTo>
                    <a:pt x="15868" y="29200"/>
                    <a:pt x="16133" y="32079"/>
                    <a:pt x="17374" y="35050"/>
                  </a:cubicBezTo>
                  <a:cubicBezTo>
                    <a:pt x="17552" y="35447"/>
                    <a:pt x="17729" y="36025"/>
                    <a:pt x="17995" y="36291"/>
                  </a:cubicBezTo>
                  <a:cubicBezTo>
                    <a:pt x="17151" y="32079"/>
                    <a:pt x="17240" y="27381"/>
                    <a:pt x="17108" y="23084"/>
                  </a:cubicBezTo>
                  <a:cubicBezTo>
                    <a:pt x="16931" y="18740"/>
                    <a:pt x="17463" y="14397"/>
                    <a:pt x="17949" y="10096"/>
                  </a:cubicBezTo>
                  <a:cubicBezTo>
                    <a:pt x="18215" y="7483"/>
                    <a:pt x="17772" y="4866"/>
                    <a:pt x="16087" y="2874"/>
                  </a:cubicBezTo>
                  <a:cubicBezTo>
                    <a:pt x="15112" y="1721"/>
                    <a:pt x="13474" y="835"/>
                    <a:pt x="12099" y="346"/>
                  </a:cubicBezTo>
                  <a:cubicBezTo>
                    <a:pt x="11389" y="101"/>
                    <a:pt x="10758" y="1"/>
                    <a:pt x="10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59" name="Google Shape;459;p15"/>
            <p:cNvSpPr/>
            <p:nvPr/>
          </p:nvSpPr>
          <p:spPr>
            <a:xfrm>
              <a:off x="2665115" y="4662379"/>
              <a:ext cx="394418" cy="241475"/>
            </a:xfrm>
            <a:custGeom>
              <a:avLst/>
              <a:gdLst/>
              <a:ahLst/>
              <a:cxnLst/>
              <a:rect l="l" t="t" r="r" b="b"/>
              <a:pathLst>
                <a:path w="15205" h="9309" extrusionOk="0">
                  <a:moveTo>
                    <a:pt x="13520" y="0"/>
                  </a:moveTo>
                  <a:cubicBezTo>
                    <a:pt x="13297" y="89"/>
                    <a:pt x="13119" y="532"/>
                    <a:pt x="12942" y="710"/>
                  </a:cubicBezTo>
                  <a:cubicBezTo>
                    <a:pt x="12676" y="1022"/>
                    <a:pt x="12368" y="1241"/>
                    <a:pt x="12013" y="1465"/>
                  </a:cubicBezTo>
                  <a:cubicBezTo>
                    <a:pt x="11570" y="1819"/>
                    <a:pt x="11038" y="2128"/>
                    <a:pt x="10506" y="2305"/>
                  </a:cubicBezTo>
                  <a:cubicBezTo>
                    <a:pt x="10336" y="2364"/>
                    <a:pt x="10180" y="2390"/>
                    <a:pt x="10034" y="2390"/>
                  </a:cubicBezTo>
                  <a:cubicBezTo>
                    <a:pt x="9300" y="2390"/>
                    <a:pt x="8813" y="1738"/>
                    <a:pt x="8113" y="1330"/>
                  </a:cubicBezTo>
                  <a:cubicBezTo>
                    <a:pt x="7946" y="1219"/>
                    <a:pt x="7710" y="1126"/>
                    <a:pt x="7492" y="1126"/>
                  </a:cubicBezTo>
                  <a:cubicBezTo>
                    <a:pt x="7361" y="1126"/>
                    <a:pt x="7237" y="1159"/>
                    <a:pt x="7138" y="1241"/>
                  </a:cubicBezTo>
                  <a:lnTo>
                    <a:pt x="7180" y="1199"/>
                  </a:lnTo>
                  <a:lnTo>
                    <a:pt x="7180" y="1199"/>
                  </a:lnTo>
                  <a:cubicBezTo>
                    <a:pt x="6914" y="1376"/>
                    <a:pt x="6783" y="1773"/>
                    <a:pt x="6606" y="2039"/>
                  </a:cubicBezTo>
                  <a:lnTo>
                    <a:pt x="5939" y="3238"/>
                  </a:lnTo>
                  <a:cubicBezTo>
                    <a:pt x="5542" y="3901"/>
                    <a:pt x="5099" y="4698"/>
                    <a:pt x="4479" y="5188"/>
                  </a:cubicBezTo>
                  <a:cubicBezTo>
                    <a:pt x="3635" y="5897"/>
                    <a:pt x="2748" y="6294"/>
                    <a:pt x="1685" y="6429"/>
                  </a:cubicBezTo>
                  <a:cubicBezTo>
                    <a:pt x="1288" y="6471"/>
                    <a:pt x="667" y="6649"/>
                    <a:pt x="355" y="7003"/>
                  </a:cubicBezTo>
                  <a:cubicBezTo>
                    <a:pt x="178" y="7226"/>
                    <a:pt x="0" y="8067"/>
                    <a:pt x="178" y="8379"/>
                  </a:cubicBezTo>
                  <a:cubicBezTo>
                    <a:pt x="178" y="8467"/>
                    <a:pt x="0" y="8421"/>
                    <a:pt x="47" y="8467"/>
                  </a:cubicBezTo>
                  <a:cubicBezTo>
                    <a:pt x="0" y="8599"/>
                    <a:pt x="0" y="8953"/>
                    <a:pt x="89" y="9042"/>
                  </a:cubicBezTo>
                  <a:cubicBezTo>
                    <a:pt x="266" y="9265"/>
                    <a:pt x="710" y="9219"/>
                    <a:pt x="976" y="9265"/>
                  </a:cubicBezTo>
                  <a:cubicBezTo>
                    <a:pt x="1397" y="9286"/>
                    <a:pt x="1841" y="9309"/>
                    <a:pt x="2278" y="9309"/>
                  </a:cubicBezTo>
                  <a:cubicBezTo>
                    <a:pt x="2716" y="9309"/>
                    <a:pt x="3147" y="9286"/>
                    <a:pt x="3546" y="9219"/>
                  </a:cubicBezTo>
                  <a:cubicBezTo>
                    <a:pt x="5276" y="8865"/>
                    <a:pt x="7049" y="8421"/>
                    <a:pt x="8645" y="7670"/>
                  </a:cubicBezTo>
                  <a:cubicBezTo>
                    <a:pt x="9308" y="7358"/>
                    <a:pt x="9886" y="6826"/>
                    <a:pt x="10506" y="6471"/>
                  </a:cubicBezTo>
                  <a:cubicBezTo>
                    <a:pt x="10671" y="6350"/>
                    <a:pt x="11064" y="6112"/>
                    <a:pt x="11295" y="6112"/>
                  </a:cubicBezTo>
                  <a:cubicBezTo>
                    <a:pt x="11313" y="6112"/>
                    <a:pt x="11330" y="6114"/>
                    <a:pt x="11346" y="6117"/>
                  </a:cubicBezTo>
                  <a:cubicBezTo>
                    <a:pt x="11658" y="6163"/>
                    <a:pt x="11658" y="6560"/>
                    <a:pt x="11658" y="6783"/>
                  </a:cubicBezTo>
                  <a:cubicBezTo>
                    <a:pt x="12368" y="6737"/>
                    <a:pt x="12942" y="6560"/>
                    <a:pt x="13474" y="6383"/>
                  </a:cubicBezTo>
                  <a:cubicBezTo>
                    <a:pt x="13963" y="6205"/>
                    <a:pt x="14584" y="6074"/>
                    <a:pt x="14938" y="5720"/>
                  </a:cubicBezTo>
                  <a:cubicBezTo>
                    <a:pt x="15204" y="5454"/>
                    <a:pt x="15069" y="4656"/>
                    <a:pt x="14981" y="4255"/>
                  </a:cubicBezTo>
                  <a:lnTo>
                    <a:pt x="14981" y="4167"/>
                  </a:lnTo>
                  <a:cubicBezTo>
                    <a:pt x="14981" y="4124"/>
                    <a:pt x="15027" y="4078"/>
                    <a:pt x="15027" y="4035"/>
                  </a:cubicBezTo>
                  <a:cubicBezTo>
                    <a:pt x="15115" y="3723"/>
                    <a:pt x="14850" y="2883"/>
                    <a:pt x="14761" y="2571"/>
                  </a:cubicBezTo>
                  <a:cubicBezTo>
                    <a:pt x="14538" y="1642"/>
                    <a:pt x="14052" y="667"/>
                    <a:pt x="13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04188728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460"/>
        <p:cNvGrpSpPr/>
        <p:nvPr/>
      </p:nvGrpSpPr>
      <p:grpSpPr>
        <a:xfrm>
          <a:off x="0" y="0"/>
          <a:ext cx="0" cy="0"/>
          <a:chOff x="0" y="0"/>
          <a:chExt cx="0" cy="0"/>
        </a:xfrm>
      </p:grpSpPr>
      <p:sp>
        <p:nvSpPr>
          <p:cNvPr id="461" name="Google Shape;461;p16"/>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462" name="Google Shape;462;p16"/>
          <p:cNvGrpSpPr/>
          <p:nvPr/>
        </p:nvGrpSpPr>
        <p:grpSpPr>
          <a:xfrm>
            <a:off x="-6366" y="166870"/>
            <a:ext cx="12198367" cy="6256543"/>
            <a:chOff x="-4775" y="125152"/>
            <a:chExt cx="9148775" cy="4692407"/>
          </a:xfrm>
        </p:grpSpPr>
        <p:grpSp>
          <p:nvGrpSpPr>
            <p:cNvPr id="463" name="Google Shape;463;p16"/>
            <p:cNvGrpSpPr/>
            <p:nvPr/>
          </p:nvGrpSpPr>
          <p:grpSpPr>
            <a:xfrm>
              <a:off x="-4775" y="636650"/>
              <a:ext cx="9148775" cy="3936950"/>
              <a:chOff x="-4775" y="636650"/>
              <a:chExt cx="9148775" cy="3936950"/>
            </a:xfrm>
          </p:grpSpPr>
          <p:sp>
            <p:nvSpPr>
              <p:cNvPr id="464" name="Google Shape;464;p1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65" name="Google Shape;465;p1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66" name="Google Shape;466;p1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67" name="Google Shape;467;p1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68" name="Google Shape;468;p1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69" name="Google Shape;469;p1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470" name="Google Shape;470;p16"/>
            <p:cNvGrpSpPr/>
            <p:nvPr/>
          </p:nvGrpSpPr>
          <p:grpSpPr>
            <a:xfrm rot="-5400000">
              <a:off x="4587067" y="895676"/>
              <a:ext cx="4692407" cy="3151360"/>
              <a:chOff x="-4775" y="1422240"/>
              <a:chExt cx="9148775" cy="3151360"/>
            </a:xfrm>
          </p:grpSpPr>
          <p:sp>
            <p:nvSpPr>
              <p:cNvPr id="471" name="Google Shape;471;p1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72" name="Google Shape;472;p1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73" name="Google Shape;473;p1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74" name="Google Shape;474;p1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75" name="Google Shape;475;p1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476" name="Google Shape;476;p16"/>
            <p:cNvGrpSpPr/>
            <p:nvPr/>
          </p:nvGrpSpPr>
          <p:grpSpPr>
            <a:xfrm rot="-5400000">
              <a:off x="257322" y="502881"/>
              <a:ext cx="4692407" cy="3936950"/>
              <a:chOff x="-4775" y="636650"/>
              <a:chExt cx="9148775" cy="3936950"/>
            </a:xfrm>
          </p:grpSpPr>
          <p:sp>
            <p:nvSpPr>
              <p:cNvPr id="477" name="Google Shape;477;p1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78" name="Google Shape;478;p1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79" name="Google Shape;479;p1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80" name="Google Shape;480;p1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81" name="Google Shape;481;p1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82" name="Google Shape;482;p1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483" name="Google Shape;483;p16"/>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484" name="Google Shape;484;p16"/>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485" name="Google Shape;485;p16"/>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486" name="Google Shape;486;p16"/>
          <p:cNvGrpSpPr/>
          <p:nvPr/>
        </p:nvGrpSpPr>
        <p:grpSpPr>
          <a:xfrm>
            <a:off x="11360234" y="974401"/>
            <a:ext cx="831767" cy="1285820"/>
            <a:chOff x="8428900" y="730800"/>
            <a:chExt cx="623825" cy="964365"/>
          </a:xfrm>
        </p:grpSpPr>
        <p:sp>
          <p:nvSpPr>
            <p:cNvPr id="487" name="Google Shape;487;p16"/>
            <p:cNvSpPr/>
            <p:nvPr/>
          </p:nvSpPr>
          <p:spPr>
            <a:xfrm>
              <a:off x="8428900" y="1239277"/>
              <a:ext cx="236495" cy="455888"/>
            </a:xfrm>
            <a:custGeom>
              <a:avLst/>
              <a:gdLst/>
              <a:ahLst/>
              <a:cxnLst/>
              <a:rect l="l" t="t" r="r" b="b"/>
              <a:pathLst>
                <a:path w="5144" h="9916" extrusionOk="0">
                  <a:moveTo>
                    <a:pt x="765" y="1"/>
                  </a:moveTo>
                  <a:cubicBezTo>
                    <a:pt x="333" y="1"/>
                    <a:pt x="0" y="335"/>
                    <a:pt x="0" y="747"/>
                  </a:cubicBezTo>
                  <a:lnTo>
                    <a:pt x="0" y="9149"/>
                  </a:lnTo>
                  <a:cubicBezTo>
                    <a:pt x="0" y="9562"/>
                    <a:pt x="333" y="9916"/>
                    <a:pt x="765" y="9916"/>
                  </a:cubicBezTo>
                  <a:lnTo>
                    <a:pt x="4398" y="9916"/>
                  </a:lnTo>
                  <a:cubicBezTo>
                    <a:pt x="4809" y="9916"/>
                    <a:pt x="5144" y="9562"/>
                    <a:pt x="5144" y="9149"/>
                  </a:cubicBezTo>
                  <a:lnTo>
                    <a:pt x="5144" y="747"/>
                  </a:lnTo>
                  <a:cubicBezTo>
                    <a:pt x="5144" y="335"/>
                    <a:pt x="4809" y="1"/>
                    <a:pt x="43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88" name="Google Shape;488;p16"/>
            <p:cNvSpPr/>
            <p:nvPr/>
          </p:nvSpPr>
          <p:spPr>
            <a:xfrm>
              <a:off x="8453223" y="1265485"/>
              <a:ext cx="187762" cy="402603"/>
            </a:xfrm>
            <a:custGeom>
              <a:avLst/>
              <a:gdLst/>
              <a:ahLst/>
              <a:cxnLst/>
              <a:rect l="l" t="t" r="r" b="b"/>
              <a:pathLst>
                <a:path w="4084" h="8757" extrusionOk="0">
                  <a:moveTo>
                    <a:pt x="0" y="1"/>
                  </a:moveTo>
                  <a:lnTo>
                    <a:pt x="0" y="8757"/>
                  </a:lnTo>
                  <a:lnTo>
                    <a:pt x="4084" y="8757"/>
                  </a:lnTo>
                  <a:lnTo>
                    <a:pt x="40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89" name="Google Shape;489;p16"/>
            <p:cNvSpPr/>
            <p:nvPr/>
          </p:nvSpPr>
          <p:spPr>
            <a:xfrm>
              <a:off x="8497499" y="1516437"/>
              <a:ext cx="99306" cy="98386"/>
            </a:xfrm>
            <a:custGeom>
              <a:avLst/>
              <a:gdLst/>
              <a:ahLst/>
              <a:cxnLst/>
              <a:rect l="l" t="t" r="r" b="b"/>
              <a:pathLst>
                <a:path w="2160" h="2140" extrusionOk="0">
                  <a:moveTo>
                    <a:pt x="1079" y="0"/>
                  </a:moveTo>
                  <a:cubicBezTo>
                    <a:pt x="490" y="0"/>
                    <a:pt x="0" y="472"/>
                    <a:pt x="0" y="1061"/>
                  </a:cubicBezTo>
                  <a:cubicBezTo>
                    <a:pt x="0" y="1668"/>
                    <a:pt x="490" y="2140"/>
                    <a:pt x="1079" y="2140"/>
                  </a:cubicBezTo>
                  <a:cubicBezTo>
                    <a:pt x="1668" y="2140"/>
                    <a:pt x="2160" y="1668"/>
                    <a:pt x="2160" y="1061"/>
                  </a:cubicBezTo>
                  <a:cubicBezTo>
                    <a:pt x="2160" y="472"/>
                    <a:pt x="1668" y="0"/>
                    <a:pt x="1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90" name="Google Shape;490;p16"/>
            <p:cNvSpPr/>
            <p:nvPr/>
          </p:nvSpPr>
          <p:spPr>
            <a:xfrm>
              <a:off x="8497499" y="1330499"/>
              <a:ext cx="99306" cy="98386"/>
            </a:xfrm>
            <a:custGeom>
              <a:avLst/>
              <a:gdLst/>
              <a:ahLst/>
              <a:cxnLst/>
              <a:rect l="l" t="t" r="r" b="b"/>
              <a:pathLst>
                <a:path w="2160" h="2140" extrusionOk="0">
                  <a:moveTo>
                    <a:pt x="1079" y="0"/>
                  </a:moveTo>
                  <a:cubicBezTo>
                    <a:pt x="490" y="0"/>
                    <a:pt x="0" y="490"/>
                    <a:pt x="0" y="1079"/>
                  </a:cubicBezTo>
                  <a:cubicBezTo>
                    <a:pt x="0" y="1668"/>
                    <a:pt x="490" y="2139"/>
                    <a:pt x="1079" y="2139"/>
                  </a:cubicBezTo>
                  <a:cubicBezTo>
                    <a:pt x="1668" y="2139"/>
                    <a:pt x="2160" y="1668"/>
                    <a:pt x="2160" y="1079"/>
                  </a:cubicBezTo>
                  <a:cubicBezTo>
                    <a:pt x="2160" y="490"/>
                    <a:pt x="1668" y="0"/>
                    <a:pt x="10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nvGrpSpPr>
            <p:cNvPr id="491" name="Google Shape;491;p16"/>
            <p:cNvGrpSpPr/>
            <p:nvPr/>
          </p:nvGrpSpPr>
          <p:grpSpPr>
            <a:xfrm>
              <a:off x="8534500" y="730800"/>
              <a:ext cx="518225" cy="512150"/>
              <a:chOff x="8534500" y="730800"/>
              <a:chExt cx="518225" cy="512150"/>
            </a:xfrm>
          </p:grpSpPr>
          <p:sp>
            <p:nvSpPr>
              <p:cNvPr id="492" name="Google Shape;492;p16"/>
              <p:cNvSpPr/>
              <p:nvPr/>
            </p:nvSpPr>
            <p:spPr>
              <a:xfrm>
                <a:off x="8534500" y="743450"/>
                <a:ext cx="25200" cy="499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93" name="Google Shape;493;p16"/>
              <p:cNvSpPr/>
              <p:nvPr/>
            </p:nvSpPr>
            <p:spPr>
              <a:xfrm rot="5400000">
                <a:off x="8781075" y="484350"/>
                <a:ext cx="25200" cy="518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Tree>
    <p:extLst>
      <p:ext uri="{BB962C8B-B14F-4D97-AF65-F5344CB8AC3E}">
        <p14:creationId xmlns:p14="http://schemas.microsoft.com/office/powerpoint/2010/main" val="20153834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494"/>
        <p:cNvGrpSpPr/>
        <p:nvPr/>
      </p:nvGrpSpPr>
      <p:grpSpPr>
        <a:xfrm>
          <a:off x="0" y="0"/>
          <a:ext cx="0" cy="0"/>
          <a:chOff x="0" y="0"/>
          <a:chExt cx="0" cy="0"/>
        </a:xfrm>
      </p:grpSpPr>
      <p:sp>
        <p:nvSpPr>
          <p:cNvPr id="495" name="Google Shape;495;p17"/>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496" name="Google Shape;496;p17"/>
          <p:cNvGrpSpPr/>
          <p:nvPr/>
        </p:nvGrpSpPr>
        <p:grpSpPr>
          <a:xfrm>
            <a:off x="-6366" y="166870"/>
            <a:ext cx="12198367" cy="6256543"/>
            <a:chOff x="-4775" y="125152"/>
            <a:chExt cx="9148775" cy="4692407"/>
          </a:xfrm>
        </p:grpSpPr>
        <p:grpSp>
          <p:nvGrpSpPr>
            <p:cNvPr id="497" name="Google Shape;497;p17"/>
            <p:cNvGrpSpPr/>
            <p:nvPr/>
          </p:nvGrpSpPr>
          <p:grpSpPr>
            <a:xfrm>
              <a:off x="-4775" y="636650"/>
              <a:ext cx="9148775" cy="3936950"/>
              <a:chOff x="-4775" y="636650"/>
              <a:chExt cx="9148775" cy="3936950"/>
            </a:xfrm>
          </p:grpSpPr>
          <p:sp>
            <p:nvSpPr>
              <p:cNvPr id="498" name="Google Shape;498;p1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99" name="Google Shape;499;p1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0" name="Google Shape;500;p1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1" name="Google Shape;501;p1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2" name="Google Shape;502;p1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3" name="Google Shape;503;p1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04" name="Google Shape;504;p17"/>
            <p:cNvGrpSpPr/>
            <p:nvPr/>
          </p:nvGrpSpPr>
          <p:grpSpPr>
            <a:xfrm rot="-5400000">
              <a:off x="4587067" y="895676"/>
              <a:ext cx="4692407" cy="3151360"/>
              <a:chOff x="-4775" y="1422240"/>
              <a:chExt cx="9148775" cy="3151360"/>
            </a:xfrm>
          </p:grpSpPr>
          <p:sp>
            <p:nvSpPr>
              <p:cNvPr id="505" name="Google Shape;505;p1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6" name="Google Shape;506;p1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7" name="Google Shape;507;p1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8" name="Google Shape;508;p1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09" name="Google Shape;509;p1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10" name="Google Shape;510;p17"/>
            <p:cNvGrpSpPr/>
            <p:nvPr/>
          </p:nvGrpSpPr>
          <p:grpSpPr>
            <a:xfrm rot="-5400000">
              <a:off x="257322" y="502881"/>
              <a:ext cx="4692407" cy="3936950"/>
              <a:chOff x="-4775" y="636650"/>
              <a:chExt cx="9148775" cy="3936950"/>
            </a:xfrm>
          </p:grpSpPr>
          <p:sp>
            <p:nvSpPr>
              <p:cNvPr id="511" name="Google Shape;511;p1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12" name="Google Shape;512;p1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13" name="Google Shape;513;p1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14" name="Google Shape;514;p1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15" name="Google Shape;515;p1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16" name="Google Shape;516;p1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517" name="Google Shape;517;p17"/>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18" name="Google Shape;518;p17"/>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19" name="Google Shape;519;p17"/>
          <p:cNvSpPr txBox="1">
            <a:spLocks noGrp="1"/>
          </p:cNvSpPr>
          <p:nvPr>
            <p:ph type="title"/>
          </p:nvPr>
        </p:nvSpPr>
        <p:spPr>
          <a:xfrm>
            <a:off x="959984" y="573024"/>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520" name="Google Shape;520;p17"/>
          <p:cNvGrpSpPr/>
          <p:nvPr/>
        </p:nvGrpSpPr>
        <p:grpSpPr>
          <a:xfrm>
            <a:off x="11368957" y="4597465"/>
            <a:ext cx="653979" cy="1802183"/>
            <a:chOff x="8010400" y="1358371"/>
            <a:chExt cx="573464" cy="1580308"/>
          </a:xfrm>
        </p:grpSpPr>
        <p:sp>
          <p:nvSpPr>
            <p:cNvPr id="521" name="Google Shape;521;p17"/>
            <p:cNvSpPr/>
            <p:nvPr/>
          </p:nvSpPr>
          <p:spPr>
            <a:xfrm>
              <a:off x="8448780" y="2807198"/>
              <a:ext cx="131449" cy="131480"/>
            </a:xfrm>
            <a:custGeom>
              <a:avLst/>
              <a:gdLst/>
              <a:ahLst/>
              <a:cxnLst/>
              <a:rect l="l" t="t" r="r" b="b"/>
              <a:pathLst>
                <a:path w="4280" h="4281" extrusionOk="0">
                  <a:moveTo>
                    <a:pt x="2139" y="1"/>
                  </a:moveTo>
                  <a:cubicBezTo>
                    <a:pt x="961" y="1"/>
                    <a:pt x="0" y="963"/>
                    <a:pt x="0" y="2141"/>
                  </a:cubicBezTo>
                  <a:cubicBezTo>
                    <a:pt x="0" y="3319"/>
                    <a:pt x="961" y="4280"/>
                    <a:pt x="2139" y="4280"/>
                  </a:cubicBezTo>
                  <a:cubicBezTo>
                    <a:pt x="3317" y="4280"/>
                    <a:pt x="4280" y="3319"/>
                    <a:pt x="4280" y="2141"/>
                  </a:cubicBezTo>
                  <a:cubicBezTo>
                    <a:pt x="4280" y="963"/>
                    <a:pt x="3317" y="1"/>
                    <a:pt x="2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2" name="Google Shape;522;p17"/>
            <p:cNvSpPr/>
            <p:nvPr/>
          </p:nvSpPr>
          <p:spPr>
            <a:xfrm>
              <a:off x="8470462" y="2828911"/>
              <a:ext cx="88083" cy="88698"/>
            </a:xfrm>
            <a:custGeom>
              <a:avLst/>
              <a:gdLst/>
              <a:ahLst/>
              <a:cxnLst/>
              <a:rect l="l" t="t" r="r" b="b"/>
              <a:pathLst>
                <a:path w="2868" h="2888" extrusionOk="0">
                  <a:moveTo>
                    <a:pt x="1433" y="0"/>
                  </a:moveTo>
                  <a:cubicBezTo>
                    <a:pt x="648" y="0"/>
                    <a:pt x="1" y="649"/>
                    <a:pt x="1" y="1434"/>
                  </a:cubicBezTo>
                  <a:cubicBezTo>
                    <a:pt x="1" y="2238"/>
                    <a:pt x="648" y="2887"/>
                    <a:pt x="1433" y="2887"/>
                  </a:cubicBezTo>
                  <a:cubicBezTo>
                    <a:pt x="2219" y="2887"/>
                    <a:pt x="2867" y="2238"/>
                    <a:pt x="2867" y="1434"/>
                  </a:cubicBezTo>
                  <a:cubicBezTo>
                    <a:pt x="2867" y="649"/>
                    <a:pt x="221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3" name="Google Shape;523;p17"/>
            <p:cNvSpPr/>
            <p:nvPr/>
          </p:nvSpPr>
          <p:spPr>
            <a:xfrm>
              <a:off x="8013440" y="2807198"/>
              <a:ext cx="131480" cy="131480"/>
            </a:xfrm>
            <a:custGeom>
              <a:avLst/>
              <a:gdLst/>
              <a:ahLst/>
              <a:cxnLst/>
              <a:rect l="l" t="t" r="r" b="b"/>
              <a:pathLst>
                <a:path w="4281" h="4281" extrusionOk="0">
                  <a:moveTo>
                    <a:pt x="2140" y="1"/>
                  </a:moveTo>
                  <a:cubicBezTo>
                    <a:pt x="962" y="1"/>
                    <a:pt x="1" y="963"/>
                    <a:pt x="1" y="2141"/>
                  </a:cubicBezTo>
                  <a:cubicBezTo>
                    <a:pt x="1" y="3319"/>
                    <a:pt x="962" y="4280"/>
                    <a:pt x="2140" y="4280"/>
                  </a:cubicBezTo>
                  <a:cubicBezTo>
                    <a:pt x="3318" y="4280"/>
                    <a:pt x="4281" y="3319"/>
                    <a:pt x="4281" y="2141"/>
                  </a:cubicBezTo>
                  <a:cubicBezTo>
                    <a:pt x="4281" y="963"/>
                    <a:pt x="3318" y="1"/>
                    <a:pt x="21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4" name="Google Shape;524;p17"/>
            <p:cNvSpPr/>
            <p:nvPr/>
          </p:nvSpPr>
          <p:spPr>
            <a:xfrm>
              <a:off x="8035154" y="2828911"/>
              <a:ext cx="88053" cy="88698"/>
            </a:xfrm>
            <a:custGeom>
              <a:avLst/>
              <a:gdLst/>
              <a:ahLst/>
              <a:cxnLst/>
              <a:rect l="l" t="t" r="r" b="b"/>
              <a:pathLst>
                <a:path w="2867" h="2888" extrusionOk="0">
                  <a:moveTo>
                    <a:pt x="1433" y="0"/>
                  </a:moveTo>
                  <a:cubicBezTo>
                    <a:pt x="648" y="0"/>
                    <a:pt x="1" y="649"/>
                    <a:pt x="1" y="1434"/>
                  </a:cubicBezTo>
                  <a:cubicBezTo>
                    <a:pt x="1" y="2238"/>
                    <a:pt x="648" y="2887"/>
                    <a:pt x="1433" y="2887"/>
                  </a:cubicBezTo>
                  <a:cubicBezTo>
                    <a:pt x="2239" y="2887"/>
                    <a:pt x="2867" y="2238"/>
                    <a:pt x="2867" y="1434"/>
                  </a:cubicBezTo>
                  <a:cubicBezTo>
                    <a:pt x="2867" y="649"/>
                    <a:pt x="223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5" name="Google Shape;525;p17"/>
            <p:cNvSpPr/>
            <p:nvPr/>
          </p:nvSpPr>
          <p:spPr>
            <a:xfrm>
              <a:off x="8445156" y="2759595"/>
              <a:ext cx="138698" cy="138083"/>
            </a:xfrm>
            <a:custGeom>
              <a:avLst/>
              <a:gdLst/>
              <a:ahLst/>
              <a:cxnLst/>
              <a:rect l="l" t="t" r="r" b="b"/>
              <a:pathLst>
                <a:path w="4516" h="4496" extrusionOk="0">
                  <a:moveTo>
                    <a:pt x="0" y="0"/>
                  </a:moveTo>
                  <a:lnTo>
                    <a:pt x="2257" y="4495"/>
                  </a:lnTo>
                  <a:lnTo>
                    <a:pt x="45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6" name="Google Shape;526;p17"/>
            <p:cNvSpPr/>
            <p:nvPr/>
          </p:nvSpPr>
          <p:spPr>
            <a:xfrm>
              <a:off x="8010400" y="2759595"/>
              <a:ext cx="138145" cy="138083"/>
            </a:xfrm>
            <a:custGeom>
              <a:avLst/>
              <a:gdLst/>
              <a:ahLst/>
              <a:cxnLst/>
              <a:rect l="l" t="t" r="r" b="b"/>
              <a:pathLst>
                <a:path w="4498" h="4496" extrusionOk="0">
                  <a:moveTo>
                    <a:pt x="1" y="0"/>
                  </a:moveTo>
                  <a:lnTo>
                    <a:pt x="2239" y="4495"/>
                  </a:lnTo>
                  <a:lnTo>
                    <a:pt x="44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7" name="Google Shape;527;p17"/>
            <p:cNvSpPr/>
            <p:nvPr/>
          </p:nvSpPr>
          <p:spPr>
            <a:xfrm>
              <a:off x="8010400" y="1384291"/>
              <a:ext cx="573464" cy="1449507"/>
            </a:xfrm>
            <a:custGeom>
              <a:avLst/>
              <a:gdLst/>
              <a:ahLst/>
              <a:cxnLst/>
              <a:rect l="l" t="t" r="r" b="b"/>
              <a:pathLst>
                <a:path w="18672" h="47196" extrusionOk="0">
                  <a:moveTo>
                    <a:pt x="1749" y="0"/>
                  </a:moveTo>
                  <a:cubicBezTo>
                    <a:pt x="1592" y="0"/>
                    <a:pt x="1435" y="138"/>
                    <a:pt x="1435" y="314"/>
                  </a:cubicBezTo>
                  <a:cubicBezTo>
                    <a:pt x="1435" y="1277"/>
                    <a:pt x="2220" y="2062"/>
                    <a:pt x="3202" y="2062"/>
                  </a:cubicBezTo>
                  <a:cubicBezTo>
                    <a:pt x="4065" y="2062"/>
                    <a:pt x="4772" y="1453"/>
                    <a:pt x="4929" y="628"/>
                  </a:cubicBezTo>
                  <a:lnTo>
                    <a:pt x="8188" y="628"/>
                  </a:lnTo>
                  <a:lnTo>
                    <a:pt x="8188" y="43878"/>
                  </a:lnTo>
                  <a:lnTo>
                    <a:pt x="1" y="43878"/>
                  </a:lnTo>
                  <a:lnTo>
                    <a:pt x="1" y="45606"/>
                  </a:lnTo>
                  <a:lnTo>
                    <a:pt x="8188" y="45606"/>
                  </a:lnTo>
                  <a:lnTo>
                    <a:pt x="8188" y="47038"/>
                  </a:lnTo>
                  <a:cubicBezTo>
                    <a:pt x="8188" y="47117"/>
                    <a:pt x="8560" y="47195"/>
                    <a:pt x="9013" y="47195"/>
                  </a:cubicBezTo>
                  <a:cubicBezTo>
                    <a:pt x="9484" y="47195"/>
                    <a:pt x="9856" y="47117"/>
                    <a:pt x="9856" y="47038"/>
                  </a:cubicBezTo>
                  <a:lnTo>
                    <a:pt x="9856" y="45606"/>
                  </a:lnTo>
                  <a:lnTo>
                    <a:pt x="18672" y="45606"/>
                  </a:lnTo>
                  <a:lnTo>
                    <a:pt x="18672" y="43878"/>
                  </a:lnTo>
                  <a:lnTo>
                    <a:pt x="9856" y="43878"/>
                  </a:lnTo>
                  <a:lnTo>
                    <a:pt x="9856" y="628"/>
                  </a:lnTo>
                  <a:lnTo>
                    <a:pt x="13096" y="628"/>
                  </a:lnTo>
                  <a:cubicBezTo>
                    <a:pt x="13253" y="1453"/>
                    <a:pt x="13960" y="2062"/>
                    <a:pt x="14824" y="2062"/>
                  </a:cubicBezTo>
                  <a:cubicBezTo>
                    <a:pt x="15805" y="2062"/>
                    <a:pt x="16591" y="1277"/>
                    <a:pt x="16591" y="314"/>
                  </a:cubicBezTo>
                  <a:cubicBezTo>
                    <a:pt x="16591" y="138"/>
                    <a:pt x="16453" y="0"/>
                    <a:pt x="16277" y="0"/>
                  </a:cubicBezTo>
                  <a:cubicBezTo>
                    <a:pt x="16099" y="0"/>
                    <a:pt x="15963" y="138"/>
                    <a:pt x="15963" y="314"/>
                  </a:cubicBezTo>
                  <a:cubicBezTo>
                    <a:pt x="15963" y="924"/>
                    <a:pt x="15452" y="1434"/>
                    <a:pt x="14824" y="1434"/>
                  </a:cubicBezTo>
                  <a:cubicBezTo>
                    <a:pt x="14214" y="1434"/>
                    <a:pt x="13704" y="924"/>
                    <a:pt x="13704" y="314"/>
                  </a:cubicBezTo>
                  <a:lnTo>
                    <a:pt x="13704" y="0"/>
                  </a:lnTo>
                  <a:lnTo>
                    <a:pt x="4320" y="0"/>
                  </a:lnTo>
                  <a:lnTo>
                    <a:pt x="4320" y="314"/>
                  </a:lnTo>
                  <a:cubicBezTo>
                    <a:pt x="4320" y="924"/>
                    <a:pt x="3809" y="1434"/>
                    <a:pt x="3202" y="1434"/>
                  </a:cubicBezTo>
                  <a:cubicBezTo>
                    <a:pt x="2573" y="1434"/>
                    <a:pt x="2082" y="924"/>
                    <a:pt x="2082" y="314"/>
                  </a:cubicBezTo>
                  <a:cubicBezTo>
                    <a:pt x="2082" y="138"/>
                    <a:pt x="1925" y="0"/>
                    <a:pt x="17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8" name="Google Shape;528;p17"/>
            <p:cNvSpPr/>
            <p:nvPr/>
          </p:nvSpPr>
          <p:spPr>
            <a:xfrm>
              <a:off x="8336620" y="1358371"/>
              <a:ext cx="217659" cy="757340"/>
            </a:xfrm>
            <a:custGeom>
              <a:avLst/>
              <a:gdLst/>
              <a:ahLst/>
              <a:cxnLst/>
              <a:rect l="l" t="t" r="r" b="b"/>
              <a:pathLst>
                <a:path w="7087" h="24659" extrusionOk="0">
                  <a:moveTo>
                    <a:pt x="687" y="1"/>
                  </a:moveTo>
                  <a:cubicBezTo>
                    <a:pt x="59" y="1"/>
                    <a:pt x="1" y="1807"/>
                    <a:pt x="1" y="2357"/>
                  </a:cubicBezTo>
                  <a:lnTo>
                    <a:pt x="1" y="22420"/>
                  </a:lnTo>
                  <a:cubicBezTo>
                    <a:pt x="1" y="23657"/>
                    <a:pt x="1021" y="24659"/>
                    <a:pt x="2258" y="24659"/>
                  </a:cubicBezTo>
                  <a:cubicBezTo>
                    <a:pt x="3475" y="24659"/>
                    <a:pt x="4496" y="23657"/>
                    <a:pt x="4496" y="22420"/>
                  </a:cubicBezTo>
                  <a:lnTo>
                    <a:pt x="4496" y="15725"/>
                  </a:lnTo>
                  <a:lnTo>
                    <a:pt x="4909" y="15725"/>
                  </a:lnTo>
                  <a:cubicBezTo>
                    <a:pt x="5006" y="15725"/>
                    <a:pt x="5105" y="15647"/>
                    <a:pt x="5105" y="15549"/>
                  </a:cubicBezTo>
                  <a:lnTo>
                    <a:pt x="5105" y="13644"/>
                  </a:lnTo>
                  <a:lnTo>
                    <a:pt x="6419" y="13644"/>
                  </a:lnTo>
                  <a:cubicBezTo>
                    <a:pt x="6793" y="13644"/>
                    <a:pt x="7087" y="13351"/>
                    <a:pt x="7087" y="12997"/>
                  </a:cubicBezTo>
                  <a:lnTo>
                    <a:pt x="7087" y="3966"/>
                  </a:lnTo>
                  <a:cubicBezTo>
                    <a:pt x="7087" y="3593"/>
                    <a:pt x="6793" y="3299"/>
                    <a:pt x="6419" y="3299"/>
                  </a:cubicBezTo>
                  <a:lnTo>
                    <a:pt x="5105" y="3299"/>
                  </a:lnTo>
                  <a:cubicBezTo>
                    <a:pt x="5105" y="2572"/>
                    <a:pt x="4752" y="1964"/>
                    <a:pt x="4339" y="1964"/>
                  </a:cubicBezTo>
                  <a:cubicBezTo>
                    <a:pt x="3907" y="1964"/>
                    <a:pt x="3574" y="2572"/>
                    <a:pt x="3574" y="3299"/>
                  </a:cubicBezTo>
                  <a:lnTo>
                    <a:pt x="2239" y="3299"/>
                  </a:lnTo>
                  <a:cubicBezTo>
                    <a:pt x="1885" y="3299"/>
                    <a:pt x="1590" y="3593"/>
                    <a:pt x="1590" y="3966"/>
                  </a:cubicBezTo>
                  <a:lnTo>
                    <a:pt x="1590" y="12997"/>
                  </a:lnTo>
                  <a:cubicBezTo>
                    <a:pt x="1590" y="13351"/>
                    <a:pt x="1885" y="13644"/>
                    <a:pt x="2239" y="13644"/>
                  </a:cubicBezTo>
                  <a:lnTo>
                    <a:pt x="3553" y="13644"/>
                  </a:lnTo>
                  <a:lnTo>
                    <a:pt x="3553" y="15549"/>
                  </a:lnTo>
                  <a:cubicBezTo>
                    <a:pt x="3553" y="15647"/>
                    <a:pt x="3652" y="15725"/>
                    <a:pt x="3750" y="15725"/>
                  </a:cubicBezTo>
                  <a:lnTo>
                    <a:pt x="4181" y="15725"/>
                  </a:lnTo>
                  <a:lnTo>
                    <a:pt x="4181" y="22420"/>
                  </a:lnTo>
                  <a:cubicBezTo>
                    <a:pt x="4181" y="23481"/>
                    <a:pt x="3318" y="24344"/>
                    <a:pt x="2258" y="24344"/>
                  </a:cubicBezTo>
                  <a:cubicBezTo>
                    <a:pt x="1197" y="24344"/>
                    <a:pt x="334" y="23481"/>
                    <a:pt x="334" y="22420"/>
                  </a:cubicBezTo>
                  <a:lnTo>
                    <a:pt x="334" y="2357"/>
                  </a:lnTo>
                  <a:cubicBezTo>
                    <a:pt x="334" y="766"/>
                    <a:pt x="608" y="334"/>
                    <a:pt x="687" y="315"/>
                  </a:cubicBezTo>
                  <a:cubicBezTo>
                    <a:pt x="765" y="334"/>
                    <a:pt x="1119" y="883"/>
                    <a:pt x="1119" y="2906"/>
                  </a:cubicBezTo>
                  <a:lnTo>
                    <a:pt x="1433" y="2906"/>
                  </a:lnTo>
                  <a:cubicBezTo>
                    <a:pt x="1433" y="2043"/>
                    <a:pt x="1375" y="1315"/>
                    <a:pt x="1237" y="805"/>
                  </a:cubicBezTo>
                  <a:cubicBezTo>
                    <a:pt x="1119" y="276"/>
                    <a:pt x="923" y="1"/>
                    <a:pt x="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29" name="Google Shape;529;p17"/>
            <p:cNvSpPr/>
            <p:nvPr/>
          </p:nvSpPr>
          <p:spPr>
            <a:xfrm>
              <a:off x="8022470" y="1358371"/>
              <a:ext cx="217107" cy="621068"/>
            </a:xfrm>
            <a:custGeom>
              <a:avLst/>
              <a:gdLst/>
              <a:ahLst/>
              <a:cxnLst/>
              <a:rect l="l" t="t" r="r" b="b"/>
              <a:pathLst>
                <a:path w="7069" h="20222" extrusionOk="0">
                  <a:moveTo>
                    <a:pt x="6382" y="1"/>
                  </a:moveTo>
                  <a:cubicBezTo>
                    <a:pt x="6146" y="1"/>
                    <a:pt x="5969" y="276"/>
                    <a:pt x="5832" y="805"/>
                  </a:cubicBezTo>
                  <a:cubicBezTo>
                    <a:pt x="5714" y="1276"/>
                    <a:pt x="5655" y="1964"/>
                    <a:pt x="5636" y="2749"/>
                  </a:cubicBezTo>
                  <a:lnTo>
                    <a:pt x="5636" y="18749"/>
                  </a:lnTo>
                  <a:lnTo>
                    <a:pt x="5969" y="18749"/>
                  </a:lnTo>
                  <a:lnTo>
                    <a:pt x="5969" y="2749"/>
                  </a:lnTo>
                  <a:cubicBezTo>
                    <a:pt x="5989" y="865"/>
                    <a:pt x="6303" y="334"/>
                    <a:pt x="6401" y="315"/>
                  </a:cubicBezTo>
                  <a:cubicBezTo>
                    <a:pt x="6460" y="334"/>
                    <a:pt x="6754" y="766"/>
                    <a:pt x="6754" y="2357"/>
                  </a:cubicBezTo>
                  <a:lnTo>
                    <a:pt x="6754" y="17984"/>
                  </a:lnTo>
                  <a:cubicBezTo>
                    <a:pt x="6754" y="19044"/>
                    <a:pt x="5890" y="19908"/>
                    <a:pt x="4830" y="19908"/>
                  </a:cubicBezTo>
                  <a:cubicBezTo>
                    <a:pt x="3770" y="19908"/>
                    <a:pt x="2906" y="19044"/>
                    <a:pt x="2906" y="17984"/>
                  </a:cubicBezTo>
                  <a:lnTo>
                    <a:pt x="2906" y="15725"/>
                  </a:lnTo>
                  <a:lnTo>
                    <a:pt x="3338" y="15725"/>
                  </a:lnTo>
                  <a:cubicBezTo>
                    <a:pt x="3437" y="15725"/>
                    <a:pt x="3515" y="15647"/>
                    <a:pt x="3515" y="15549"/>
                  </a:cubicBezTo>
                  <a:lnTo>
                    <a:pt x="3515" y="13644"/>
                  </a:lnTo>
                  <a:lnTo>
                    <a:pt x="4830" y="13644"/>
                  </a:lnTo>
                  <a:cubicBezTo>
                    <a:pt x="5204" y="13644"/>
                    <a:pt x="5497" y="13351"/>
                    <a:pt x="5497" y="12997"/>
                  </a:cubicBezTo>
                  <a:lnTo>
                    <a:pt x="5497" y="3966"/>
                  </a:lnTo>
                  <a:cubicBezTo>
                    <a:pt x="5497" y="3593"/>
                    <a:pt x="5204" y="3299"/>
                    <a:pt x="4830" y="3299"/>
                  </a:cubicBezTo>
                  <a:lnTo>
                    <a:pt x="3515" y="3299"/>
                  </a:lnTo>
                  <a:cubicBezTo>
                    <a:pt x="3515" y="2572"/>
                    <a:pt x="3162" y="1964"/>
                    <a:pt x="2749" y="1964"/>
                  </a:cubicBezTo>
                  <a:cubicBezTo>
                    <a:pt x="2317" y="1964"/>
                    <a:pt x="1984" y="2572"/>
                    <a:pt x="1984" y="3299"/>
                  </a:cubicBezTo>
                  <a:lnTo>
                    <a:pt x="649" y="3299"/>
                  </a:lnTo>
                  <a:cubicBezTo>
                    <a:pt x="296" y="3299"/>
                    <a:pt x="1" y="3593"/>
                    <a:pt x="1" y="3966"/>
                  </a:cubicBezTo>
                  <a:lnTo>
                    <a:pt x="1" y="12997"/>
                  </a:lnTo>
                  <a:cubicBezTo>
                    <a:pt x="1" y="13351"/>
                    <a:pt x="296" y="13644"/>
                    <a:pt x="649" y="13644"/>
                  </a:cubicBezTo>
                  <a:lnTo>
                    <a:pt x="1984" y="13644"/>
                  </a:lnTo>
                  <a:lnTo>
                    <a:pt x="1984" y="15549"/>
                  </a:lnTo>
                  <a:cubicBezTo>
                    <a:pt x="1984" y="15647"/>
                    <a:pt x="2063" y="15725"/>
                    <a:pt x="2160" y="15725"/>
                  </a:cubicBezTo>
                  <a:lnTo>
                    <a:pt x="2592" y="15725"/>
                  </a:lnTo>
                  <a:lnTo>
                    <a:pt x="2592" y="17984"/>
                  </a:lnTo>
                  <a:cubicBezTo>
                    <a:pt x="2592" y="19220"/>
                    <a:pt x="3594" y="20222"/>
                    <a:pt x="4830" y="20222"/>
                  </a:cubicBezTo>
                  <a:cubicBezTo>
                    <a:pt x="6068" y="20222"/>
                    <a:pt x="7068" y="19220"/>
                    <a:pt x="7068" y="17984"/>
                  </a:cubicBezTo>
                  <a:lnTo>
                    <a:pt x="7068" y="2357"/>
                  </a:lnTo>
                  <a:cubicBezTo>
                    <a:pt x="7068" y="1807"/>
                    <a:pt x="7029" y="1"/>
                    <a:pt x="6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30" name="Google Shape;530;p17"/>
            <p:cNvSpPr/>
            <p:nvPr/>
          </p:nvSpPr>
          <p:spPr>
            <a:xfrm>
              <a:off x="8401729" y="1606798"/>
              <a:ext cx="135688" cy="144103"/>
            </a:xfrm>
            <a:custGeom>
              <a:avLst/>
              <a:gdLst/>
              <a:ahLst/>
              <a:cxnLst/>
              <a:rect l="l" t="t" r="r" b="b"/>
              <a:pathLst>
                <a:path w="4418" h="4692" extrusionOk="0">
                  <a:moveTo>
                    <a:pt x="1" y="0"/>
                  </a:moveTo>
                  <a:lnTo>
                    <a:pt x="1" y="3259"/>
                  </a:lnTo>
                  <a:cubicBezTo>
                    <a:pt x="1" y="4063"/>
                    <a:pt x="629" y="4691"/>
                    <a:pt x="1414" y="4691"/>
                  </a:cubicBezTo>
                  <a:lnTo>
                    <a:pt x="3004" y="4691"/>
                  </a:lnTo>
                  <a:cubicBezTo>
                    <a:pt x="3789" y="4691"/>
                    <a:pt x="4417" y="4063"/>
                    <a:pt x="4417" y="3259"/>
                  </a:cubicBezTo>
                  <a:lnTo>
                    <a:pt x="441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31" name="Google Shape;531;p17"/>
            <p:cNvSpPr/>
            <p:nvPr/>
          </p:nvSpPr>
          <p:spPr>
            <a:xfrm>
              <a:off x="8038778" y="1528974"/>
              <a:ext cx="136302" cy="221929"/>
            </a:xfrm>
            <a:custGeom>
              <a:avLst/>
              <a:gdLst/>
              <a:ahLst/>
              <a:cxnLst/>
              <a:rect l="l" t="t" r="r" b="b"/>
              <a:pathLst>
                <a:path w="4438" h="7226" extrusionOk="0">
                  <a:moveTo>
                    <a:pt x="0" y="1"/>
                  </a:moveTo>
                  <a:lnTo>
                    <a:pt x="0" y="5793"/>
                  </a:lnTo>
                  <a:cubicBezTo>
                    <a:pt x="0" y="6597"/>
                    <a:pt x="647" y="7225"/>
                    <a:pt x="1433" y="7225"/>
                  </a:cubicBezTo>
                  <a:lnTo>
                    <a:pt x="3003" y="7225"/>
                  </a:lnTo>
                  <a:cubicBezTo>
                    <a:pt x="3789" y="7225"/>
                    <a:pt x="4437" y="6597"/>
                    <a:pt x="4437" y="5793"/>
                  </a:cubicBezTo>
                  <a:lnTo>
                    <a:pt x="443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21254072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text ">
  <p:cSld name="Title and text ">
    <p:spTree>
      <p:nvGrpSpPr>
        <p:cNvPr id="1" name="Shape 532"/>
        <p:cNvGrpSpPr/>
        <p:nvPr/>
      </p:nvGrpSpPr>
      <p:grpSpPr>
        <a:xfrm>
          <a:off x="0" y="0"/>
          <a:ext cx="0" cy="0"/>
          <a:chOff x="0" y="0"/>
          <a:chExt cx="0" cy="0"/>
        </a:xfrm>
      </p:grpSpPr>
      <p:sp>
        <p:nvSpPr>
          <p:cNvPr id="533" name="Google Shape;533;p18"/>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534" name="Google Shape;534;p18"/>
          <p:cNvGrpSpPr/>
          <p:nvPr/>
        </p:nvGrpSpPr>
        <p:grpSpPr>
          <a:xfrm>
            <a:off x="-6366" y="166870"/>
            <a:ext cx="12198367" cy="6256543"/>
            <a:chOff x="-4775" y="125152"/>
            <a:chExt cx="9148775" cy="4692407"/>
          </a:xfrm>
        </p:grpSpPr>
        <p:grpSp>
          <p:nvGrpSpPr>
            <p:cNvPr id="535" name="Google Shape;535;p18"/>
            <p:cNvGrpSpPr/>
            <p:nvPr/>
          </p:nvGrpSpPr>
          <p:grpSpPr>
            <a:xfrm>
              <a:off x="-4775" y="636650"/>
              <a:ext cx="9148775" cy="3936950"/>
              <a:chOff x="-4775" y="636650"/>
              <a:chExt cx="9148775" cy="3936950"/>
            </a:xfrm>
          </p:grpSpPr>
          <p:sp>
            <p:nvSpPr>
              <p:cNvPr id="536" name="Google Shape;536;p1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37" name="Google Shape;537;p1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38" name="Google Shape;538;p1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39" name="Google Shape;539;p1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0" name="Google Shape;540;p1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1" name="Google Shape;541;p1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42" name="Google Shape;542;p18"/>
            <p:cNvGrpSpPr/>
            <p:nvPr/>
          </p:nvGrpSpPr>
          <p:grpSpPr>
            <a:xfrm rot="-5400000">
              <a:off x="4587067" y="895676"/>
              <a:ext cx="4692407" cy="3151360"/>
              <a:chOff x="-4775" y="1422240"/>
              <a:chExt cx="9148775" cy="3151360"/>
            </a:xfrm>
          </p:grpSpPr>
          <p:sp>
            <p:nvSpPr>
              <p:cNvPr id="543" name="Google Shape;543;p1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4" name="Google Shape;544;p1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5" name="Google Shape;545;p1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6" name="Google Shape;546;p1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7" name="Google Shape;547;p1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48" name="Google Shape;548;p18"/>
            <p:cNvGrpSpPr/>
            <p:nvPr/>
          </p:nvGrpSpPr>
          <p:grpSpPr>
            <a:xfrm rot="-5400000">
              <a:off x="257322" y="502881"/>
              <a:ext cx="4692407" cy="3936950"/>
              <a:chOff x="-4775" y="636650"/>
              <a:chExt cx="9148775" cy="3936950"/>
            </a:xfrm>
          </p:grpSpPr>
          <p:sp>
            <p:nvSpPr>
              <p:cNvPr id="549" name="Google Shape;549;p18"/>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0" name="Google Shape;550;p18"/>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1" name="Google Shape;551;p18"/>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2" name="Google Shape;552;p18"/>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3" name="Google Shape;553;p18"/>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4" name="Google Shape;554;p18"/>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555" name="Google Shape;555;p18"/>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56" name="Google Shape;556;p18"/>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57" name="Google Shape;557;p18"/>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58" name="Google Shape;558;p18"/>
          <p:cNvSpPr txBox="1">
            <a:spLocks noGrp="1"/>
          </p:cNvSpPr>
          <p:nvPr>
            <p:ph type="body" idx="1"/>
          </p:nvPr>
        </p:nvSpPr>
        <p:spPr>
          <a:xfrm>
            <a:off x="960000" y="1536633"/>
            <a:ext cx="5420000" cy="20248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06390" rtl="0">
              <a:lnSpc>
                <a:spcPct val="115000"/>
              </a:lnSpc>
              <a:spcBef>
                <a:spcPts val="0"/>
              </a:spcBef>
              <a:spcAft>
                <a:spcPts val="0"/>
              </a:spcAft>
              <a:buSzPts val="1200"/>
              <a:buChar char="○"/>
              <a:defRPr/>
            </a:lvl2pPr>
            <a:lvl3pPr marL="1828754" lvl="2" indent="-406390" rtl="0">
              <a:lnSpc>
                <a:spcPct val="115000"/>
              </a:lnSpc>
              <a:spcBef>
                <a:spcPts val="0"/>
              </a:spcBef>
              <a:spcAft>
                <a:spcPts val="0"/>
              </a:spcAft>
              <a:buSzPts val="1200"/>
              <a:buChar char="■"/>
              <a:defRPr/>
            </a:lvl3pPr>
            <a:lvl4pPr marL="2438339" lvl="3" indent="-406390" rtl="0">
              <a:lnSpc>
                <a:spcPct val="115000"/>
              </a:lnSpc>
              <a:spcBef>
                <a:spcPts val="0"/>
              </a:spcBef>
              <a:spcAft>
                <a:spcPts val="0"/>
              </a:spcAft>
              <a:buSzPts val="1200"/>
              <a:buChar char="●"/>
              <a:defRPr/>
            </a:lvl4pPr>
            <a:lvl5pPr marL="3047924" lvl="4" indent="-406390" rtl="0">
              <a:lnSpc>
                <a:spcPct val="115000"/>
              </a:lnSpc>
              <a:spcBef>
                <a:spcPts val="0"/>
              </a:spcBef>
              <a:spcAft>
                <a:spcPts val="0"/>
              </a:spcAft>
              <a:buSzPts val="1200"/>
              <a:buChar char="○"/>
              <a:defRPr/>
            </a:lvl5pPr>
            <a:lvl6pPr marL="3657509" lvl="5" indent="-406390" rtl="0">
              <a:lnSpc>
                <a:spcPct val="115000"/>
              </a:lnSpc>
              <a:spcBef>
                <a:spcPts val="0"/>
              </a:spcBef>
              <a:spcAft>
                <a:spcPts val="0"/>
              </a:spcAft>
              <a:buSzPts val="1200"/>
              <a:buChar char="■"/>
              <a:defRPr/>
            </a:lvl6pPr>
            <a:lvl7pPr marL="4267093" lvl="6" indent="-406390" rtl="0">
              <a:lnSpc>
                <a:spcPct val="115000"/>
              </a:lnSpc>
              <a:spcBef>
                <a:spcPts val="0"/>
              </a:spcBef>
              <a:spcAft>
                <a:spcPts val="0"/>
              </a:spcAft>
              <a:buSzPts val="1200"/>
              <a:buChar char="●"/>
              <a:defRPr/>
            </a:lvl7pPr>
            <a:lvl8pPr marL="4876678" lvl="7" indent="-406390" rtl="0">
              <a:lnSpc>
                <a:spcPct val="115000"/>
              </a:lnSpc>
              <a:spcBef>
                <a:spcPts val="0"/>
              </a:spcBef>
              <a:spcAft>
                <a:spcPts val="0"/>
              </a:spcAft>
              <a:buSzPts val="1200"/>
              <a:buChar char="○"/>
              <a:defRPr/>
            </a:lvl8pPr>
            <a:lvl9pPr marL="5486263" lvl="8" indent="-406390" rtl="0">
              <a:lnSpc>
                <a:spcPct val="115000"/>
              </a:lnSpc>
              <a:spcBef>
                <a:spcPts val="0"/>
              </a:spcBef>
              <a:spcAft>
                <a:spcPts val="0"/>
              </a:spcAft>
              <a:buSzPts val="1200"/>
              <a:buChar char="■"/>
              <a:defRPr/>
            </a:lvl9pPr>
          </a:lstStyle>
          <a:p>
            <a:endParaRPr/>
          </a:p>
        </p:txBody>
      </p:sp>
      <p:grpSp>
        <p:nvGrpSpPr>
          <p:cNvPr id="559" name="Google Shape;559;p18"/>
          <p:cNvGrpSpPr/>
          <p:nvPr/>
        </p:nvGrpSpPr>
        <p:grpSpPr>
          <a:xfrm rot="-1318199" flipH="1">
            <a:off x="-102437" y="126644"/>
            <a:ext cx="1396313" cy="1173385"/>
            <a:chOff x="7884425" y="-50375"/>
            <a:chExt cx="1211104" cy="969406"/>
          </a:xfrm>
        </p:grpSpPr>
        <p:sp>
          <p:nvSpPr>
            <p:cNvPr id="560" name="Google Shape;560;p18"/>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1" name="Google Shape;561;p18"/>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2" name="Google Shape;562;p18"/>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3" name="Google Shape;563;p18"/>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4" name="Google Shape;564;p18"/>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5" name="Google Shape;565;p18"/>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6" name="Google Shape;566;p18"/>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7" name="Google Shape;567;p18"/>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8" name="Google Shape;568;p18"/>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69" name="Google Shape;569;p18"/>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0" name="Google Shape;570;p18"/>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1" name="Google Shape;571;p18"/>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2" name="Google Shape;572;p18"/>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3" name="Google Shape;573;p18"/>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4" name="Google Shape;574;p18"/>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5" name="Google Shape;575;p18"/>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6" name="Google Shape;576;p18"/>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77" name="Google Shape;577;p18"/>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26483817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578"/>
        <p:cNvGrpSpPr/>
        <p:nvPr/>
      </p:nvGrpSpPr>
      <p:grpSpPr>
        <a:xfrm>
          <a:off x="0" y="0"/>
          <a:ext cx="0" cy="0"/>
          <a:chOff x="0" y="0"/>
          <a:chExt cx="0" cy="0"/>
        </a:xfrm>
      </p:grpSpPr>
      <p:sp>
        <p:nvSpPr>
          <p:cNvPr id="579" name="Google Shape;579;p19"/>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580" name="Google Shape;580;p19"/>
          <p:cNvGrpSpPr/>
          <p:nvPr/>
        </p:nvGrpSpPr>
        <p:grpSpPr>
          <a:xfrm>
            <a:off x="-6366" y="166870"/>
            <a:ext cx="12198367" cy="6256543"/>
            <a:chOff x="-4775" y="125152"/>
            <a:chExt cx="9148775" cy="4692407"/>
          </a:xfrm>
        </p:grpSpPr>
        <p:grpSp>
          <p:nvGrpSpPr>
            <p:cNvPr id="581" name="Google Shape;581;p19"/>
            <p:cNvGrpSpPr/>
            <p:nvPr/>
          </p:nvGrpSpPr>
          <p:grpSpPr>
            <a:xfrm>
              <a:off x="-4775" y="636650"/>
              <a:ext cx="9148775" cy="3936950"/>
              <a:chOff x="-4775" y="636650"/>
              <a:chExt cx="9148775" cy="3936950"/>
            </a:xfrm>
          </p:grpSpPr>
          <p:sp>
            <p:nvSpPr>
              <p:cNvPr id="582" name="Google Shape;582;p1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83" name="Google Shape;583;p1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84" name="Google Shape;584;p1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85" name="Google Shape;585;p1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86" name="Google Shape;586;p1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87" name="Google Shape;587;p1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88" name="Google Shape;588;p19"/>
            <p:cNvGrpSpPr/>
            <p:nvPr/>
          </p:nvGrpSpPr>
          <p:grpSpPr>
            <a:xfrm rot="-5400000">
              <a:off x="4587067" y="895676"/>
              <a:ext cx="4692407" cy="3151360"/>
              <a:chOff x="-4775" y="1422240"/>
              <a:chExt cx="9148775" cy="3151360"/>
            </a:xfrm>
          </p:grpSpPr>
          <p:sp>
            <p:nvSpPr>
              <p:cNvPr id="589" name="Google Shape;589;p1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0" name="Google Shape;590;p1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1" name="Google Shape;591;p1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2" name="Google Shape;592;p1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3" name="Google Shape;593;p1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594" name="Google Shape;594;p19"/>
            <p:cNvGrpSpPr/>
            <p:nvPr/>
          </p:nvGrpSpPr>
          <p:grpSpPr>
            <a:xfrm rot="-5400000">
              <a:off x="257322" y="502881"/>
              <a:ext cx="4692407" cy="3936950"/>
              <a:chOff x="-4775" y="636650"/>
              <a:chExt cx="9148775" cy="3936950"/>
            </a:xfrm>
          </p:grpSpPr>
          <p:sp>
            <p:nvSpPr>
              <p:cNvPr id="595" name="Google Shape;595;p19"/>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6" name="Google Shape;596;p19"/>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7" name="Google Shape;597;p19"/>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8" name="Google Shape;598;p19"/>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99" name="Google Shape;599;p19"/>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0" name="Google Shape;600;p19"/>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601" name="Google Shape;601;p19"/>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02" name="Google Shape;602;p19"/>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03" name="Google Shape;603;p19"/>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04" name="Google Shape;604;p19"/>
          <p:cNvSpPr txBox="1">
            <a:spLocks noGrp="1"/>
          </p:cNvSpPr>
          <p:nvPr>
            <p:ph type="body" idx="1"/>
          </p:nvPr>
        </p:nvSpPr>
        <p:spPr>
          <a:xfrm>
            <a:off x="960000" y="1536633"/>
            <a:ext cx="7995600" cy="44628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a:lvl1pPr>
            <a:lvl2pPr marL="1219170" lvl="1" indent="-406390" rtl="0">
              <a:lnSpc>
                <a:spcPct val="115000"/>
              </a:lnSpc>
              <a:spcBef>
                <a:spcPts val="0"/>
              </a:spcBef>
              <a:spcAft>
                <a:spcPts val="0"/>
              </a:spcAft>
              <a:buSzPts val="1200"/>
              <a:buChar char="○"/>
              <a:defRPr/>
            </a:lvl2pPr>
            <a:lvl3pPr marL="1828754" lvl="2" indent="-406390" rtl="0">
              <a:lnSpc>
                <a:spcPct val="115000"/>
              </a:lnSpc>
              <a:spcBef>
                <a:spcPts val="0"/>
              </a:spcBef>
              <a:spcAft>
                <a:spcPts val="0"/>
              </a:spcAft>
              <a:buSzPts val="1200"/>
              <a:buChar char="■"/>
              <a:defRPr/>
            </a:lvl3pPr>
            <a:lvl4pPr marL="2438339" lvl="3" indent="-406390" rtl="0">
              <a:lnSpc>
                <a:spcPct val="115000"/>
              </a:lnSpc>
              <a:spcBef>
                <a:spcPts val="0"/>
              </a:spcBef>
              <a:spcAft>
                <a:spcPts val="0"/>
              </a:spcAft>
              <a:buSzPts val="1200"/>
              <a:buChar char="●"/>
              <a:defRPr/>
            </a:lvl4pPr>
            <a:lvl5pPr marL="3047924" lvl="4" indent="-406390" rtl="0">
              <a:lnSpc>
                <a:spcPct val="115000"/>
              </a:lnSpc>
              <a:spcBef>
                <a:spcPts val="0"/>
              </a:spcBef>
              <a:spcAft>
                <a:spcPts val="0"/>
              </a:spcAft>
              <a:buSzPts val="1200"/>
              <a:buChar char="○"/>
              <a:defRPr/>
            </a:lvl5pPr>
            <a:lvl6pPr marL="3657509" lvl="5" indent="-406390" rtl="0">
              <a:lnSpc>
                <a:spcPct val="115000"/>
              </a:lnSpc>
              <a:spcBef>
                <a:spcPts val="0"/>
              </a:spcBef>
              <a:spcAft>
                <a:spcPts val="0"/>
              </a:spcAft>
              <a:buSzPts val="1200"/>
              <a:buChar char="■"/>
              <a:defRPr/>
            </a:lvl6pPr>
            <a:lvl7pPr marL="4267093" lvl="6" indent="-406390" rtl="0">
              <a:lnSpc>
                <a:spcPct val="115000"/>
              </a:lnSpc>
              <a:spcBef>
                <a:spcPts val="0"/>
              </a:spcBef>
              <a:spcAft>
                <a:spcPts val="0"/>
              </a:spcAft>
              <a:buSzPts val="1200"/>
              <a:buChar char="●"/>
              <a:defRPr/>
            </a:lvl7pPr>
            <a:lvl8pPr marL="4876678" lvl="7" indent="-406390" rtl="0">
              <a:lnSpc>
                <a:spcPct val="115000"/>
              </a:lnSpc>
              <a:spcBef>
                <a:spcPts val="0"/>
              </a:spcBef>
              <a:spcAft>
                <a:spcPts val="0"/>
              </a:spcAft>
              <a:buSzPts val="1200"/>
              <a:buChar char="○"/>
              <a:defRPr/>
            </a:lvl8pPr>
            <a:lvl9pPr marL="5486263" lvl="8" indent="-406390" rtl="0">
              <a:lnSpc>
                <a:spcPct val="115000"/>
              </a:lnSpc>
              <a:spcBef>
                <a:spcPts val="0"/>
              </a:spcBef>
              <a:spcAft>
                <a:spcPts val="0"/>
              </a:spcAft>
              <a:buSzPts val="1200"/>
              <a:buChar char="■"/>
              <a:defRPr/>
            </a:lvl9pPr>
          </a:lstStyle>
          <a:p>
            <a:endParaRPr/>
          </a:p>
        </p:txBody>
      </p:sp>
      <p:grpSp>
        <p:nvGrpSpPr>
          <p:cNvPr id="605" name="Google Shape;605;p19"/>
          <p:cNvGrpSpPr/>
          <p:nvPr/>
        </p:nvGrpSpPr>
        <p:grpSpPr>
          <a:xfrm rot="928884">
            <a:off x="10916121" y="109136"/>
            <a:ext cx="1438001" cy="1208405"/>
            <a:chOff x="7884425" y="-50375"/>
            <a:chExt cx="1211104" cy="969406"/>
          </a:xfrm>
        </p:grpSpPr>
        <p:sp>
          <p:nvSpPr>
            <p:cNvPr id="606" name="Google Shape;606;p19"/>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7" name="Google Shape;607;p19"/>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8" name="Google Shape;608;p19"/>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9" name="Google Shape;609;p19"/>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0" name="Google Shape;610;p19"/>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1" name="Google Shape;611;p19"/>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2" name="Google Shape;612;p19"/>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3" name="Google Shape;613;p19"/>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4" name="Google Shape;614;p19"/>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5" name="Google Shape;615;p19"/>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6" name="Google Shape;616;p19"/>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7" name="Google Shape;617;p19"/>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8" name="Google Shape;618;p19"/>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9" name="Google Shape;619;p19"/>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0" name="Google Shape;620;p19"/>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1" name="Google Shape;621;p19"/>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2" name="Google Shape;622;p19"/>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3" name="Google Shape;623;p19"/>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7136649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624"/>
        <p:cNvGrpSpPr/>
        <p:nvPr/>
      </p:nvGrpSpPr>
      <p:grpSpPr>
        <a:xfrm>
          <a:off x="0" y="0"/>
          <a:ext cx="0" cy="0"/>
          <a:chOff x="0" y="0"/>
          <a:chExt cx="0" cy="0"/>
        </a:xfrm>
      </p:grpSpPr>
      <p:sp>
        <p:nvSpPr>
          <p:cNvPr id="625" name="Google Shape;625;p20"/>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626" name="Google Shape;626;p20"/>
          <p:cNvGrpSpPr/>
          <p:nvPr/>
        </p:nvGrpSpPr>
        <p:grpSpPr>
          <a:xfrm>
            <a:off x="-6366" y="166870"/>
            <a:ext cx="12198367" cy="6256543"/>
            <a:chOff x="-4775" y="125152"/>
            <a:chExt cx="9148775" cy="4692407"/>
          </a:xfrm>
        </p:grpSpPr>
        <p:grpSp>
          <p:nvGrpSpPr>
            <p:cNvPr id="627" name="Google Shape;627;p20"/>
            <p:cNvGrpSpPr/>
            <p:nvPr/>
          </p:nvGrpSpPr>
          <p:grpSpPr>
            <a:xfrm>
              <a:off x="-4775" y="636650"/>
              <a:ext cx="9148775" cy="3936950"/>
              <a:chOff x="-4775" y="636650"/>
              <a:chExt cx="9148775" cy="3936950"/>
            </a:xfrm>
          </p:grpSpPr>
          <p:sp>
            <p:nvSpPr>
              <p:cNvPr id="628" name="Google Shape;628;p20"/>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9" name="Google Shape;629;p20"/>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0" name="Google Shape;630;p20"/>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1" name="Google Shape;631;p20"/>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2" name="Google Shape;632;p20"/>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3" name="Google Shape;633;p20"/>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634" name="Google Shape;634;p20"/>
            <p:cNvGrpSpPr/>
            <p:nvPr/>
          </p:nvGrpSpPr>
          <p:grpSpPr>
            <a:xfrm rot="-5400000">
              <a:off x="4587067" y="895676"/>
              <a:ext cx="4692407" cy="3151360"/>
              <a:chOff x="-4775" y="1422240"/>
              <a:chExt cx="9148775" cy="3151360"/>
            </a:xfrm>
          </p:grpSpPr>
          <p:sp>
            <p:nvSpPr>
              <p:cNvPr id="635" name="Google Shape;635;p20"/>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6" name="Google Shape;636;p20"/>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7" name="Google Shape;637;p20"/>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8" name="Google Shape;638;p20"/>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9" name="Google Shape;639;p20"/>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640" name="Google Shape;640;p20"/>
            <p:cNvGrpSpPr/>
            <p:nvPr/>
          </p:nvGrpSpPr>
          <p:grpSpPr>
            <a:xfrm rot="-5400000">
              <a:off x="257322" y="502881"/>
              <a:ext cx="4692407" cy="3936950"/>
              <a:chOff x="-4775" y="636650"/>
              <a:chExt cx="9148775" cy="3936950"/>
            </a:xfrm>
          </p:grpSpPr>
          <p:sp>
            <p:nvSpPr>
              <p:cNvPr id="641" name="Google Shape;641;p20"/>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2" name="Google Shape;642;p20"/>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3" name="Google Shape;643;p20"/>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4" name="Google Shape;644;p20"/>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5" name="Google Shape;645;p20"/>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6" name="Google Shape;646;p20"/>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647" name="Google Shape;647;p20"/>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48" name="Google Shape;648;p20"/>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49" name="Google Shape;649;p20"/>
          <p:cNvSpPr txBox="1">
            <a:spLocks noGrp="1"/>
          </p:cNvSpPr>
          <p:nvPr>
            <p:ph type="title" hasCustomPrompt="1"/>
          </p:nvPr>
        </p:nvSpPr>
        <p:spPr>
          <a:xfrm>
            <a:off x="6658168" y="2697683"/>
            <a:ext cx="4240400" cy="9528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5333"/>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650" name="Google Shape;650;p20"/>
          <p:cNvSpPr txBox="1">
            <a:spLocks noGrp="1"/>
          </p:cNvSpPr>
          <p:nvPr>
            <p:ph type="subTitle" idx="1"/>
          </p:nvPr>
        </p:nvSpPr>
        <p:spPr>
          <a:xfrm>
            <a:off x="6658167" y="3660137"/>
            <a:ext cx="4240400" cy="5000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867">
                <a:solidFill>
                  <a:schemeClr val="dk1"/>
                </a:solidFill>
                <a:latin typeface="Hind Siliguri Medium"/>
                <a:ea typeface="Hind Siliguri Medium"/>
                <a:cs typeface="Hind Siliguri Medium"/>
                <a:sym typeface="Hind Siliguri Medium"/>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51" name="Google Shape;651;p20"/>
          <p:cNvSpPr txBox="1">
            <a:spLocks noGrp="1"/>
          </p:cNvSpPr>
          <p:nvPr>
            <p:ph type="title" idx="2" hasCustomPrompt="1"/>
          </p:nvPr>
        </p:nvSpPr>
        <p:spPr>
          <a:xfrm>
            <a:off x="6658168" y="798817"/>
            <a:ext cx="4240400" cy="9528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5333"/>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652" name="Google Shape;652;p20"/>
          <p:cNvSpPr txBox="1">
            <a:spLocks noGrp="1"/>
          </p:cNvSpPr>
          <p:nvPr>
            <p:ph type="subTitle" idx="3"/>
          </p:nvPr>
        </p:nvSpPr>
        <p:spPr>
          <a:xfrm>
            <a:off x="6658167" y="1751428"/>
            <a:ext cx="4240400" cy="5000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867">
                <a:solidFill>
                  <a:schemeClr val="dk1"/>
                </a:solidFill>
                <a:latin typeface="Hind Siliguri Medium"/>
                <a:ea typeface="Hind Siliguri Medium"/>
                <a:cs typeface="Hind Siliguri Medium"/>
                <a:sym typeface="Hind Siliguri Medium"/>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53" name="Google Shape;653;p20"/>
          <p:cNvSpPr txBox="1">
            <a:spLocks noGrp="1"/>
          </p:cNvSpPr>
          <p:nvPr>
            <p:ph type="title" idx="4" hasCustomPrompt="1"/>
          </p:nvPr>
        </p:nvSpPr>
        <p:spPr>
          <a:xfrm>
            <a:off x="6658168" y="4606383"/>
            <a:ext cx="4240400" cy="9528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5333"/>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654" name="Google Shape;654;p20"/>
          <p:cNvSpPr txBox="1">
            <a:spLocks noGrp="1"/>
          </p:cNvSpPr>
          <p:nvPr>
            <p:ph type="subTitle" idx="5"/>
          </p:nvPr>
        </p:nvSpPr>
        <p:spPr>
          <a:xfrm>
            <a:off x="6658167" y="5559184"/>
            <a:ext cx="4240400" cy="5000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867">
                <a:solidFill>
                  <a:schemeClr val="dk1"/>
                </a:solidFill>
                <a:latin typeface="Hind Siliguri Medium"/>
                <a:ea typeface="Hind Siliguri Medium"/>
                <a:cs typeface="Hind Siliguri Medium"/>
                <a:sym typeface="Hind Siliguri Medium"/>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Tree>
    <p:extLst>
      <p:ext uri="{BB962C8B-B14F-4D97-AF65-F5344CB8AC3E}">
        <p14:creationId xmlns:p14="http://schemas.microsoft.com/office/powerpoint/2010/main" val="37949307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655"/>
        <p:cNvGrpSpPr/>
        <p:nvPr/>
      </p:nvGrpSpPr>
      <p:grpSpPr>
        <a:xfrm>
          <a:off x="0" y="0"/>
          <a:ext cx="0" cy="0"/>
          <a:chOff x="0" y="0"/>
          <a:chExt cx="0" cy="0"/>
        </a:xfrm>
      </p:grpSpPr>
      <p:sp>
        <p:nvSpPr>
          <p:cNvPr id="656" name="Google Shape;656;p21"/>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657" name="Google Shape;657;p21"/>
          <p:cNvGrpSpPr/>
          <p:nvPr/>
        </p:nvGrpSpPr>
        <p:grpSpPr>
          <a:xfrm>
            <a:off x="-6366" y="166870"/>
            <a:ext cx="12198367" cy="6256543"/>
            <a:chOff x="-4775" y="125152"/>
            <a:chExt cx="9148775" cy="4692407"/>
          </a:xfrm>
        </p:grpSpPr>
        <p:grpSp>
          <p:nvGrpSpPr>
            <p:cNvPr id="658" name="Google Shape;658;p21"/>
            <p:cNvGrpSpPr/>
            <p:nvPr/>
          </p:nvGrpSpPr>
          <p:grpSpPr>
            <a:xfrm>
              <a:off x="-4775" y="636650"/>
              <a:ext cx="9148775" cy="3936950"/>
              <a:chOff x="-4775" y="636650"/>
              <a:chExt cx="9148775" cy="3936950"/>
            </a:xfrm>
          </p:grpSpPr>
          <p:sp>
            <p:nvSpPr>
              <p:cNvPr id="659" name="Google Shape;659;p2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0" name="Google Shape;660;p2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1" name="Google Shape;661;p2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2" name="Google Shape;662;p2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3" name="Google Shape;663;p2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4" name="Google Shape;664;p2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665" name="Google Shape;665;p21"/>
            <p:cNvGrpSpPr/>
            <p:nvPr/>
          </p:nvGrpSpPr>
          <p:grpSpPr>
            <a:xfrm rot="-5400000">
              <a:off x="4587067" y="895676"/>
              <a:ext cx="4692407" cy="3151360"/>
              <a:chOff x="-4775" y="1422240"/>
              <a:chExt cx="9148775" cy="3151360"/>
            </a:xfrm>
          </p:grpSpPr>
          <p:sp>
            <p:nvSpPr>
              <p:cNvPr id="666" name="Google Shape;666;p2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7" name="Google Shape;667;p2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8" name="Google Shape;668;p2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69" name="Google Shape;669;p2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70" name="Google Shape;670;p2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671" name="Google Shape;671;p21"/>
            <p:cNvGrpSpPr/>
            <p:nvPr/>
          </p:nvGrpSpPr>
          <p:grpSpPr>
            <a:xfrm rot="-5400000">
              <a:off x="257322" y="502881"/>
              <a:ext cx="4692407" cy="3936950"/>
              <a:chOff x="-4775" y="636650"/>
              <a:chExt cx="9148775" cy="3936950"/>
            </a:xfrm>
          </p:grpSpPr>
          <p:sp>
            <p:nvSpPr>
              <p:cNvPr id="672" name="Google Shape;672;p21"/>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73" name="Google Shape;673;p21"/>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74" name="Google Shape;674;p21"/>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75" name="Google Shape;675;p21"/>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76" name="Google Shape;676;p21"/>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77" name="Google Shape;677;p21"/>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678" name="Google Shape;678;p21"/>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79" name="Google Shape;679;p21"/>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80" name="Google Shape;680;p21"/>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81" name="Google Shape;681;p21"/>
          <p:cNvSpPr txBox="1">
            <a:spLocks noGrp="1"/>
          </p:cNvSpPr>
          <p:nvPr>
            <p:ph type="subTitle" idx="1"/>
          </p:nvPr>
        </p:nvSpPr>
        <p:spPr>
          <a:xfrm>
            <a:off x="4005117" y="2227200"/>
            <a:ext cx="5412400" cy="54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rgbClr val="FF0000"/>
              </a:buClr>
              <a:buSzPts val="2400"/>
              <a:buFont typeface="Bebas Neue"/>
              <a:buNone/>
              <a:defRPr sz="1867" b="1">
                <a:latin typeface="Gantari"/>
                <a:ea typeface="Gantari"/>
                <a:cs typeface="Gantari"/>
                <a:sym typeface="Gantari"/>
              </a:defRPr>
            </a:lvl1pPr>
            <a:lvl2pPr lvl="1"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9pPr>
          </a:lstStyle>
          <a:p>
            <a:endParaRPr/>
          </a:p>
        </p:txBody>
      </p:sp>
      <p:sp>
        <p:nvSpPr>
          <p:cNvPr id="682" name="Google Shape;682;p21"/>
          <p:cNvSpPr txBox="1">
            <a:spLocks noGrp="1"/>
          </p:cNvSpPr>
          <p:nvPr>
            <p:ph type="subTitle" idx="2"/>
          </p:nvPr>
        </p:nvSpPr>
        <p:spPr>
          <a:xfrm>
            <a:off x="4411517" y="3751867"/>
            <a:ext cx="6508000" cy="54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rgbClr val="FF0000"/>
              </a:buClr>
              <a:buSzPts val="2400"/>
              <a:buFont typeface="Bebas Neue"/>
              <a:buNone/>
              <a:defRPr sz="1867" b="1">
                <a:latin typeface="Gantari"/>
                <a:ea typeface="Gantari"/>
                <a:cs typeface="Gantari"/>
                <a:sym typeface="Gantari"/>
              </a:defRPr>
            </a:lvl1pPr>
            <a:lvl2pPr lvl="1"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9pPr>
          </a:lstStyle>
          <a:p>
            <a:endParaRPr/>
          </a:p>
        </p:txBody>
      </p:sp>
      <p:sp>
        <p:nvSpPr>
          <p:cNvPr id="683" name="Google Shape;683;p21"/>
          <p:cNvSpPr txBox="1">
            <a:spLocks noGrp="1"/>
          </p:cNvSpPr>
          <p:nvPr>
            <p:ph type="subTitle" idx="3"/>
          </p:nvPr>
        </p:nvSpPr>
        <p:spPr>
          <a:xfrm>
            <a:off x="4817917" y="5276533"/>
            <a:ext cx="6508000" cy="54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rgbClr val="FF0000"/>
              </a:buClr>
              <a:buSzPts val="2400"/>
              <a:buFont typeface="Bebas Neue"/>
              <a:buNone/>
              <a:defRPr sz="1867" b="1">
                <a:latin typeface="Gantari"/>
                <a:ea typeface="Gantari"/>
                <a:cs typeface="Gantari"/>
                <a:sym typeface="Gantari"/>
              </a:defRPr>
            </a:lvl1pPr>
            <a:lvl2pPr lvl="1"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3200">
                <a:solidFill>
                  <a:srgbClr val="FF0000"/>
                </a:solidFill>
                <a:latin typeface="Bebas Neue"/>
                <a:ea typeface="Bebas Neue"/>
                <a:cs typeface="Bebas Neue"/>
                <a:sym typeface="Bebas Neue"/>
              </a:defRPr>
            </a:lvl9pPr>
          </a:lstStyle>
          <a:p>
            <a:endParaRPr/>
          </a:p>
        </p:txBody>
      </p:sp>
      <p:sp>
        <p:nvSpPr>
          <p:cNvPr id="684" name="Google Shape;684;p21"/>
          <p:cNvSpPr txBox="1">
            <a:spLocks noGrp="1"/>
          </p:cNvSpPr>
          <p:nvPr>
            <p:ph type="subTitle" idx="4"/>
          </p:nvPr>
        </p:nvSpPr>
        <p:spPr>
          <a:xfrm>
            <a:off x="4005117" y="1697367"/>
            <a:ext cx="5412400" cy="6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5" name="Google Shape;685;p21"/>
          <p:cNvSpPr txBox="1">
            <a:spLocks noGrp="1"/>
          </p:cNvSpPr>
          <p:nvPr>
            <p:ph type="subTitle" idx="5"/>
          </p:nvPr>
        </p:nvSpPr>
        <p:spPr>
          <a:xfrm>
            <a:off x="4411517" y="3222039"/>
            <a:ext cx="6508000" cy="6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6" name="Google Shape;686;p21"/>
          <p:cNvSpPr txBox="1">
            <a:spLocks noGrp="1"/>
          </p:cNvSpPr>
          <p:nvPr>
            <p:ph type="subTitle" idx="6"/>
          </p:nvPr>
        </p:nvSpPr>
        <p:spPr>
          <a:xfrm>
            <a:off x="4817917" y="4746709"/>
            <a:ext cx="6508000" cy="6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687" name="Google Shape;687;p21"/>
          <p:cNvGrpSpPr/>
          <p:nvPr/>
        </p:nvGrpSpPr>
        <p:grpSpPr>
          <a:xfrm rot="-586209">
            <a:off x="10899759" y="-5197"/>
            <a:ext cx="1114728" cy="2153937"/>
            <a:chOff x="6663647" y="-670530"/>
            <a:chExt cx="1253302" cy="2349448"/>
          </a:xfrm>
        </p:grpSpPr>
        <p:sp>
          <p:nvSpPr>
            <p:cNvPr id="688" name="Google Shape;688;p21"/>
            <p:cNvSpPr/>
            <p:nvPr/>
          </p:nvSpPr>
          <p:spPr>
            <a:xfrm>
              <a:off x="7792531" y="-670530"/>
              <a:ext cx="37500" cy="87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89" name="Google Shape;689;p21"/>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0" name="Google Shape;690;p21"/>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1" name="Google Shape;691;p21"/>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2" name="Google Shape;692;p21"/>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3" name="Google Shape;693;p21"/>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4" name="Google Shape;694;p21"/>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5" name="Google Shape;695;p21"/>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6" name="Google Shape;696;p21"/>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7" name="Google Shape;697;p21"/>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8" name="Google Shape;698;p21"/>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99" name="Google Shape;699;p21"/>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00" name="Google Shape;700;p21"/>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01" name="Google Shape;701;p21"/>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02" name="Google Shape;702;p21"/>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03" name="Google Shape;703;p21"/>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04" name="Google Shape;704;p21"/>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05" name="Google Shape;705;p21"/>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3754581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706"/>
        <p:cNvGrpSpPr/>
        <p:nvPr/>
      </p:nvGrpSpPr>
      <p:grpSpPr>
        <a:xfrm>
          <a:off x="0" y="0"/>
          <a:ext cx="0" cy="0"/>
          <a:chOff x="0" y="0"/>
          <a:chExt cx="0" cy="0"/>
        </a:xfrm>
      </p:grpSpPr>
      <p:sp>
        <p:nvSpPr>
          <p:cNvPr id="707" name="Google Shape;707;p22"/>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708" name="Google Shape;708;p22"/>
          <p:cNvGrpSpPr/>
          <p:nvPr/>
        </p:nvGrpSpPr>
        <p:grpSpPr>
          <a:xfrm>
            <a:off x="-6366" y="166870"/>
            <a:ext cx="12198367" cy="6256543"/>
            <a:chOff x="-4775" y="125152"/>
            <a:chExt cx="9148775" cy="4692407"/>
          </a:xfrm>
        </p:grpSpPr>
        <p:grpSp>
          <p:nvGrpSpPr>
            <p:cNvPr id="709" name="Google Shape;709;p22"/>
            <p:cNvGrpSpPr/>
            <p:nvPr/>
          </p:nvGrpSpPr>
          <p:grpSpPr>
            <a:xfrm>
              <a:off x="-4775" y="636650"/>
              <a:ext cx="9148775" cy="3936950"/>
              <a:chOff x="-4775" y="636650"/>
              <a:chExt cx="9148775" cy="3936950"/>
            </a:xfrm>
          </p:grpSpPr>
          <p:sp>
            <p:nvSpPr>
              <p:cNvPr id="710" name="Google Shape;710;p2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1" name="Google Shape;711;p2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2" name="Google Shape;712;p2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3" name="Google Shape;713;p2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4" name="Google Shape;714;p2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5" name="Google Shape;715;p2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716" name="Google Shape;716;p22"/>
            <p:cNvGrpSpPr/>
            <p:nvPr/>
          </p:nvGrpSpPr>
          <p:grpSpPr>
            <a:xfrm rot="-5400000">
              <a:off x="4587067" y="895676"/>
              <a:ext cx="4692407" cy="3151360"/>
              <a:chOff x="-4775" y="1422240"/>
              <a:chExt cx="9148775" cy="3151360"/>
            </a:xfrm>
          </p:grpSpPr>
          <p:sp>
            <p:nvSpPr>
              <p:cNvPr id="717" name="Google Shape;717;p2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8" name="Google Shape;718;p2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19" name="Google Shape;719;p2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0" name="Google Shape;720;p2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1" name="Google Shape;721;p2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722" name="Google Shape;722;p22"/>
            <p:cNvGrpSpPr/>
            <p:nvPr/>
          </p:nvGrpSpPr>
          <p:grpSpPr>
            <a:xfrm rot="-5400000">
              <a:off x="257322" y="502881"/>
              <a:ext cx="4692407" cy="3936950"/>
              <a:chOff x="-4775" y="636650"/>
              <a:chExt cx="9148775" cy="3936950"/>
            </a:xfrm>
          </p:grpSpPr>
          <p:sp>
            <p:nvSpPr>
              <p:cNvPr id="723" name="Google Shape;723;p22"/>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4" name="Google Shape;724;p22"/>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5" name="Google Shape;725;p22"/>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6" name="Google Shape;726;p22"/>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7" name="Google Shape;727;p22"/>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28" name="Google Shape;728;p22"/>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729" name="Google Shape;729;p22"/>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730" name="Google Shape;730;p22"/>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731" name="Google Shape;731;p22"/>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32" name="Google Shape;732;p22"/>
          <p:cNvSpPr txBox="1">
            <a:spLocks noGrp="1"/>
          </p:cNvSpPr>
          <p:nvPr>
            <p:ph type="subTitle" idx="1"/>
          </p:nvPr>
        </p:nvSpPr>
        <p:spPr>
          <a:xfrm>
            <a:off x="2831067" y="2202061"/>
            <a:ext cx="7771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3" name="Google Shape;733;p22"/>
          <p:cNvSpPr txBox="1">
            <a:spLocks noGrp="1"/>
          </p:cNvSpPr>
          <p:nvPr>
            <p:ph type="subTitle" idx="2"/>
          </p:nvPr>
        </p:nvSpPr>
        <p:spPr>
          <a:xfrm>
            <a:off x="2831067" y="3740761"/>
            <a:ext cx="7771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4" name="Google Shape;734;p22"/>
          <p:cNvSpPr txBox="1">
            <a:spLocks noGrp="1"/>
          </p:cNvSpPr>
          <p:nvPr>
            <p:ph type="subTitle" idx="3"/>
          </p:nvPr>
        </p:nvSpPr>
        <p:spPr>
          <a:xfrm>
            <a:off x="2831067" y="5279467"/>
            <a:ext cx="7771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5" name="Google Shape;735;p22"/>
          <p:cNvSpPr txBox="1">
            <a:spLocks noGrp="1"/>
          </p:cNvSpPr>
          <p:nvPr>
            <p:ph type="subTitle" idx="4"/>
          </p:nvPr>
        </p:nvSpPr>
        <p:spPr>
          <a:xfrm>
            <a:off x="2831075" y="1754867"/>
            <a:ext cx="777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736" name="Google Shape;736;p22"/>
          <p:cNvSpPr txBox="1">
            <a:spLocks noGrp="1"/>
          </p:cNvSpPr>
          <p:nvPr>
            <p:ph type="subTitle" idx="5"/>
          </p:nvPr>
        </p:nvSpPr>
        <p:spPr>
          <a:xfrm>
            <a:off x="2831075" y="3293565"/>
            <a:ext cx="777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737" name="Google Shape;737;p22"/>
          <p:cNvSpPr txBox="1">
            <a:spLocks noGrp="1"/>
          </p:cNvSpPr>
          <p:nvPr>
            <p:ph type="subTitle" idx="6"/>
          </p:nvPr>
        </p:nvSpPr>
        <p:spPr>
          <a:xfrm>
            <a:off x="2831075" y="4832267"/>
            <a:ext cx="777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grpSp>
        <p:nvGrpSpPr>
          <p:cNvPr id="738" name="Google Shape;738;p22"/>
          <p:cNvGrpSpPr/>
          <p:nvPr/>
        </p:nvGrpSpPr>
        <p:grpSpPr>
          <a:xfrm rot="-586209">
            <a:off x="10899759" y="-5197"/>
            <a:ext cx="1114728" cy="2153937"/>
            <a:chOff x="6663647" y="-670530"/>
            <a:chExt cx="1253302" cy="2349448"/>
          </a:xfrm>
        </p:grpSpPr>
        <p:sp>
          <p:nvSpPr>
            <p:cNvPr id="739" name="Google Shape;739;p22"/>
            <p:cNvSpPr/>
            <p:nvPr/>
          </p:nvSpPr>
          <p:spPr>
            <a:xfrm>
              <a:off x="7792531" y="-670530"/>
              <a:ext cx="37500" cy="87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0" name="Google Shape;740;p22"/>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1" name="Google Shape;741;p22"/>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2" name="Google Shape;742;p22"/>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3" name="Google Shape;743;p22"/>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4" name="Google Shape;744;p22"/>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5" name="Google Shape;745;p22"/>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6" name="Google Shape;746;p22"/>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7" name="Google Shape;747;p22"/>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8" name="Google Shape;748;p22"/>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49" name="Google Shape;749;p22"/>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0" name="Google Shape;750;p22"/>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1" name="Google Shape;751;p22"/>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2" name="Google Shape;752;p22"/>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3" name="Google Shape;753;p22"/>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4" name="Google Shape;754;p22"/>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5" name="Google Shape;755;p22"/>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56" name="Google Shape;756;p22"/>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283612725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757"/>
        <p:cNvGrpSpPr/>
        <p:nvPr/>
      </p:nvGrpSpPr>
      <p:grpSpPr>
        <a:xfrm>
          <a:off x="0" y="0"/>
          <a:ext cx="0" cy="0"/>
          <a:chOff x="0" y="0"/>
          <a:chExt cx="0" cy="0"/>
        </a:xfrm>
      </p:grpSpPr>
      <p:sp>
        <p:nvSpPr>
          <p:cNvPr id="758" name="Google Shape;758;p23"/>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759" name="Google Shape;759;p23"/>
          <p:cNvGrpSpPr/>
          <p:nvPr/>
        </p:nvGrpSpPr>
        <p:grpSpPr>
          <a:xfrm>
            <a:off x="-6366" y="166870"/>
            <a:ext cx="12198367" cy="6256543"/>
            <a:chOff x="-4775" y="125152"/>
            <a:chExt cx="9148775" cy="4692407"/>
          </a:xfrm>
        </p:grpSpPr>
        <p:grpSp>
          <p:nvGrpSpPr>
            <p:cNvPr id="760" name="Google Shape;760;p23"/>
            <p:cNvGrpSpPr/>
            <p:nvPr/>
          </p:nvGrpSpPr>
          <p:grpSpPr>
            <a:xfrm>
              <a:off x="-4775" y="636650"/>
              <a:ext cx="9148775" cy="3936950"/>
              <a:chOff x="-4775" y="636650"/>
              <a:chExt cx="9148775" cy="3936950"/>
            </a:xfrm>
          </p:grpSpPr>
          <p:sp>
            <p:nvSpPr>
              <p:cNvPr id="761" name="Google Shape;761;p2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2" name="Google Shape;762;p2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3" name="Google Shape;763;p2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4" name="Google Shape;764;p2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5" name="Google Shape;765;p2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6" name="Google Shape;766;p2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767" name="Google Shape;767;p23"/>
            <p:cNvGrpSpPr/>
            <p:nvPr/>
          </p:nvGrpSpPr>
          <p:grpSpPr>
            <a:xfrm rot="-5400000">
              <a:off x="4587067" y="895676"/>
              <a:ext cx="4692407" cy="3151360"/>
              <a:chOff x="-4775" y="1422240"/>
              <a:chExt cx="9148775" cy="3151360"/>
            </a:xfrm>
          </p:grpSpPr>
          <p:sp>
            <p:nvSpPr>
              <p:cNvPr id="768" name="Google Shape;768;p2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69" name="Google Shape;769;p2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0" name="Google Shape;770;p2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1" name="Google Shape;771;p2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2" name="Google Shape;772;p2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773" name="Google Shape;773;p23"/>
            <p:cNvGrpSpPr/>
            <p:nvPr/>
          </p:nvGrpSpPr>
          <p:grpSpPr>
            <a:xfrm rot="-5400000">
              <a:off x="257322" y="502881"/>
              <a:ext cx="4692407" cy="3936950"/>
              <a:chOff x="-4775" y="636650"/>
              <a:chExt cx="9148775" cy="3936950"/>
            </a:xfrm>
          </p:grpSpPr>
          <p:sp>
            <p:nvSpPr>
              <p:cNvPr id="774" name="Google Shape;774;p23"/>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5" name="Google Shape;775;p23"/>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6" name="Google Shape;776;p23"/>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7" name="Google Shape;777;p23"/>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8" name="Google Shape;778;p23"/>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79" name="Google Shape;779;p23"/>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780" name="Google Shape;780;p23"/>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781" name="Google Shape;781;p23"/>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782" name="Google Shape;782;p23"/>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83" name="Google Shape;783;p23"/>
          <p:cNvSpPr txBox="1">
            <a:spLocks noGrp="1"/>
          </p:cNvSpPr>
          <p:nvPr>
            <p:ph type="subTitle" idx="1"/>
          </p:nvPr>
        </p:nvSpPr>
        <p:spPr>
          <a:xfrm>
            <a:off x="960000" y="1889600"/>
            <a:ext cx="3712400" cy="54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784" name="Google Shape;784;p23"/>
          <p:cNvSpPr txBox="1">
            <a:spLocks noGrp="1"/>
          </p:cNvSpPr>
          <p:nvPr>
            <p:ph type="subTitle" idx="2"/>
          </p:nvPr>
        </p:nvSpPr>
        <p:spPr>
          <a:xfrm>
            <a:off x="960000" y="2336795"/>
            <a:ext cx="3712400" cy="1255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5" name="Google Shape;785;p23"/>
          <p:cNvSpPr txBox="1">
            <a:spLocks noGrp="1"/>
          </p:cNvSpPr>
          <p:nvPr>
            <p:ph type="subTitle" idx="3"/>
          </p:nvPr>
        </p:nvSpPr>
        <p:spPr>
          <a:xfrm>
            <a:off x="7519603" y="2336795"/>
            <a:ext cx="3712400" cy="1255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6" name="Google Shape;786;p23"/>
          <p:cNvSpPr txBox="1">
            <a:spLocks noGrp="1"/>
          </p:cNvSpPr>
          <p:nvPr>
            <p:ph type="subTitle" idx="4"/>
          </p:nvPr>
        </p:nvSpPr>
        <p:spPr>
          <a:xfrm>
            <a:off x="960000" y="4448195"/>
            <a:ext cx="3712400" cy="12552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7" name="Google Shape;787;p23"/>
          <p:cNvSpPr txBox="1">
            <a:spLocks noGrp="1"/>
          </p:cNvSpPr>
          <p:nvPr>
            <p:ph type="subTitle" idx="5"/>
          </p:nvPr>
        </p:nvSpPr>
        <p:spPr>
          <a:xfrm>
            <a:off x="7519603" y="4448195"/>
            <a:ext cx="3712400" cy="1255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8" name="Google Shape;788;p23"/>
          <p:cNvSpPr txBox="1">
            <a:spLocks noGrp="1"/>
          </p:cNvSpPr>
          <p:nvPr>
            <p:ph type="subTitle" idx="6"/>
          </p:nvPr>
        </p:nvSpPr>
        <p:spPr>
          <a:xfrm>
            <a:off x="960000" y="4001000"/>
            <a:ext cx="3712400" cy="548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789" name="Google Shape;789;p23"/>
          <p:cNvSpPr txBox="1">
            <a:spLocks noGrp="1"/>
          </p:cNvSpPr>
          <p:nvPr>
            <p:ph type="subTitle" idx="7"/>
          </p:nvPr>
        </p:nvSpPr>
        <p:spPr>
          <a:xfrm>
            <a:off x="7519600" y="1889600"/>
            <a:ext cx="3712400" cy="54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790" name="Google Shape;790;p23"/>
          <p:cNvSpPr txBox="1">
            <a:spLocks noGrp="1"/>
          </p:cNvSpPr>
          <p:nvPr>
            <p:ph type="subTitle" idx="8"/>
          </p:nvPr>
        </p:nvSpPr>
        <p:spPr>
          <a:xfrm>
            <a:off x="7519601" y="4001000"/>
            <a:ext cx="3712400" cy="54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grpSp>
        <p:nvGrpSpPr>
          <p:cNvPr id="791" name="Google Shape;791;p23"/>
          <p:cNvGrpSpPr/>
          <p:nvPr/>
        </p:nvGrpSpPr>
        <p:grpSpPr>
          <a:xfrm rot="-1022552" flipH="1">
            <a:off x="-114083" y="110319"/>
            <a:ext cx="1435289" cy="1206048"/>
            <a:chOff x="7884425" y="-50375"/>
            <a:chExt cx="1211104" cy="969406"/>
          </a:xfrm>
        </p:grpSpPr>
        <p:sp>
          <p:nvSpPr>
            <p:cNvPr id="792" name="Google Shape;792;p23"/>
            <p:cNvSpPr/>
            <p:nvPr/>
          </p:nvSpPr>
          <p:spPr>
            <a:xfrm>
              <a:off x="8226904" y="432595"/>
              <a:ext cx="829602" cy="416481"/>
            </a:xfrm>
            <a:custGeom>
              <a:avLst/>
              <a:gdLst/>
              <a:ahLst/>
              <a:cxnLst/>
              <a:rect l="l" t="t" r="r" b="b"/>
              <a:pathLst>
                <a:path w="29626" h="14873" extrusionOk="0">
                  <a:moveTo>
                    <a:pt x="5555" y="1"/>
                  </a:moveTo>
                  <a:cubicBezTo>
                    <a:pt x="3012" y="1"/>
                    <a:pt x="1288" y="537"/>
                    <a:pt x="942" y="1619"/>
                  </a:cubicBezTo>
                  <a:cubicBezTo>
                    <a:pt x="727" y="2287"/>
                    <a:pt x="806" y="4564"/>
                    <a:pt x="649" y="5035"/>
                  </a:cubicBezTo>
                  <a:cubicBezTo>
                    <a:pt x="0" y="7097"/>
                    <a:pt x="5400" y="10650"/>
                    <a:pt x="12722" y="12967"/>
                  </a:cubicBezTo>
                  <a:cubicBezTo>
                    <a:pt x="16677" y="14229"/>
                    <a:pt x="20380" y="14872"/>
                    <a:pt x="23055" y="14872"/>
                  </a:cubicBezTo>
                  <a:cubicBezTo>
                    <a:pt x="25332" y="14872"/>
                    <a:pt x="26864" y="14406"/>
                    <a:pt x="27171" y="13458"/>
                  </a:cubicBezTo>
                  <a:cubicBezTo>
                    <a:pt x="27309" y="13006"/>
                    <a:pt x="28683" y="11181"/>
                    <a:pt x="28898" y="10513"/>
                  </a:cubicBezTo>
                  <a:cubicBezTo>
                    <a:pt x="29626" y="8236"/>
                    <a:pt x="23951" y="4407"/>
                    <a:pt x="16237" y="1954"/>
                  </a:cubicBezTo>
                  <a:cubicBezTo>
                    <a:pt x="12177" y="656"/>
                    <a:pt x="8366" y="1"/>
                    <a:pt x="55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3" name="Google Shape;793;p23"/>
            <p:cNvSpPr/>
            <p:nvPr/>
          </p:nvSpPr>
          <p:spPr>
            <a:xfrm>
              <a:off x="8226904" y="510388"/>
              <a:ext cx="782334" cy="338690"/>
            </a:xfrm>
            <a:custGeom>
              <a:avLst/>
              <a:gdLst/>
              <a:ahLst/>
              <a:cxnLst/>
              <a:rect l="l" t="t" r="r" b="b"/>
              <a:pathLst>
                <a:path w="27938" h="12095" extrusionOk="0">
                  <a:moveTo>
                    <a:pt x="4575" y="0"/>
                  </a:moveTo>
                  <a:cubicBezTo>
                    <a:pt x="2827" y="0"/>
                    <a:pt x="1571" y="255"/>
                    <a:pt x="766" y="765"/>
                  </a:cubicBezTo>
                  <a:cubicBezTo>
                    <a:pt x="746" y="1433"/>
                    <a:pt x="727" y="2042"/>
                    <a:pt x="649" y="2257"/>
                  </a:cubicBezTo>
                  <a:cubicBezTo>
                    <a:pt x="0" y="4319"/>
                    <a:pt x="5400" y="7872"/>
                    <a:pt x="12722" y="10189"/>
                  </a:cubicBezTo>
                  <a:cubicBezTo>
                    <a:pt x="16677" y="11451"/>
                    <a:pt x="20380" y="12094"/>
                    <a:pt x="23055" y="12094"/>
                  </a:cubicBezTo>
                  <a:cubicBezTo>
                    <a:pt x="25332" y="12094"/>
                    <a:pt x="26864" y="11628"/>
                    <a:pt x="27171" y="10680"/>
                  </a:cubicBezTo>
                  <a:cubicBezTo>
                    <a:pt x="27231" y="10464"/>
                    <a:pt x="27563" y="9953"/>
                    <a:pt x="27937" y="9403"/>
                  </a:cubicBezTo>
                  <a:cubicBezTo>
                    <a:pt x="26857" y="6812"/>
                    <a:pt x="21242" y="3867"/>
                    <a:pt x="15333" y="1983"/>
                  </a:cubicBezTo>
                  <a:cubicBezTo>
                    <a:pt x="11387" y="726"/>
                    <a:pt x="7460" y="0"/>
                    <a:pt x="4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4" name="Google Shape;794;p23"/>
            <p:cNvSpPr/>
            <p:nvPr/>
          </p:nvSpPr>
          <p:spPr>
            <a:xfrm>
              <a:off x="8727742" y="573059"/>
              <a:ext cx="288622" cy="246282"/>
            </a:xfrm>
            <a:custGeom>
              <a:avLst/>
              <a:gdLst/>
              <a:ahLst/>
              <a:cxnLst/>
              <a:rect l="l" t="t" r="r" b="b"/>
              <a:pathLst>
                <a:path w="10307" h="8795" extrusionOk="0">
                  <a:moveTo>
                    <a:pt x="3888" y="1"/>
                  </a:moveTo>
                  <a:lnTo>
                    <a:pt x="1" y="8285"/>
                  </a:lnTo>
                  <a:cubicBezTo>
                    <a:pt x="1791" y="8600"/>
                    <a:pt x="3619" y="8795"/>
                    <a:pt x="5114" y="8795"/>
                  </a:cubicBezTo>
                  <a:cubicBezTo>
                    <a:pt x="6879" y="8795"/>
                    <a:pt x="8179" y="8523"/>
                    <a:pt x="8403" y="7853"/>
                  </a:cubicBezTo>
                  <a:cubicBezTo>
                    <a:pt x="8521" y="7461"/>
                    <a:pt x="9678" y="5929"/>
                    <a:pt x="9856" y="5359"/>
                  </a:cubicBezTo>
                  <a:cubicBezTo>
                    <a:pt x="10307" y="3966"/>
                    <a:pt x="7814" y="1846"/>
                    <a:pt x="38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5" name="Google Shape;795;p23"/>
            <p:cNvSpPr/>
            <p:nvPr/>
          </p:nvSpPr>
          <p:spPr>
            <a:xfrm>
              <a:off x="8527071" y="222683"/>
              <a:ext cx="197922" cy="342387"/>
            </a:xfrm>
            <a:custGeom>
              <a:avLst/>
              <a:gdLst/>
              <a:ahLst/>
              <a:cxnLst/>
              <a:rect l="l" t="t" r="r" b="b"/>
              <a:pathLst>
                <a:path w="7068" h="12227" extrusionOk="0">
                  <a:moveTo>
                    <a:pt x="1611" y="1"/>
                  </a:moveTo>
                  <a:cubicBezTo>
                    <a:pt x="1434" y="1"/>
                    <a:pt x="1255" y="34"/>
                    <a:pt x="1081" y="105"/>
                  </a:cubicBezTo>
                  <a:cubicBezTo>
                    <a:pt x="354" y="399"/>
                    <a:pt x="0" y="1244"/>
                    <a:pt x="295" y="1969"/>
                  </a:cubicBezTo>
                  <a:lnTo>
                    <a:pt x="4143" y="11353"/>
                  </a:lnTo>
                  <a:cubicBezTo>
                    <a:pt x="4365" y="11902"/>
                    <a:pt x="4889" y="12226"/>
                    <a:pt x="5453" y="12226"/>
                  </a:cubicBezTo>
                  <a:cubicBezTo>
                    <a:pt x="5637" y="12226"/>
                    <a:pt x="5824" y="12192"/>
                    <a:pt x="6008" y="12120"/>
                  </a:cubicBezTo>
                  <a:cubicBezTo>
                    <a:pt x="6735" y="11825"/>
                    <a:pt x="7068" y="11000"/>
                    <a:pt x="6774" y="10274"/>
                  </a:cubicBezTo>
                  <a:lnTo>
                    <a:pt x="2926" y="890"/>
                  </a:lnTo>
                  <a:cubicBezTo>
                    <a:pt x="2702" y="338"/>
                    <a:pt x="2171" y="1"/>
                    <a:pt x="1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6" name="Google Shape;796;p23"/>
            <p:cNvSpPr/>
            <p:nvPr/>
          </p:nvSpPr>
          <p:spPr>
            <a:xfrm>
              <a:off x="8826117" y="612263"/>
              <a:ext cx="269412" cy="223656"/>
            </a:xfrm>
            <a:custGeom>
              <a:avLst/>
              <a:gdLst/>
              <a:ahLst/>
              <a:cxnLst/>
              <a:rect l="l" t="t" r="r" b="b"/>
              <a:pathLst>
                <a:path w="9621" h="7987" extrusionOk="0">
                  <a:moveTo>
                    <a:pt x="1149" y="0"/>
                  </a:moveTo>
                  <a:cubicBezTo>
                    <a:pt x="1101" y="0"/>
                    <a:pt x="1052" y="5"/>
                    <a:pt x="1003" y="14"/>
                  </a:cubicBezTo>
                  <a:cubicBezTo>
                    <a:pt x="590" y="111"/>
                    <a:pt x="315" y="504"/>
                    <a:pt x="394" y="917"/>
                  </a:cubicBezTo>
                  <a:cubicBezTo>
                    <a:pt x="481" y="1297"/>
                    <a:pt x="794" y="1539"/>
                    <a:pt x="1148" y="1539"/>
                  </a:cubicBezTo>
                  <a:cubicBezTo>
                    <a:pt x="1197" y="1539"/>
                    <a:pt x="1247" y="1534"/>
                    <a:pt x="1297" y="1525"/>
                  </a:cubicBezTo>
                  <a:cubicBezTo>
                    <a:pt x="1611" y="1467"/>
                    <a:pt x="1828" y="1231"/>
                    <a:pt x="1906" y="956"/>
                  </a:cubicBezTo>
                  <a:lnTo>
                    <a:pt x="2121" y="917"/>
                  </a:lnTo>
                  <a:cubicBezTo>
                    <a:pt x="6579" y="3174"/>
                    <a:pt x="8856" y="5373"/>
                    <a:pt x="8521" y="6414"/>
                  </a:cubicBezTo>
                  <a:cubicBezTo>
                    <a:pt x="8299" y="7123"/>
                    <a:pt x="6829" y="7577"/>
                    <a:pt x="4395" y="7577"/>
                  </a:cubicBezTo>
                  <a:cubicBezTo>
                    <a:pt x="3189" y="7577"/>
                    <a:pt x="1745" y="7465"/>
                    <a:pt x="100" y="7218"/>
                  </a:cubicBezTo>
                  <a:lnTo>
                    <a:pt x="1" y="7572"/>
                  </a:lnTo>
                  <a:cubicBezTo>
                    <a:pt x="1751" y="7846"/>
                    <a:pt x="3333" y="7986"/>
                    <a:pt x="4672" y="7986"/>
                  </a:cubicBezTo>
                  <a:cubicBezTo>
                    <a:pt x="7163" y="7986"/>
                    <a:pt x="8811" y="7501"/>
                    <a:pt x="9131" y="6493"/>
                  </a:cubicBezTo>
                  <a:cubicBezTo>
                    <a:pt x="9621" y="4941"/>
                    <a:pt x="6853" y="2566"/>
                    <a:pt x="2318" y="328"/>
                  </a:cubicBezTo>
                  <a:cubicBezTo>
                    <a:pt x="2275" y="299"/>
                    <a:pt x="2243" y="281"/>
                    <a:pt x="2205" y="281"/>
                  </a:cubicBezTo>
                  <a:cubicBezTo>
                    <a:pt x="2191" y="281"/>
                    <a:pt x="2177" y="283"/>
                    <a:pt x="2161" y="289"/>
                  </a:cubicBezTo>
                  <a:lnTo>
                    <a:pt x="1788" y="347"/>
                  </a:lnTo>
                  <a:cubicBezTo>
                    <a:pt x="1656" y="132"/>
                    <a:pt x="1411" y="0"/>
                    <a:pt x="1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7" name="Google Shape;797;p23"/>
            <p:cNvSpPr/>
            <p:nvPr/>
          </p:nvSpPr>
          <p:spPr>
            <a:xfrm>
              <a:off x="8216459" y="527273"/>
              <a:ext cx="797707" cy="390047"/>
            </a:xfrm>
            <a:custGeom>
              <a:avLst/>
              <a:gdLst/>
              <a:ahLst/>
              <a:cxnLst/>
              <a:rect l="l" t="t" r="r" b="b"/>
              <a:pathLst>
                <a:path w="28487" h="13929" extrusionOk="0">
                  <a:moveTo>
                    <a:pt x="4964" y="0"/>
                  </a:moveTo>
                  <a:cubicBezTo>
                    <a:pt x="2670" y="0"/>
                    <a:pt x="1130" y="468"/>
                    <a:pt x="825" y="1419"/>
                  </a:cubicBezTo>
                  <a:cubicBezTo>
                    <a:pt x="629" y="2047"/>
                    <a:pt x="726" y="4128"/>
                    <a:pt x="609" y="4560"/>
                  </a:cubicBezTo>
                  <a:cubicBezTo>
                    <a:pt x="1" y="6426"/>
                    <a:pt x="5242" y="9782"/>
                    <a:pt x="12330" y="12020"/>
                  </a:cubicBezTo>
                  <a:cubicBezTo>
                    <a:pt x="16272" y="13280"/>
                    <a:pt x="19952" y="13928"/>
                    <a:pt x="22537" y="13928"/>
                  </a:cubicBezTo>
                  <a:cubicBezTo>
                    <a:pt x="24587" y="13928"/>
                    <a:pt x="25948" y="13521"/>
                    <a:pt x="26209" y="12688"/>
                  </a:cubicBezTo>
                  <a:cubicBezTo>
                    <a:pt x="26347" y="12276"/>
                    <a:pt x="27643" y="10627"/>
                    <a:pt x="27839" y="9999"/>
                  </a:cubicBezTo>
                  <a:cubicBezTo>
                    <a:pt x="28486" y="7937"/>
                    <a:pt x="22989" y="4324"/>
                    <a:pt x="15529" y="1950"/>
                  </a:cubicBezTo>
                  <a:cubicBezTo>
                    <a:pt x="11479" y="660"/>
                    <a:pt x="7689" y="0"/>
                    <a:pt x="4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8" name="Google Shape;798;p23"/>
            <p:cNvSpPr/>
            <p:nvPr/>
          </p:nvSpPr>
          <p:spPr>
            <a:xfrm>
              <a:off x="8215899" y="627301"/>
              <a:ext cx="748787" cy="291730"/>
            </a:xfrm>
            <a:custGeom>
              <a:avLst/>
              <a:gdLst/>
              <a:ahLst/>
              <a:cxnLst/>
              <a:rect l="l" t="t" r="r" b="b"/>
              <a:pathLst>
                <a:path w="26740" h="10418" extrusionOk="0">
                  <a:moveTo>
                    <a:pt x="4005" y="1"/>
                  </a:moveTo>
                  <a:cubicBezTo>
                    <a:pt x="2082" y="1"/>
                    <a:pt x="813" y="374"/>
                    <a:pt x="571" y="1145"/>
                  </a:cubicBezTo>
                  <a:cubicBezTo>
                    <a:pt x="0" y="2932"/>
                    <a:pt x="5262" y="6210"/>
                    <a:pt x="12350" y="8448"/>
                  </a:cubicBezTo>
                  <a:cubicBezTo>
                    <a:pt x="16401" y="9743"/>
                    <a:pt x="20162" y="10417"/>
                    <a:pt x="22741" y="10417"/>
                  </a:cubicBezTo>
                  <a:cubicBezTo>
                    <a:pt x="24662" y="10417"/>
                    <a:pt x="25927" y="10043"/>
                    <a:pt x="26171" y="9273"/>
                  </a:cubicBezTo>
                  <a:cubicBezTo>
                    <a:pt x="26739" y="7487"/>
                    <a:pt x="21478" y="4208"/>
                    <a:pt x="14410" y="1969"/>
                  </a:cubicBezTo>
                  <a:cubicBezTo>
                    <a:pt x="10358" y="676"/>
                    <a:pt x="6590" y="1"/>
                    <a:pt x="4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799" name="Google Shape;799;p23"/>
            <p:cNvSpPr/>
            <p:nvPr/>
          </p:nvSpPr>
          <p:spPr>
            <a:xfrm>
              <a:off x="8237882" y="652307"/>
              <a:ext cx="698774" cy="260787"/>
            </a:xfrm>
            <a:custGeom>
              <a:avLst/>
              <a:gdLst/>
              <a:ahLst/>
              <a:cxnLst/>
              <a:rect l="l" t="t" r="r" b="b"/>
              <a:pathLst>
                <a:path w="24954" h="9313" extrusionOk="0">
                  <a:moveTo>
                    <a:pt x="3125" y="0"/>
                  </a:moveTo>
                  <a:cubicBezTo>
                    <a:pt x="1623" y="0"/>
                    <a:pt x="654" y="273"/>
                    <a:pt x="472" y="841"/>
                  </a:cubicBezTo>
                  <a:cubicBezTo>
                    <a:pt x="1" y="2314"/>
                    <a:pt x="5008" y="5220"/>
                    <a:pt x="11643" y="7319"/>
                  </a:cubicBezTo>
                  <a:cubicBezTo>
                    <a:pt x="15722" y="8615"/>
                    <a:pt x="19472" y="9313"/>
                    <a:pt x="21859" y="9313"/>
                  </a:cubicBezTo>
                  <a:cubicBezTo>
                    <a:pt x="23344" y="9313"/>
                    <a:pt x="24302" y="9043"/>
                    <a:pt x="24483" y="8479"/>
                  </a:cubicBezTo>
                  <a:cubicBezTo>
                    <a:pt x="24954" y="7005"/>
                    <a:pt x="19967" y="4100"/>
                    <a:pt x="13332" y="1980"/>
                  </a:cubicBezTo>
                  <a:cubicBezTo>
                    <a:pt x="9257" y="690"/>
                    <a:pt x="5516" y="0"/>
                    <a:pt x="31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0" name="Google Shape;800;p23"/>
            <p:cNvSpPr/>
            <p:nvPr/>
          </p:nvSpPr>
          <p:spPr>
            <a:xfrm>
              <a:off x="8428668" y="738473"/>
              <a:ext cx="309512" cy="118311"/>
            </a:xfrm>
            <a:custGeom>
              <a:avLst/>
              <a:gdLst/>
              <a:ahLst/>
              <a:cxnLst/>
              <a:rect l="l" t="t" r="r" b="b"/>
              <a:pathLst>
                <a:path w="11053" h="4225" extrusionOk="0">
                  <a:moveTo>
                    <a:pt x="1557" y="1"/>
                  </a:moveTo>
                  <a:cubicBezTo>
                    <a:pt x="806" y="1"/>
                    <a:pt x="313" y="142"/>
                    <a:pt x="216" y="434"/>
                  </a:cubicBezTo>
                  <a:cubicBezTo>
                    <a:pt x="1" y="1141"/>
                    <a:pt x="2200" y="2457"/>
                    <a:pt x="5124" y="3399"/>
                  </a:cubicBezTo>
                  <a:cubicBezTo>
                    <a:pt x="6841" y="3940"/>
                    <a:pt x="8430" y="4225"/>
                    <a:pt x="9492" y="4225"/>
                  </a:cubicBezTo>
                  <a:cubicBezTo>
                    <a:pt x="10241" y="4225"/>
                    <a:pt x="10728" y="4084"/>
                    <a:pt x="10817" y="3792"/>
                  </a:cubicBezTo>
                  <a:cubicBezTo>
                    <a:pt x="11053" y="3085"/>
                    <a:pt x="8854" y="1769"/>
                    <a:pt x="5930" y="826"/>
                  </a:cubicBezTo>
                  <a:cubicBezTo>
                    <a:pt x="4213" y="285"/>
                    <a:pt x="2624" y="1"/>
                    <a:pt x="15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1" name="Google Shape;801;p23"/>
            <p:cNvSpPr/>
            <p:nvPr/>
          </p:nvSpPr>
          <p:spPr>
            <a:xfrm>
              <a:off x="8511137" y="779022"/>
              <a:ext cx="139676" cy="121447"/>
            </a:xfrm>
            <a:custGeom>
              <a:avLst/>
              <a:gdLst/>
              <a:ahLst/>
              <a:cxnLst/>
              <a:rect l="l" t="t" r="r" b="b"/>
              <a:pathLst>
                <a:path w="4988" h="4337" extrusionOk="0">
                  <a:moveTo>
                    <a:pt x="600" y="1"/>
                  </a:moveTo>
                  <a:cubicBezTo>
                    <a:pt x="311" y="1"/>
                    <a:pt x="128" y="53"/>
                    <a:pt x="98" y="164"/>
                  </a:cubicBezTo>
                  <a:cubicBezTo>
                    <a:pt x="1" y="420"/>
                    <a:pt x="786" y="910"/>
                    <a:pt x="1904" y="1302"/>
                  </a:cubicBezTo>
                  <a:lnTo>
                    <a:pt x="1061" y="3993"/>
                  </a:lnTo>
                  <a:cubicBezTo>
                    <a:pt x="1021" y="4090"/>
                    <a:pt x="1197" y="4228"/>
                    <a:pt x="1433" y="4286"/>
                  </a:cubicBezTo>
                  <a:cubicBezTo>
                    <a:pt x="1529" y="4321"/>
                    <a:pt x="1624" y="4337"/>
                    <a:pt x="1704" y="4337"/>
                  </a:cubicBezTo>
                  <a:cubicBezTo>
                    <a:pt x="1805" y="4337"/>
                    <a:pt x="1882" y="4312"/>
                    <a:pt x="1904" y="4268"/>
                  </a:cubicBezTo>
                  <a:lnTo>
                    <a:pt x="2749" y="1577"/>
                  </a:lnTo>
                  <a:cubicBezTo>
                    <a:pt x="3406" y="1759"/>
                    <a:pt x="3991" y="1855"/>
                    <a:pt x="4388" y="1855"/>
                  </a:cubicBezTo>
                  <a:cubicBezTo>
                    <a:pt x="4678" y="1855"/>
                    <a:pt x="4867" y="1803"/>
                    <a:pt x="4909" y="1695"/>
                  </a:cubicBezTo>
                  <a:cubicBezTo>
                    <a:pt x="4987" y="1401"/>
                    <a:pt x="3985" y="831"/>
                    <a:pt x="2671" y="399"/>
                  </a:cubicBezTo>
                  <a:cubicBezTo>
                    <a:pt x="1839" y="143"/>
                    <a:pt x="1076" y="1"/>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2" name="Google Shape;802;p23"/>
            <p:cNvSpPr/>
            <p:nvPr/>
          </p:nvSpPr>
          <p:spPr>
            <a:xfrm>
              <a:off x="8527631" y="227808"/>
              <a:ext cx="167147" cy="337402"/>
            </a:xfrm>
            <a:custGeom>
              <a:avLst/>
              <a:gdLst/>
              <a:ahLst/>
              <a:cxnLst/>
              <a:rect l="l" t="t" r="r" b="b"/>
              <a:pathLst>
                <a:path w="5969" h="12049" extrusionOk="0">
                  <a:moveTo>
                    <a:pt x="904" y="1"/>
                  </a:moveTo>
                  <a:cubicBezTo>
                    <a:pt x="275" y="334"/>
                    <a:pt x="1" y="1100"/>
                    <a:pt x="275" y="1786"/>
                  </a:cubicBezTo>
                  <a:lnTo>
                    <a:pt x="4123" y="11170"/>
                  </a:lnTo>
                  <a:cubicBezTo>
                    <a:pt x="4349" y="11714"/>
                    <a:pt x="4890" y="12049"/>
                    <a:pt x="5458" y="12049"/>
                  </a:cubicBezTo>
                  <a:cubicBezTo>
                    <a:pt x="5629" y="12049"/>
                    <a:pt x="5801" y="12019"/>
                    <a:pt x="5969" y="11956"/>
                  </a:cubicBezTo>
                  <a:lnTo>
                    <a:pt x="5713" y="11387"/>
                  </a:lnTo>
                  <a:cubicBezTo>
                    <a:pt x="5624" y="11418"/>
                    <a:pt x="5533" y="11433"/>
                    <a:pt x="5444" y="11433"/>
                  </a:cubicBezTo>
                  <a:cubicBezTo>
                    <a:pt x="5139" y="11433"/>
                    <a:pt x="4853" y="11259"/>
                    <a:pt x="4731" y="10955"/>
                  </a:cubicBezTo>
                  <a:cubicBezTo>
                    <a:pt x="4574" y="10563"/>
                    <a:pt x="4752" y="10131"/>
                    <a:pt x="5124" y="9953"/>
                  </a:cubicBezTo>
                  <a:lnTo>
                    <a:pt x="1786" y="2061"/>
                  </a:lnTo>
                  <a:cubicBezTo>
                    <a:pt x="1727" y="2074"/>
                    <a:pt x="1669" y="2080"/>
                    <a:pt x="1611" y="2080"/>
                  </a:cubicBezTo>
                  <a:cubicBezTo>
                    <a:pt x="1302" y="2080"/>
                    <a:pt x="1019" y="1908"/>
                    <a:pt x="904" y="1610"/>
                  </a:cubicBezTo>
                  <a:cubicBezTo>
                    <a:pt x="765" y="1257"/>
                    <a:pt x="904" y="883"/>
                    <a:pt x="1197" y="687"/>
                  </a:cubicBez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3" name="Google Shape;803;p23"/>
            <p:cNvSpPr/>
            <p:nvPr/>
          </p:nvSpPr>
          <p:spPr>
            <a:xfrm>
              <a:off x="8549053" y="247018"/>
              <a:ext cx="28619" cy="39035"/>
            </a:xfrm>
            <a:custGeom>
              <a:avLst/>
              <a:gdLst/>
              <a:ahLst/>
              <a:cxnLst/>
              <a:rect l="l" t="t" r="r" b="b"/>
              <a:pathLst>
                <a:path w="1022" h="1394" extrusionOk="0">
                  <a:moveTo>
                    <a:pt x="432" y="1"/>
                  </a:moveTo>
                  <a:cubicBezTo>
                    <a:pt x="139" y="197"/>
                    <a:pt x="0" y="571"/>
                    <a:pt x="139" y="924"/>
                  </a:cubicBezTo>
                  <a:cubicBezTo>
                    <a:pt x="254" y="1222"/>
                    <a:pt x="537" y="1394"/>
                    <a:pt x="846" y="1394"/>
                  </a:cubicBezTo>
                  <a:cubicBezTo>
                    <a:pt x="904" y="1394"/>
                    <a:pt x="962" y="1388"/>
                    <a:pt x="1021" y="1375"/>
                  </a:cubicBezTo>
                  <a:lnTo>
                    <a:pt x="432" y="1"/>
                  </a:lnTo>
                  <a:close/>
                </a:path>
              </a:pathLst>
            </a:custGeom>
            <a:solidFill>
              <a:srgbClr val="C9D1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4" name="Google Shape;804;p23"/>
            <p:cNvSpPr/>
            <p:nvPr/>
          </p:nvSpPr>
          <p:spPr>
            <a:xfrm>
              <a:off x="8655186" y="504143"/>
              <a:ext cx="50012" cy="43824"/>
            </a:xfrm>
            <a:custGeom>
              <a:avLst/>
              <a:gdLst/>
              <a:ahLst/>
              <a:cxnLst/>
              <a:rect l="l" t="t" r="r" b="b"/>
              <a:pathLst>
                <a:path w="1786" h="1565" extrusionOk="0">
                  <a:moveTo>
                    <a:pt x="903" y="1"/>
                  </a:moveTo>
                  <a:cubicBezTo>
                    <a:pt x="800" y="1"/>
                    <a:pt x="693" y="22"/>
                    <a:pt x="589" y="66"/>
                  </a:cubicBezTo>
                  <a:cubicBezTo>
                    <a:pt x="197" y="223"/>
                    <a:pt x="0" y="674"/>
                    <a:pt x="176" y="1087"/>
                  </a:cubicBezTo>
                  <a:cubicBezTo>
                    <a:pt x="294" y="1381"/>
                    <a:pt x="576" y="1565"/>
                    <a:pt x="883" y="1565"/>
                  </a:cubicBezTo>
                  <a:cubicBezTo>
                    <a:pt x="987" y="1565"/>
                    <a:pt x="1093" y="1544"/>
                    <a:pt x="1197" y="1499"/>
                  </a:cubicBezTo>
                  <a:cubicBezTo>
                    <a:pt x="1590" y="1342"/>
                    <a:pt x="1786" y="891"/>
                    <a:pt x="1610" y="478"/>
                  </a:cubicBezTo>
                  <a:cubicBezTo>
                    <a:pt x="1493" y="184"/>
                    <a:pt x="1210" y="1"/>
                    <a:pt x="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5" name="Google Shape;805;p23"/>
            <p:cNvSpPr/>
            <p:nvPr/>
          </p:nvSpPr>
          <p:spPr>
            <a:xfrm>
              <a:off x="7925618" y="-50375"/>
              <a:ext cx="72610" cy="468958"/>
            </a:xfrm>
            <a:custGeom>
              <a:avLst/>
              <a:gdLst/>
              <a:ahLst/>
              <a:cxnLst/>
              <a:rect l="l" t="t" r="r" b="b"/>
              <a:pathLst>
                <a:path w="2593" h="16747" extrusionOk="0">
                  <a:moveTo>
                    <a:pt x="1179" y="1"/>
                  </a:moveTo>
                  <a:cubicBezTo>
                    <a:pt x="532" y="20"/>
                    <a:pt x="1" y="551"/>
                    <a:pt x="1" y="1218"/>
                  </a:cubicBezTo>
                  <a:lnTo>
                    <a:pt x="197" y="15549"/>
                  </a:lnTo>
                  <a:cubicBezTo>
                    <a:pt x="197" y="16217"/>
                    <a:pt x="747" y="16746"/>
                    <a:pt x="1414" y="16746"/>
                  </a:cubicBezTo>
                  <a:cubicBezTo>
                    <a:pt x="2082" y="16727"/>
                    <a:pt x="2592" y="16178"/>
                    <a:pt x="2592" y="15529"/>
                  </a:cubicBezTo>
                  <a:lnTo>
                    <a:pt x="2396" y="1179"/>
                  </a:lnTo>
                  <a:cubicBezTo>
                    <a:pt x="2396" y="530"/>
                    <a:pt x="1846" y="1"/>
                    <a:pt x="11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6" name="Google Shape;806;p23"/>
            <p:cNvSpPr/>
            <p:nvPr/>
          </p:nvSpPr>
          <p:spPr>
            <a:xfrm>
              <a:off x="7958606" y="-50375"/>
              <a:ext cx="39624" cy="468958"/>
            </a:xfrm>
            <a:custGeom>
              <a:avLst/>
              <a:gdLst/>
              <a:ahLst/>
              <a:cxnLst/>
              <a:rect l="l" t="t" r="r" b="b"/>
              <a:pathLst>
                <a:path w="1415" h="16747" extrusionOk="0">
                  <a:moveTo>
                    <a:pt x="1" y="1"/>
                  </a:moveTo>
                  <a:lnTo>
                    <a:pt x="236" y="16746"/>
                  </a:lnTo>
                  <a:cubicBezTo>
                    <a:pt x="904" y="16727"/>
                    <a:pt x="1414" y="16178"/>
                    <a:pt x="1414" y="15529"/>
                  </a:cubicBezTo>
                  <a:lnTo>
                    <a:pt x="1218" y="1179"/>
                  </a:lnTo>
                  <a:cubicBezTo>
                    <a:pt x="1218" y="530"/>
                    <a:pt x="668"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7" name="Google Shape;807;p23"/>
            <p:cNvSpPr/>
            <p:nvPr/>
          </p:nvSpPr>
          <p:spPr>
            <a:xfrm>
              <a:off x="7884425" y="214143"/>
              <a:ext cx="732265" cy="245526"/>
            </a:xfrm>
            <a:custGeom>
              <a:avLst/>
              <a:gdLst/>
              <a:ahLst/>
              <a:cxnLst/>
              <a:rect l="l" t="t" r="r" b="b"/>
              <a:pathLst>
                <a:path w="26150" h="8768" extrusionOk="0">
                  <a:moveTo>
                    <a:pt x="24194" y="0"/>
                  </a:moveTo>
                  <a:cubicBezTo>
                    <a:pt x="24075" y="0"/>
                    <a:pt x="23955" y="12"/>
                    <a:pt x="23833" y="36"/>
                  </a:cubicBezTo>
                  <a:lnTo>
                    <a:pt x="4555" y="3905"/>
                  </a:lnTo>
                  <a:cubicBezTo>
                    <a:pt x="4101" y="3556"/>
                    <a:pt x="3542" y="3360"/>
                    <a:pt x="2950" y="3360"/>
                  </a:cubicBezTo>
                  <a:cubicBezTo>
                    <a:pt x="2773" y="3360"/>
                    <a:pt x="2594" y="3377"/>
                    <a:pt x="2414" y="3413"/>
                  </a:cubicBezTo>
                  <a:cubicBezTo>
                    <a:pt x="942" y="3708"/>
                    <a:pt x="0" y="5141"/>
                    <a:pt x="294" y="6593"/>
                  </a:cubicBezTo>
                  <a:cubicBezTo>
                    <a:pt x="553" y="7884"/>
                    <a:pt x="1670" y="8768"/>
                    <a:pt x="2933" y="8768"/>
                  </a:cubicBezTo>
                  <a:cubicBezTo>
                    <a:pt x="3111" y="8768"/>
                    <a:pt x="3292" y="8750"/>
                    <a:pt x="3474" y="8714"/>
                  </a:cubicBezTo>
                  <a:cubicBezTo>
                    <a:pt x="4259" y="8557"/>
                    <a:pt x="4888" y="8085"/>
                    <a:pt x="5280" y="7457"/>
                  </a:cubicBezTo>
                  <a:lnTo>
                    <a:pt x="24540" y="3590"/>
                  </a:lnTo>
                  <a:cubicBezTo>
                    <a:pt x="25522" y="3394"/>
                    <a:pt x="26150" y="2431"/>
                    <a:pt x="25954" y="1450"/>
                  </a:cubicBezTo>
                  <a:cubicBezTo>
                    <a:pt x="25782" y="589"/>
                    <a:pt x="25036" y="0"/>
                    <a:pt x="24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8" name="Google Shape;808;p23"/>
            <p:cNvSpPr/>
            <p:nvPr/>
          </p:nvSpPr>
          <p:spPr>
            <a:xfrm>
              <a:off x="7892630" y="249230"/>
              <a:ext cx="724061" cy="210439"/>
            </a:xfrm>
            <a:custGeom>
              <a:avLst/>
              <a:gdLst/>
              <a:ahLst/>
              <a:cxnLst/>
              <a:rect l="l" t="t" r="r" b="b"/>
              <a:pathLst>
                <a:path w="25857" h="7515" extrusionOk="0">
                  <a:moveTo>
                    <a:pt x="25601" y="0"/>
                  </a:moveTo>
                  <a:lnTo>
                    <a:pt x="5283" y="4222"/>
                  </a:lnTo>
                  <a:lnTo>
                    <a:pt x="3673" y="4555"/>
                  </a:lnTo>
                  <a:cubicBezTo>
                    <a:pt x="3692" y="4576"/>
                    <a:pt x="3692" y="4594"/>
                    <a:pt x="3692" y="4615"/>
                  </a:cubicBezTo>
                  <a:cubicBezTo>
                    <a:pt x="3809" y="5183"/>
                    <a:pt x="3437" y="5753"/>
                    <a:pt x="2867" y="5851"/>
                  </a:cubicBezTo>
                  <a:cubicBezTo>
                    <a:pt x="2794" y="5866"/>
                    <a:pt x="2721" y="5873"/>
                    <a:pt x="2649" y="5873"/>
                  </a:cubicBezTo>
                  <a:cubicBezTo>
                    <a:pt x="2148" y="5873"/>
                    <a:pt x="1714" y="5525"/>
                    <a:pt x="1611" y="5026"/>
                  </a:cubicBezTo>
                  <a:cubicBezTo>
                    <a:pt x="1592" y="5007"/>
                    <a:pt x="1611" y="5007"/>
                    <a:pt x="1592" y="4987"/>
                  </a:cubicBezTo>
                  <a:lnTo>
                    <a:pt x="1" y="5322"/>
                  </a:lnTo>
                  <a:lnTo>
                    <a:pt x="1" y="5340"/>
                  </a:lnTo>
                  <a:cubicBezTo>
                    <a:pt x="260" y="6631"/>
                    <a:pt x="1377" y="7515"/>
                    <a:pt x="2640" y="7515"/>
                  </a:cubicBezTo>
                  <a:cubicBezTo>
                    <a:pt x="2818" y="7515"/>
                    <a:pt x="2999" y="7497"/>
                    <a:pt x="3181" y="7461"/>
                  </a:cubicBezTo>
                  <a:cubicBezTo>
                    <a:pt x="3966" y="7304"/>
                    <a:pt x="4595" y="6832"/>
                    <a:pt x="4968" y="6204"/>
                  </a:cubicBezTo>
                  <a:lnTo>
                    <a:pt x="24247" y="2337"/>
                  </a:lnTo>
                  <a:cubicBezTo>
                    <a:pt x="25229" y="2141"/>
                    <a:pt x="25857" y="1178"/>
                    <a:pt x="25661" y="197"/>
                  </a:cubicBezTo>
                  <a:cubicBezTo>
                    <a:pt x="25640" y="139"/>
                    <a:pt x="25621" y="79"/>
                    <a:pt x="2560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09" name="Google Shape;809;p23"/>
            <p:cNvSpPr/>
            <p:nvPr/>
          </p:nvSpPr>
          <p:spPr>
            <a:xfrm>
              <a:off x="7934411" y="354186"/>
              <a:ext cx="64910" cy="59505"/>
            </a:xfrm>
            <a:custGeom>
              <a:avLst/>
              <a:gdLst/>
              <a:ahLst/>
              <a:cxnLst/>
              <a:rect l="l" t="t" r="r" b="b"/>
              <a:pathLst>
                <a:path w="2318" h="2125" extrusionOk="0">
                  <a:moveTo>
                    <a:pt x="1160" y="0"/>
                  </a:moveTo>
                  <a:cubicBezTo>
                    <a:pt x="1089" y="0"/>
                    <a:pt x="1016" y="7"/>
                    <a:pt x="943" y="22"/>
                  </a:cubicBezTo>
                  <a:cubicBezTo>
                    <a:pt x="375" y="140"/>
                    <a:pt x="1" y="710"/>
                    <a:pt x="119" y="1278"/>
                  </a:cubicBezTo>
                  <a:cubicBezTo>
                    <a:pt x="222" y="1777"/>
                    <a:pt x="656" y="2125"/>
                    <a:pt x="1157" y="2125"/>
                  </a:cubicBezTo>
                  <a:cubicBezTo>
                    <a:pt x="1229" y="2125"/>
                    <a:pt x="1302" y="2118"/>
                    <a:pt x="1375" y="2103"/>
                  </a:cubicBezTo>
                  <a:cubicBezTo>
                    <a:pt x="1945" y="2005"/>
                    <a:pt x="2317" y="1435"/>
                    <a:pt x="2200" y="867"/>
                  </a:cubicBezTo>
                  <a:cubicBezTo>
                    <a:pt x="2096" y="351"/>
                    <a:pt x="1662" y="0"/>
                    <a:pt x="1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42873274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810"/>
        <p:cNvGrpSpPr/>
        <p:nvPr/>
      </p:nvGrpSpPr>
      <p:grpSpPr>
        <a:xfrm>
          <a:off x="0" y="0"/>
          <a:ext cx="0" cy="0"/>
          <a:chOff x="0" y="0"/>
          <a:chExt cx="0" cy="0"/>
        </a:xfrm>
      </p:grpSpPr>
      <p:sp>
        <p:nvSpPr>
          <p:cNvPr id="811" name="Google Shape;811;p24"/>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812" name="Google Shape;812;p24"/>
          <p:cNvGrpSpPr/>
          <p:nvPr/>
        </p:nvGrpSpPr>
        <p:grpSpPr>
          <a:xfrm>
            <a:off x="-6366" y="166870"/>
            <a:ext cx="12198367" cy="6256543"/>
            <a:chOff x="-4775" y="125152"/>
            <a:chExt cx="9148775" cy="4692407"/>
          </a:xfrm>
        </p:grpSpPr>
        <p:grpSp>
          <p:nvGrpSpPr>
            <p:cNvPr id="813" name="Google Shape;813;p24"/>
            <p:cNvGrpSpPr/>
            <p:nvPr/>
          </p:nvGrpSpPr>
          <p:grpSpPr>
            <a:xfrm>
              <a:off x="-4775" y="636650"/>
              <a:ext cx="9148775" cy="3936950"/>
              <a:chOff x="-4775" y="636650"/>
              <a:chExt cx="9148775" cy="3936950"/>
            </a:xfrm>
          </p:grpSpPr>
          <p:sp>
            <p:nvSpPr>
              <p:cNvPr id="814" name="Google Shape;814;p2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15" name="Google Shape;815;p2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16" name="Google Shape;816;p2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17" name="Google Shape;817;p2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18" name="Google Shape;818;p2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19" name="Google Shape;819;p2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820" name="Google Shape;820;p24"/>
            <p:cNvGrpSpPr/>
            <p:nvPr/>
          </p:nvGrpSpPr>
          <p:grpSpPr>
            <a:xfrm rot="-5400000">
              <a:off x="4587067" y="895676"/>
              <a:ext cx="4692407" cy="3151360"/>
              <a:chOff x="-4775" y="1422240"/>
              <a:chExt cx="9148775" cy="3151360"/>
            </a:xfrm>
          </p:grpSpPr>
          <p:sp>
            <p:nvSpPr>
              <p:cNvPr id="821" name="Google Shape;821;p2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2" name="Google Shape;822;p2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3" name="Google Shape;823;p2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4" name="Google Shape;824;p2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5" name="Google Shape;825;p2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826" name="Google Shape;826;p24"/>
            <p:cNvGrpSpPr/>
            <p:nvPr/>
          </p:nvGrpSpPr>
          <p:grpSpPr>
            <a:xfrm rot="-5400000">
              <a:off x="257322" y="502881"/>
              <a:ext cx="4692407" cy="3936950"/>
              <a:chOff x="-4775" y="636650"/>
              <a:chExt cx="9148775" cy="3936950"/>
            </a:xfrm>
          </p:grpSpPr>
          <p:sp>
            <p:nvSpPr>
              <p:cNvPr id="827" name="Google Shape;827;p24"/>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8" name="Google Shape;828;p24"/>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29" name="Google Shape;829;p24"/>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30" name="Google Shape;830;p24"/>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31" name="Google Shape;831;p24"/>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32" name="Google Shape;832;p24"/>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833" name="Google Shape;833;p24"/>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34" name="Google Shape;834;p24"/>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35" name="Google Shape;835;p24"/>
          <p:cNvSpPr txBox="1">
            <a:spLocks noGrp="1"/>
          </p:cNvSpPr>
          <p:nvPr>
            <p:ph type="title"/>
          </p:nvPr>
        </p:nvSpPr>
        <p:spPr>
          <a:xfrm>
            <a:off x="960000" y="576633"/>
            <a:ext cx="10272000" cy="7804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4533"/>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36" name="Google Shape;836;p24"/>
          <p:cNvSpPr txBox="1">
            <a:spLocks noGrp="1"/>
          </p:cNvSpPr>
          <p:nvPr>
            <p:ph type="subTitle" idx="1"/>
          </p:nvPr>
        </p:nvSpPr>
        <p:spPr>
          <a:xfrm>
            <a:off x="959900" y="2223349"/>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7" name="Google Shape;837;p24"/>
          <p:cNvSpPr txBox="1">
            <a:spLocks noGrp="1"/>
          </p:cNvSpPr>
          <p:nvPr>
            <p:ph type="subTitle" idx="2"/>
          </p:nvPr>
        </p:nvSpPr>
        <p:spPr>
          <a:xfrm>
            <a:off x="4199405" y="2223349"/>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8" name="Google Shape;838;p24"/>
          <p:cNvSpPr txBox="1">
            <a:spLocks noGrp="1"/>
          </p:cNvSpPr>
          <p:nvPr>
            <p:ph type="subTitle" idx="3"/>
          </p:nvPr>
        </p:nvSpPr>
        <p:spPr>
          <a:xfrm>
            <a:off x="959900" y="4325700"/>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9" name="Google Shape;839;p24"/>
          <p:cNvSpPr txBox="1">
            <a:spLocks noGrp="1"/>
          </p:cNvSpPr>
          <p:nvPr>
            <p:ph type="subTitle" idx="4"/>
          </p:nvPr>
        </p:nvSpPr>
        <p:spPr>
          <a:xfrm>
            <a:off x="4199405" y="4325700"/>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0" name="Google Shape;840;p24"/>
          <p:cNvSpPr txBox="1">
            <a:spLocks noGrp="1"/>
          </p:cNvSpPr>
          <p:nvPr>
            <p:ph type="subTitle" idx="5"/>
          </p:nvPr>
        </p:nvSpPr>
        <p:spPr>
          <a:xfrm>
            <a:off x="7439003" y="2223349"/>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1" name="Google Shape;841;p24"/>
          <p:cNvSpPr txBox="1">
            <a:spLocks noGrp="1"/>
          </p:cNvSpPr>
          <p:nvPr>
            <p:ph type="subTitle" idx="6"/>
          </p:nvPr>
        </p:nvSpPr>
        <p:spPr>
          <a:xfrm>
            <a:off x="7439003" y="4325700"/>
            <a:ext cx="2943200" cy="12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2" name="Google Shape;842;p24"/>
          <p:cNvSpPr txBox="1">
            <a:spLocks noGrp="1"/>
          </p:cNvSpPr>
          <p:nvPr>
            <p:ph type="subTitle" idx="7"/>
          </p:nvPr>
        </p:nvSpPr>
        <p:spPr>
          <a:xfrm>
            <a:off x="959900" y="1776151"/>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843" name="Google Shape;843;p24"/>
          <p:cNvSpPr txBox="1">
            <a:spLocks noGrp="1"/>
          </p:cNvSpPr>
          <p:nvPr>
            <p:ph type="subTitle" idx="8"/>
          </p:nvPr>
        </p:nvSpPr>
        <p:spPr>
          <a:xfrm>
            <a:off x="4199405" y="1776151"/>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844" name="Google Shape;844;p24"/>
          <p:cNvSpPr txBox="1">
            <a:spLocks noGrp="1"/>
          </p:cNvSpPr>
          <p:nvPr>
            <p:ph type="subTitle" idx="9"/>
          </p:nvPr>
        </p:nvSpPr>
        <p:spPr>
          <a:xfrm>
            <a:off x="7439003" y="1776151"/>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845" name="Google Shape;845;p24"/>
          <p:cNvSpPr txBox="1">
            <a:spLocks noGrp="1"/>
          </p:cNvSpPr>
          <p:nvPr>
            <p:ph type="subTitle" idx="13"/>
          </p:nvPr>
        </p:nvSpPr>
        <p:spPr>
          <a:xfrm>
            <a:off x="959900" y="3878500"/>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846" name="Google Shape;846;p24"/>
          <p:cNvSpPr txBox="1">
            <a:spLocks noGrp="1"/>
          </p:cNvSpPr>
          <p:nvPr>
            <p:ph type="subTitle" idx="14"/>
          </p:nvPr>
        </p:nvSpPr>
        <p:spPr>
          <a:xfrm>
            <a:off x="4199405" y="3878500"/>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847" name="Google Shape;847;p24"/>
          <p:cNvSpPr txBox="1">
            <a:spLocks noGrp="1"/>
          </p:cNvSpPr>
          <p:nvPr>
            <p:ph type="subTitle" idx="15"/>
          </p:nvPr>
        </p:nvSpPr>
        <p:spPr>
          <a:xfrm>
            <a:off x="7439003" y="3878500"/>
            <a:ext cx="29384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solidFill>
                  <a:schemeClr val="dk1"/>
                </a:solidFill>
                <a:latin typeface="Gantari"/>
                <a:ea typeface="Gantari"/>
                <a:cs typeface="Gantari"/>
                <a:sym typeface="Gantari"/>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grpSp>
        <p:nvGrpSpPr>
          <p:cNvPr id="848" name="Google Shape;848;p24"/>
          <p:cNvGrpSpPr/>
          <p:nvPr/>
        </p:nvGrpSpPr>
        <p:grpSpPr>
          <a:xfrm>
            <a:off x="10851761" y="4031607"/>
            <a:ext cx="1179039" cy="2330067"/>
            <a:chOff x="1256357" y="1827904"/>
            <a:chExt cx="1492705" cy="2949452"/>
          </a:xfrm>
        </p:grpSpPr>
        <p:grpSp>
          <p:nvGrpSpPr>
            <p:cNvPr id="849" name="Google Shape;849;p24"/>
            <p:cNvGrpSpPr/>
            <p:nvPr/>
          </p:nvGrpSpPr>
          <p:grpSpPr>
            <a:xfrm>
              <a:off x="1256357" y="1827904"/>
              <a:ext cx="1492705" cy="2949452"/>
              <a:chOff x="465682" y="1868654"/>
              <a:chExt cx="1492705" cy="2949452"/>
            </a:xfrm>
          </p:grpSpPr>
          <p:sp>
            <p:nvSpPr>
              <p:cNvPr id="850" name="Google Shape;850;p24"/>
              <p:cNvSpPr/>
              <p:nvPr/>
            </p:nvSpPr>
            <p:spPr>
              <a:xfrm>
                <a:off x="531655" y="3161960"/>
                <a:ext cx="1360760" cy="1477001"/>
              </a:xfrm>
              <a:custGeom>
                <a:avLst/>
                <a:gdLst/>
                <a:ahLst/>
                <a:cxnLst/>
                <a:rect l="l" t="t" r="r" b="b"/>
                <a:pathLst>
                  <a:path w="78070" h="84739" extrusionOk="0">
                    <a:moveTo>
                      <a:pt x="1" y="1"/>
                    </a:moveTo>
                    <a:lnTo>
                      <a:pt x="1" y="84738"/>
                    </a:lnTo>
                    <a:lnTo>
                      <a:pt x="78069" y="84738"/>
                    </a:lnTo>
                    <a:lnTo>
                      <a:pt x="780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1" name="Google Shape;851;p24"/>
              <p:cNvSpPr/>
              <p:nvPr/>
            </p:nvSpPr>
            <p:spPr>
              <a:xfrm>
                <a:off x="1028706" y="3830732"/>
                <a:ext cx="136459" cy="69703"/>
              </a:xfrm>
              <a:custGeom>
                <a:avLst/>
                <a:gdLst/>
                <a:ahLst/>
                <a:cxnLst/>
                <a:rect l="l" t="t" r="r" b="b"/>
                <a:pathLst>
                  <a:path w="7829" h="3999" extrusionOk="0">
                    <a:moveTo>
                      <a:pt x="3916" y="0"/>
                    </a:moveTo>
                    <a:cubicBezTo>
                      <a:pt x="1766" y="0"/>
                      <a:pt x="0" y="902"/>
                      <a:pt x="0" y="2020"/>
                    </a:cubicBezTo>
                    <a:cubicBezTo>
                      <a:pt x="0" y="3097"/>
                      <a:pt x="1766" y="3999"/>
                      <a:pt x="3916" y="3999"/>
                    </a:cubicBezTo>
                    <a:cubicBezTo>
                      <a:pt x="6067" y="3999"/>
                      <a:pt x="7829" y="3097"/>
                      <a:pt x="7829" y="2020"/>
                    </a:cubicBezTo>
                    <a:cubicBezTo>
                      <a:pt x="7829" y="902"/>
                      <a:pt x="6067" y="0"/>
                      <a:pt x="39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2" name="Google Shape;852;p24"/>
              <p:cNvSpPr/>
              <p:nvPr/>
            </p:nvSpPr>
            <p:spPr>
              <a:xfrm>
                <a:off x="1296379" y="3830732"/>
                <a:ext cx="131196" cy="69703"/>
              </a:xfrm>
              <a:custGeom>
                <a:avLst/>
                <a:gdLst/>
                <a:ahLst/>
                <a:cxnLst/>
                <a:rect l="l" t="t" r="r" b="b"/>
                <a:pathLst>
                  <a:path w="7527" h="3999" extrusionOk="0">
                    <a:moveTo>
                      <a:pt x="3786" y="0"/>
                    </a:moveTo>
                    <a:cubicBezTo>
                      <a:pt x="1677" y="0"/>
                      <a:pt x="1" y="902"/>
                      <a:pt x="1" y="2020"/>
                    </a:cubicBezTo>
                    <a:cubicBezTo>
                      <a:pt x="1" y="3097"/>
                      <a:pt x="1677" y="3999"/>
                      <a:pt x="3786" y="3999"/>
                    </a:cubicBezTo>
                    <a:cubicBezTo>
                      <a:pt x="5851" y="3999"/>
                      <a:pt x="7527" y="3097"/>
                      <a:pt x="7527" y="2020"/>
                    </a:cubicBezTo>
                    <a:cubicBezTo>
                      <a:pt x="7527" y="902"/>
                      <a:pt x="5851" y="0"/>
                      <a:pt x="3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3" name="Google Shape;853;p24"/>
              <p:cNvSpPr/>
              <p:nvPr/>
            </p:nvSpPr>
            <p:spPr>
              <a:xfrm>
                <a:off x="465682" y="1868654"/>
                <a:ext cx="1492705" cy="2760529"/>
              </a:xfrm>
              <a:custGeom>
                <a:avLst/>
                <a:gdLst/>
                <a:ahLst/>
                <a:cxnLst/>
                <a:rect l="l" t="t" r="r" b="b"/>
                <a:pathLst>
                  <a:path w="85640" h="158378" extrusionOk="0">
                    <a:moveTo>
                      <a:pt x="75918" y="4732"/>
                    </a:moveTo>
                    <a:lnTo>
                      <a:pt x="75918" y="23616"/>
                    </a:lnTo>
                    <a:lnTo>
                      <a:pt x="10926" y="23616"/>
                    </a:lnTo>
                    <a:lnTo>
                      <a:pt x="10926" y="4732"/>
                    </a:lnTo>
                    <a:close/>
                    <a:moveTo>
                      <a:pt x="75918" y="31658"/>
                    </a:moveTo>
                    <a:lnTo>
                      <a:pt x="75918" y="51575"/>
                    </a:lnTo>
                    <a:lnTo>
                      <a:pt x="10926" y="51575"/>
                    </a:lnTo>
                    <a:lnTo>
                      <a:pt x="10926" y="31658"/>
                    </a:lnTo>
                    <a:close/>
                    <a:moveTo>
                      <a:pt x="75918" y="56135"/>
                    </a:moveTo>
                    <a:lnTo>
                      <a:pt x="75918" y="71403"/>
                    </a:lnTo>
                    <a:lnTo>
                      <a:pt x="10926" y="71403"/>
                    </a:lnTo>
                    <a:lnTo>
                      <a:pt x="10926" y="56135"/>
                    </a:lnTo>
                    <a:close/>
                    <a:moveTo>
                      <a:pt x="4560" y="0"/>
                    </a:moveTo>
                    <a:lnTo>
                      <a:pt x="4560" y="2367"/>
                    </a:lnTo>
                    <a:lnTo>
                      <a:pt x="4560" y="4732"/>
                    </a:lnTo>
                    <a:lnTo>
                      <a:pt x="4560" y="71403"/>
                    </a:lnTo>
                    <a:lnTo>
                      <a:pt x="1" y="71403"/>
                    </a:lnTo>
                    <a:lnTo>
                      <a:pt x="1" y="74201"/>
                    </a:lnTo>
                    <a:lnTo>
                      <a:pt x="42540" y="74201"/>
                    </a:lnTo>
                    <a:lnTo>
                      <a:pt x="42540" y="158377"/>
                    </a:lnTo>
                    <a:lnTo>
                      <a:pt x="44174" y="158377"/>
                    </a:lnTo>
                    <a:lnTo>
                      <a:pt x="44174" y="74201"/>
                    </a:lnTo>
                    <a:lnTo>
                      <a:pt x="85640" y="74201"/>
                    </a:lnTo>
                    <a:lnTo>
                      <a:pt x="85640" y="71403"/>
                    </a:lnTo>
                    <a:lnTo>
                      <a:pt x="81854" y="71403"/>
                    </a:lnTo>
                    <a:lnTo>
                      <a:pt x="81854" y="4732"/>
                    </a:lnTo>
                    <a:lnTo>
                      <a:pt x="81854" y="2367"/>
                    </a:lnTo>
                    <a:lnTo>
                      <a:pt x="818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4" name="Google Shape;854;p24"/>
              <p:cNvSpPr/>
              <p:nvPr/>
            </p:nvSpPr>
            <p:spPr>
              <a:xfrm>
                <a:off x="503174" y="4638943"/>
                <a:ext cx="1422218" cy="179163"/>
              </a:xfrm>
              <a:custGeom>
                <a:avLst/>
                <a:gdLst/>
                <a:ahLst/>
                <a:cxnLst/>
                <a:rect l="l" t="t" r="r" b="b"/>
                <a:pathLst>
                  <a:path w="81596" h="10279" extrusionOk="0">
                    <a:moveTo>
                      <a:pt x="0" y="0"/>
                    </a:moveTo>
                    <a:lnTo>
                      <a:pt x="0" y="1762"/>
                    </a:lnTo>
                    <a:lnTo>
                      <a:pt x="7010" y="1762"/>
                    </a:lnTo>
                    <a:lnTo>
                      <a:pt x="7010" y="10279"/>
                    </a:lnTo>
                    <a:lnTo>
                      <a:pt x="12130" y="10279"/>
                    </a:lnTo>
                    <a:lnTo>
                      <a:pt x="12130" y="1762"/>
                    </a:lnTo>
                    <a:lnTo>
                      <a:pt x="68392" y="1762"/>
                    </a:lnTo>
                    <a:lnTo>
                      <a:pt x="68392" y="10279"/>
                    </a:lnTo>
                    <a:lnTo>
                      <a:pt x="73767" y="10279"/>
                    </a:lnTo>
                    <a:lnTo>
                      <a:pt x="73767" y="1762"/>
                    </a:lnTo>
                    <a:lnTo>
                      <a:pt x="81596" y="1762"/>
                    </a:lnTo>
                    <a:lnTo>
                      <a:pt x="815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855" name="Google Shape;855;p24"/>
            <p:cNvSpPr/>
            <p:nvPr/>
          </p:nvSpPr>
          <p:spPr>
            <a:xfrm>
              <a:off x="1523225" y="1953200"/>
              <a:ext cx="73200" cy="28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6" name="Google Shape;856;p24"/>
            <p:cNvSpPr/>
            <p:nvPr/>
          </p:nvSpPr>
          <p:spPr>
            <a:xfrm>
              <a:off x="1615850" y="2030325"/>
              <a:ext cx="73200" cy="21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7" name="Google Shape;857;p24"/>
            <p:cNvSpPr/>
            <p:nvPr/>
          </p:nvSpPr>
          <p:spPr>
            <a:xfrm>
              <a:off x="1708475" y="1984050"/>
              <a:ext cx="73200" cy="256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8" name="Google Shape;858;p24"/>
            <p:cNvSpPr/>
            <p:nvPr/>
          </p:nvSpPr>
          <p:spPr>
            <a:xfrm>
              <a:off x="2082475" y="2439613"/>
              <a:ext cx="73200" cy="28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59" name="Google Shape;859;p24"/>
            <p:cNvSpPr/>
            <p:nvPr/>
          </p:nvSpPr>
          <p:spPr>
            <a:xfrm>
              <a:off x="2175100" y="2516738"/>
              <a:ext cx="73200" cy="21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60" name="Google Shape;860;p24"/>
            <p:cNvSpPr/>
            <p:nvPr/>
          </p:nvSpPr>
          <p:spPr>
            <a:xfrm>
              <a:off x="2267725" y="2470463"/>
              <a:ext cx="73200" cy="256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30541891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861"/>
        <p:cNvGrpSpPr/>
        <p:nvPr/>
      </p:nvGrpSpPr>
      <p:grpSpPr>
        <a:xfrm>
          <a:off x="0" y="0"/>
          <a:ext cx="0" cy="0"/>
          <a:chOff x="0" y="0"/>
          <a:chExt cx="0" cy="0"/>
        </a:xfrm>
      </p:grpSpPr>
      <p:sp>
        <p:nvSpPr>
          <p:cNvPr id="862" name="Google Shape;862;p25"/>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863" name="Google Shape;863;p25"/>
          <p:cNvGrpSpPr/>
          <p:nvPr/>
        </p:nvGrpSpPr>
        <p:grpSpPr>
          <a:xfrm>
            <a:off x="-6366" y="166870"/>
            <a:ext cx="12198367" cy="6256543"/>
            <a:chOff x="-4775" y="125152"/>
            <a:chExt cx="9148775" cy="4692407"/>
          </a:xfrm>
        </p:grpSpPr>
        <p:grpSp>
          <p:nvGrpSpPr>
            <p:cNvPr id="864" name="Google Shape;864;p25"/>
            <p:cNvGrpSpPr/>
            <p:nvPr/>
          </p:nvGrpSpPr>
          <p:grpSpPr>
            <a:xfrm>
              <a:off x="-4775" y="636650"/>
              <a:ext cx="9148775" cy="3936950"/>
              <a:chOff x="-4775" y="636650"/>
              <a:chExt cx="9148775" cy="3936950"/>
            </a:xfrm>
          </p:grpSpPr>
          <p:sp>
            <p:nvSpPr>
              <p:cNvPr id="865" name="Google Shape;865;p2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66" name="Google Shape;866;p2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67" name="Google Shape;867;p2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68" name="Google Shape;868;p2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69" name="Google Shape;869;p2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70" name="Google Shape;870;p2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871" name="Google Shape;871;p25"/>
            <p:cNvGrpSpPr/>
            <p:nvPr/>
          </p:nvGrpSpPr>
          <p:grpSpPr>
            <a:xfrm rot="-5400000">
              <a:off x="4587067" y="895676"/>
              <a:ext cx="4692407" cy="3151360"/>
              <a:chOff x="-4775" y="1422240"/>
              <a:chExt cx="9148775" cy="3151360"/>
            </a:xfrm>
          </p:grpSpPr>
          <p:sp>
            <p:nvSpPr>
              <p:cNvPr id="872" name="Google Shape;872;p2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73" name="Google Shape;873;p2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74" name="Google Shape;874;p2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75" name="Google Shape;875;p2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76" name="Google Shape;876;p2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877" name="Google Shape;877;p25"/>
            <p:cNvGrpSpPr/>
            <p:nvPr/>
          </p:nvGrpSpPr>
          <p:grpSpPr>
            <a:xfrm rot="-5400000">
              <a:off x="257322" y="502881"/>
              <a:ext cx="4692407" cy="3936950"/>
              <a:chOff x="-4775" y="636650"/>
              <a:chExt cx="9148775" cy="3936950"/>
            </a:xfrm>
          </p:grpSpPr>
          <p:sp>
            <p:nvSpPr>
              <p:cNvPr id="878" name="Google Shape;878;p25"/>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79" name="Google Shape;879;p25"/>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80" name="Google Shape;880;p25"/>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81" name="Google Shape;881;p25"/>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82" name="Google Shape;882;p25"/>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83" name="Google Shape;883;p25"/>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884" name="Google Shape;884;p25"/>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85" name="Google Shape;885;p25"/>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86" name="Google Shape;886;p25"/>
          <p:cNvSpPr txBox="1">
            <a:spLocks noGrp="1"/>
          </p:cNvSpPr>
          <p:nvPr>
            <p:ph type="ctrTitle"/>
          </p:nvPr>
        </p:nvSpPr>
        <p:spPr>
          <a:xfrm>
            <a:off x="5526533" y="801800"/>
            <a:ext cx="5712000" cy="1225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5200"/>
              <a:buNone/>
              <a:defRPr sz="8000"/>
            </a:lvl1pPr>
            <a:lvl2pPr lvl="1" algn="l" rtl="0">
              <a:spcBef>
                <a:spcPts val="0"/>
              </a:spcBef>
              <a:spcAft>
                <a:spcPts val="0"/>
              </a:spcAft>
              <a:buSzPts val="5200"/>
              <a:buNone/>
              <a:defRPr sz="6933"/>
            </a:lvl2pPr>
            <a:lvl3pPr lvl="2" algn="l" rtl="0">
              <a:spcBef>
                <a:spcPts val="0"/>
              </a:spcBef>
              <a:spcAft>
                <a:spcPts val="0"/>
              </a:spcAft>
              <a:buSzPts val="5200"/>
              <a:buNone/>
              <a:defRPr sz="6933"/>
            </a:lvl3pPr>
            <a:lvl4pPr lvl="3" algn="l" rtl="0">
              <a:spcBef>
                <a:spcPts val="0"/>
              </a:spcBef>
              <a:spcAft>
                <a:spcPts val="0"/>
              </a:spcAft>
              <a:buSzPts val="5200"/>
              <a:buNone/>
              <a:defRPr sz="6933"/>
            </a:lvl4pPr>
            <a:lvl5pPr lvl="4" algn="l" rtl="0">
              <a:spcBef>
                <a:spcPts val="0"/>
              </a:spcBef>
              <a:spcAft>
                <a:spcPts val="0"/>
              </a:spcAft>
              <a:buSzPts val="5200"/>
              <a:buNone/>
              <a:defRPr sz="6933"/>
            </a:lvl5pPr>
            <a:lvl6pPr lvl="5" algn="l" rtl="0">
              <a:spcBef>
                <a:spcPts val="0"/>
              </a:spcBef>
              <a:spcAft>
                <a:spcPts val="0"/>
              </a:spcAft>
              <a:buSzPts val="5200"/>
              <a:buNone/>
              <a:defRPr sz="6933"/>
            </a:lvl6pPr>
            <a:lvl7pPr lvl="6" algn="l" rtl="0">
              <a:spcBef>
                <a:spcPts val="0"/>
              </a:spcBef>
              <a:spcAft>
                <a:spcPts val="0"/>
              </a:spcAft>
              <a:buSzPts val="5200"/>
              <a:buNone/>
              <a:defRPr sz="6933"/>
            </a:lvl7pPr>
            <a:lvl8pPr lvl="7" algn="l" rtl="0">
              <a:spcBef>
                <a:spcPts val="0"/>
              </a:spcBef>
              <a:spcAft>
                <a:spcPts val="0"/>
              </a:spcAft>
              <a:buSzPts val="5200"/>
              <a:buNone/>
              <a:defRPr sz="6933"/>
            </a:lvl8pPr>
            <a:lvl9pPr lvl="8" algn="l" rtl="0">
              <a:spcBef>
                <a:spcPts val="0"/>
              </a:spcBef>
              <a:spcAft>
                <a:spcPts val="0"/>
              </a:spcAft>
              <a:buSzPts val="5200"/>
              <a:buNone/>
              <a:defRPr sz="6933"/>
            </a:lvl9pPr>
          </a:lstStyle>
          <a:p>
            <a:endParaRPr/>
          </a:p>
        </p:txBody>
      </p:sp>
      <p:sp>
        <p:nvSpPr>
          <p:cNvPr id="887" name="Google Shape;887;p25"/>
          <p:cNvSpPr txBox="1">
            <a:spLocks noGrp="1"/>
          </p:cNvSpPr>
          <p:nvPr>
            <p:ph type="subTitle" idx="1"/>
          </p:nvPr>
        </p:nvSpPr>
        <p:spPr>
          <a:xfrm>
            <a:off x="5526533" y="2242867"/>
            <a:ext cx="4684800" cy="13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888" name="Google Shape;888;p25"/>
          <p:cNvSpPr txBox="1"/>
          <p:nvPr/>
        </p:nvSpPr>
        <p:spPr>
          <a:xfrm>
            <a:off x="5526533" y="4662567"/>
            <a:ext cx="5602000" cy="8208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 sz="1333" b="1">
                <a:solidFill>
                  <a:schemeClr val="dk1"/>
                </a:solidFill>
                <a:latin typeface="Hind Siliguri"/>
                <a:ea typeface="Hind Siliguri"/>
                <a:cs typeface="Hind Siliguri"/>
                <a:sym typeface="Hind Siliguri"/>
              </a:rPr>
              <a:t>CREDITS:</a:t>
            </a:r>
            <a:r>
              <a:rPr lang="en" sz="1333">
                <a:solidFill>
                  <a:schemeClr val="dk1"/>
                </a:solidFill>
                <a:latin typeface="Hind Siliguri"/>
                <a:ea typeface="Hind Siliguri"/>
                <a:cs typeface="Hind Siliguri"/>
                <a:sym typeface="Hind Siliguri"/>
              </a:rPr>
              <a:t> This presentation template was created by </a:t>
            </a:r>
            <a:r>
              <a:rPr lang="en" sz="1333" b="1">
                <a:solidFill>
                  <a:schemeClr val="hlink"/>
                </a:solidFill>
                <a:uFill>
                  <a:noFill/>
                </a:uFill>
                <a:latin typeface="Hind Siliguri"/>
                <a:ea typeface="Hind Siliguri"/>
                <a:cs typeface="Hind Siliguri"/>
                <a:sym typeface="Hind Siliguri"/>
                <a:hlinkClick r:id="rId2"/>
              </a:rPr>
              <a:t>Slidesgo</a:t>
            </a:r>
            <a:r>
              <a:rPr lang="en" sz="1333" b="1">
                <a:solidFill>
                  <a:schemeClr val="dk1"/>
                </a:solidFill>
                <a:latin typeface="Hind Siliguri"/>
                <a:ea typeface="Hind Siliguri"/>
                <a:cs typeface="Hind Siliguri"/>
                <a:sym typeface="Hind Siliguri"/>
              </a:rPr>
              <a:t>, </a:t>
            </a:r>
            <a:r>
              <a:rPr lang="en" sz="1333">
                <a:solidFill>
                  <a:schemeClr val="dk1"/>
                </a:solidFill>
                <a:latin typeface="Hind Siliguri"/>
                <a:ea typeface="Hind Siliguri"/>
                <a:cs typeface="Hind Siliguri"/>
                <a:sym typeface="Hind Siliguri"/>
              </a:rPr>
              <a:t>and includes icons by </a:t>
            </a:r>
            <a:r>
              <a:rPr lang="en" sz="1333" b="1">
                <a:solidFill>
                  <a:schemeClr val="dk1"/>
                </a:solidFill>
                <a:uFill>
                  <a:noFill/>
                </a:uFill>
                <a:latin typeface="Hind Siliguri"/>
                <a:ea typeface="Hind Siliguri"/>
                <a:cs typeface="Hind Siliguri"/>
                <a:sym typeface="Hind Siliguri"/>
                <a:hlinkClick r:id="rId3">
                  <a:extLst>
                    <a:ext uri="{A12FA001-AC4F-418D-AE19-62706E023703}">
                      <ahyp:hlinkClr xmlns:ahyp="http://schemas.microsoft.com/office/drawing/2018/hyperlinkcolor" val="tx"/>
                    </a:ext>
                  </a:extLst>
                </a:hlinkClick>
              </a:rPr>
              <a:t>Flaticon</a:t>
            </a:r>
            <a:r>
              <a:rPr lang="en" sz="1333" b="1">
                <a:solidFill>
                  <a:schemeClr val="dk1"/>
                </a:solidFill>
                <a:latin typeface="Hind Siliguri"/>
                <a:ea typeface="Hind Siliguri"/>
                <a:cs typeface="Hind Siliguri"/>
                <a:sym typeface="Hind Siliguri"/>
              </a:rPr>
              <a:t> </a:t>
            </a:r>
            <a:r>
              <a:rPr lang="en" sz="1333">
                <a:solidFill>
                  <a:schemeClr val="dk1"/>
                </a:solidFill>
                <a:latin typeface="Hind Siliguri"/>
                <a:ea typeface="Hind Siliguri"/>
                <a:cs typeface="Hind Siliguri"/>
                <a:sym typeface="Hind Siliguri"/>
              </a:rPr>
              <a:t>and infographics &amp; images by </a:t>
            </a:r>
            <a:r>
              <a:rPr lang="en" sz="1333" b="1">
                <a:solidFill>
                  <a:schemeClr val="dk1"/>
                </a:solidFill>
                <a:uFill>
                  <a:noFill/>
                </a:uFill>
                <a:latin typeface="Hind Siliguri"/>
                <a:ea typeface="Hind Siliguri"/>
                <a:cs typeface="Hind Siliguri"/>
                <a:sym typeface="Hind Siliguri"/>
                <a:hlinkClick r:id="rId4">
                  <a:extLst>
                    <a:ext uri="{A12FA001-AC4F-418D-AE19-62706E023703}">
                      <ahyp:hlinkClr xmlns:ahyp="http://schemas.microsoft.com/office/drawing/2018/hyperlinkcolor" val="tx"/>
                    </a:ext>
                  </a:extLst>
                </a:hlinkClick>
              </a:rPr>
              <a:t>Freepik</a:t>
            </a:r>
            <a:endParaRPr sz="1333" b="1" dirty="0">
              <a:solidFill>
                <a:schemeClr val="dk1"/>
              </a:solidFill>
              <a:highlight>
                <a:srgbClr val="DFDEFC"/>
              </a:highlight>
              <a:latin typeface="Hind Siliguri"/>
              <a:ea typeface="Hind Siliguri"/>
              <a:cs typeface="Hind Siliguri"/>
              <a:sym typeface="Hind Siliguri"/>
            </a:endParaRPr>
          </a:p>
        </p:txBody>
      </p:sp>
      <p:grpSp>
        <p:nvGrpSpPr>
          <p:cNvPr id="889" name="Google Shape;889;p25"/>
          <p:cNvGrpSpPr/>
          <p:nvPr/>
        </p:nvGrpSpPr>
        <p:grpSpPr>
          <a:xfrm>
            <a:off x="229106" y="3288320"/>
            <a:ext cx="1172772" cy="3231835"/>
            <a:chOff x="8010400" y="1358371"/>
            <a:chExt cx="573464" cy="1580308"/>
          </a:xfrm>
        </p:grpSpPr>
        <p:sp>
          <p:nvSpPr>
            <p:cNvPr id="890" name="Google Shape;890;p25"/>
            <p:cNvSpPr/>
            <p:nvPr/>
          </p:nvSpPr>
          <p:spPr>
            <a:xfrm>
              <a:off x="8448780" y="2807198"/>
              <a:ext cx="131449" cy="131480"/>
            </a:xfrm>
            <a:custGeom>
              <a:avLst/>
              <a:gdLst/>
              <a:ahLst/>
              <a:cxnLst/>
              <a:rect l="l" t="t" r="r" b="b"/>
              <a:pathLst>
                <a:path w="4280" h="4281" extrusionOk="0">
                  <a:moveTo>
                    <a:pt x="2139" y="1"/>
                  </a:moveTo>
                  <a:cubicBezTo>
                    <a:pt x="961" y="1"/>
                    <a:pt x="0" y="963"/>
                    <a:pt x="0" y="2141"/>
                  </a:cubicBezTo>
                  <a:cubicBezTo>
                    <a:pt x="0" y="3319"/>
                    <a:pt x="961" y="4280"/>
                    <a:pt x="2139" y="4280"/>
                  </a:cubicBezTo>
                  <a:cubicBezTo>
                    <a:pt x="3317" y="4280"/>
                    <a:pt x="4280" y="3319"/>
                    <a:pt x="4280" y="2141"/>
                  </a:cubicBezTo>
                  <a:cubicBezTo>
                    <a:pt x="4280" y="963"/>
                    <a:pt x="3317" y="1"/>
                    <a:pt x="2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1" name="Google Shape;891;p25"/>
            <p:cNvSpPr/>
            <p:nvPr/>
          </p:nvSpPr>
          <p:spPr>
            <a:xfrm>
              <a:off x="8470462" y="2828911"/>
              <a:ext cx="88083" cy="88698"/>
            </a:xfrm>
            <a:custGeom>
              <a:avLst/>
              <a:gdLst/>
              <a:ahLst/>
              <a:cxnLst/>
              <a:rect l="l" t="t" r="r" b="b"/>
              <a:pathLst>
                <a:path w="2868" h="2888" extrusionOk="0">
                  <a:moveTo>
                    <a:pt x="1433" y="0"/>
                  </a:moveTo>
                  <a:cubicBezTo>
                    <a:pt x="648" y="0"/>
                    <a:pt x="1" y="649"/>
                    <a:pt x="1" y="1434"/>
                  </a:cubicBezTo>
                  <a:cubicBezTo>
                    <a:pt x="1" y="2238"/>
                    <a:pt x="648" y="2887"/>
                    <a:pt x="1433" y="2887"/>
                  </a:cubicBezTo>
                  <a:cubicBezTo>
                    <a:pt x="2219" y="2887"/>
                    <a:pt x="2867" y="2238"/>
                    <a:pt x="2867" y="1434"/>
                  </a:cubicBezTo>
                  <a:cubicBezTo>
                    <a:pt x="2867" y="649"/>
                    <a:pt x="221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2" name="Google Shape;892;p25"/>
            <p:cNvSpPr/>
            <p:nvPr/>
          </p:nvSpPr>
          <p:spPr>
            <a:xfrm>
              <a:off x="8013440" y="2807198"/>
              <a:ext cx="131480" cy="131480"/>
            </a:xfrm>
            <a:custGeom>
              <a:avLst/>
              <a:gdLst/>
              <a:ahLst/>
              <a:cxnLst/>
              <a:rect l="l" t="t" r="r" b="b"/>
              <a:pathLst>
                <a:path w="4281" h="4281" extrusionOk="0">
                  <a:moveTo>
                    <a:pt x="2140" y="1"/>
                  </a:moveTo>
                  <a:cubicBezTo>
                    <a:pt x="962" y="1"/>
                    <a:pt x="1" y="963"/>
                    <a:pt x="1" y="2141"/>
                  </a:cubicBezTo>
                  <a:cubicBezTo>
                    <a:pt x="1" y="3319"/>
                    <a:pt x="962" y="4280"/>
                    <a:pt x="2140" y="4280"/>
                  </a:cubicBezTo>
                  <a:cubicBezTo>
                    <a:pt x="3318" y="4280"/>
                    <a:pt x="4281" y="3319"/>
                    <a:pt x="4281" y="2141"/>
                  </a:cubicBezTo>
                  <a:cubicBezTo>
                    <a:pt x="4281" y="963"/>
                    <a:pt x="3318" y="1"/>
                    <a:pt x="21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3" name="Google Shape;893;p25"/>
            <p:cNvSpPr/>
            <p:nvPr/>
          </p:nvSpPr>
          <p:spPr>
            <a:xfrm>
              <a:off x="8035154" y="2828911"/>
              <a:ext cx="88053" cy="88698"/>
            </a:xfrm>
            <a:custGeom>
              <a:avLst/>
              <a:gdLst/>
              <a:ahLst/>
              <a:cxnLst/>
              <a:rect l="l" t="t" r="r" b="b"/>
              <a:pathLst>
                <a:path w="2867" h="2888" extrusionOk="0">
                  <a:moveTo>
                    <a:pt x="1433" y="0"/>
                  </a:moveTo>
                  <a:cubicBezTo>
                    <a:pt x="648" y="0"/>
                    <a:pt x="1" y="649"/>
                    <a:pt x="1" y="1434"/>
                  </a:cubicBezTo>
                  <a:cubicBezTo>
                    <a:pt x="1" y="2238"/>
                    <a:pt x="648" y="2887"/>
                    <a:pt x="1433" y="2887"/>
                  </a:cubicBezTo>
                  <a:cubicBezTo>
                    <a:pt x="2239" y="2887"/>
                    <a:pt x="2867" y="2238"/>
                    <a:pt x="2867" y="1434"/>
                  </a:cubicBezTo>
                  <a:cubicBezTo>
                    <a:pt x="2867" y="649"/>
                    <a:pt x="2239" y="0"/>
                    <a:pt x="14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4" name="Google Shape;894;p25"/>
            <p:cNvSpPr/>
            <p:nvPr/>
          </p:nvSpPr>
          <p:spPr>
            <a:xfrm>
              <a:off x="8445156" y="2759595"/>
              <a:ext cx="138698" cy="138083"/>
            </a:xfrm>
            <a:custGeom>
              <a:avLst/>
              <a:gdLst/>
              <a:ahLst/>
              <a:cxnLst/>
              <a:rect l="l" t="t" r="r" b="b"/>
              <a:pathLst>
                <a:path w="4516" h="4496" extrusionOk="0">
                  <a:moveTo>
                    <a:pt x="0" y="0"/>
                  </a:moveTo>
                  <a:lnTo>
                    <a:pt x="2257" y="4495"/>
                  </a:lnTo>
                  <a:lnTo>
                    <a:pt x="45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5" name="Google Shape;895;p25"/>
            <p:cNvSpPr/>
            <p:nvPr/>
          </p:nvSpPr>
          <p:spPr>
            <a:xfrm>
              <a:off x="8010400" y="2759595"/>
              <a:ext cx="138145" cy="138083"/>
            </a:xfrm>
            <a:custGeom>
              <a:avLst/>
              <a:gdLst/>
              <a:ahLst/>
              <a:cxnLst/>
              <a:rect l="l" t="t" r="r" b="b"/>
              <a:pathLst>
                <a:path w="4498" h="4496" extrusionOk="0">
                  <a:moveTo>
                    <a:pt x="1" y="0"/>
                  </a:moveTo>
                  <a:lnTo>
                    <a:pt x="2239" y="4495"/>
                  </a:lnTo>
                  <a:lnTo>
                    <a:pt x="44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6" name="Google Shape;896;p25"/>
            <p:cNvSpPr/>
            <p:nvPr/>
          </p:nvSpPr>
          <p:spPr>
            <a:xfrm>
              <a:off x="8010400" y="1384291"/>
              <a:ext cx="573464" cy="1449507"/>
            </a:xfrm>
            <a:custGeom>
              <a:avLst/>
              <a:gdLst/>
              <a:ahLst/>
              <a:cxnLst/>
              <a:rect l="l" t="t" r="r" b="b"/>
              <a:pathLst>
                <a:path w="18672" h="47196" extrusionOk="0">
                  <a:moveTo>
                    <a:pt x="1749" y="0"/>
                  </a:moveTo>
                  <a:cubicBezTo>
                    <a:pt x="1592" y="0"/>
                    <a:pt x="1435" y="138"/>
                    <a:pt x="1435" y="314"/>
                  </a:cubicBezTo>
                  <a:cubicBezTo>
                    <a:pt x="1435" y="1277"/>
                    <a:pt x="2220" y="2062"/>
                    <a:pt x="3202" y="2062"/>
                  </a:cubicBezTo>
                  <a:cubicBezTo>
                    <a:pt x="4065" y="2062"/>
                    <a:pt x="4772" y="1453"/>
                    <a:pt x="4929" y="628"/>
                  </a:cubicBezTo>
                  <a:lnTo>
                    <a:pt x="8188" y="628"/>
                  </a:lnTo>
                  <a:lnTo>
                    <a:pt x="8188" y="43878"/>
                  </a:lnTo>
                  <a:lnTo>
                    <a:pt x="1" y="43878"/>
                  </a:lnTo>
                  <a:lnTo>
                    <a:pt x="1" y="45606"/>
                  </a:lnTo>
                  <a:lnTo>
                    <a:pt x="8188" y="45606"/>
                  </a:lnTo>
                  <a:lnTo>
                    <a:pt x="8188" y="47038"/>
                  </a:lnTo>
                  <a:cubicBezTo>
                    <a:pt x="8188" y="47117"/>
                    <a:pt x="8560" y="47195"/>
                    <a:pt x="9013" y="47195"/>
                  </a:cubicBezTo>
                  <a:cubicBezTo>
                    <a:pt x="9484" y="47195"/>
                    <a:pt x="9856" y="47117"/>
                    <a:pt x="9856" y="47038"/>
                  </a:cubicBezTo>
                  <a:lnTo>
                    <a:pt x="9856" y="45606"/>
                  </a:lnTo>
                  <a:lnTo>
                    <a:pt x="18672" y="45606"/>
                  </a:lnTo>
                  <a:lnTo>
                    <a:pt x="18672" y="43878"/>
                  </a:lnTo>
                  <a:lnTo>
                    <a:pt x="9856" y="43878"/>
                  </a:lnTo>
                  <a:lnTo>
                    <a:pt x="9856" y="628"/>
                  </a:lnTo>
                  <a:lnTo>
                    <a:pt x="13096" y="628"/>
                  </a:lnTo>
                  <a:cubicBezTo>
                    <a:pt x="13253" y="1453"/>
                    <a:pt x="13960" y="2062"/>
                    <a:pt x="14824" y="2062"/>
                  </a:cubicBezTo>
                  <a:cubicBezTo>
                    <a:pt x="15805" y="2062"/>
                    <a:pt x="16591" y="1277"/>
                    <a:pt x="16591" y="314"/>
                  </a:cubicBezTo>
                  <a:cubicBezTo>
                    <a:pt x="16591" y="138"/>
                    <a:pt x="16453" y="0"/>
                    <a:pt x="16277" y="0"/>
                  </a:cubicBezTo>
                  <a:cubicBezTo>
                    <a:pt x="16099" y="0"/>
                    <a:pt x="15963" y="138"/>
                    <a:pt x="15963" y="314"/>
                  </a:cubicBezTo>
                  <a:cubicBezTo>
                    <a:pt x="15963" y="924"/>
                    <a:pt x="15452" y="1434"/>
                    <a:pt x="14824" y="1434"/>
                  </a:cubicBezTo>
                  <a:cubicBezTo>
                    <a:pt x="14214" y="1434"/>
                    <a:pt x="13704" y="924"/>
                    <a:pt x="13704" y="314"/>
                  </a:cubicBezTo>
                  <a:lnTo>
                    <a:pt x="13704" y="0"/>
                  </a:lnTo>
                  <a:lnTo>
                    <a:pt x="4320" y="0"/>
                  </a:lnTo>
                  <a:lnTo>
                    <a:pt x="4320" y="314"/>
                  </a:lnTo>
                  <a:cubicBezTo>
                    <a:pt x="4320" y="924"/>
                    <a:pt x="3809" y="1434"/>
                    <a:pt x="3202" y="1434"/>
                  </a:cubicBezTo>
                  <a:cubicBezTo>
                    <a:pt x="2573" y="1434"/>
                    <a:pt x="2082" y="924"/>
                    <a:pt x="2082" y="314"/>
                  </a:cubicBezTo>
                  <a:cubicBezTo>
                    <a:pt x="2082" y="138"/>
                    <a:pt x="1925" y="0"/>
                    <a:pt x="17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7" name="Google Shape;897;p25"/>
            <p:cNvSpPr/>
            <p:nvPr/>
          </p:nvSpPr>
          <p:spPr>
            <a:xfrm>
              <a:off x="8336620" y="1358371"/>
              <a:ext cx="217659" cy="757340"/>
            </a:xfrm>
            <a:custGeom>
              <a:avLst/>
              <a:gdLst/>
              <a:ahLst/>
              <a:cxnLst/>
              <a:rect l="l" t="t" r="r" b="b"/>
              <a:pathLst>
                <a:path w="7087" h="24659" extrusionOk="0">
                  <a:moveTo>
                    <a:pt x="687" y="1"/>
                  </a:moveTo>
                  <a:cubicBezTo>
                    <a:pt x="59" y="1"/>
                    <a:pt x="1" y="1807"/>
                    <a:pt x="1" y="2357"/>
                  </a:cubicBezTo>
                  <a:lnTo>
                    <a:pt x="1" y="22420"/>
                  </a:lnTo>
                  <a:cubicBezTo>
                    <a:pt x="1" y="23657"/>
                    <a:pt x="1021" y="24659"/>
                    <a:pt x="2258" y="24659"/>
                  </a:cubicBezTo>
                  <a:cubicBezTo>
                    <a:pt x="3475" y="24659"/>
                    <a:pt x="4496" y="23657"/>
                    <a:pt x="4496" y="22420"/>
                  </a:cubicBezTo>
                  <a:lnTo>
                    <a:pt x="4496" y="15725"/>
                  </a:lnTo>
                  <a:lnTo>
                    <a:pt x="4909" y="15725"/>
                  </a:lnTo>
                  <a:cubicBezTo>
                    <a:pt x="5006" y="15725"/>
                    <a:pt x="5105" y="15647"/>
                    <a:pt x="5105" y="15549"/>
                  </a:cubicBezTo>
                  <a:lnTo>
                    <a:pt x="5105" y="13644"/>
                  </a:lnTo>
                  <a:lnTo>
                    <a:pt x="6419" y="13644"/>
                  </a:lnTo>
                  <a:cubicBezTo>
                    <a:pt x="6793" y="13644"/>
                    <a:pt x="7087" y="13351"/>
                    <a:pt x="7087" y="12997"/>
                  </a:cubicBezTo>
                  <a:lnTo>
                    <a:pt x="7087" y="3966"/>
                  </a:lnTo>
                  <a:cubicBezTo>
                    <a:pt x="7087" y="3593"/>
                    <a:pt x="6793" y="3299"/>
                    <a:pt x="6419" y="3299"/>
                  </a:cubicBezTo>
                  <a:lnTo>
                    <a:pt x="5105" y="3299"/>
                  </a:lnTo>
                  <a:cubicBezTo>
                    <a:pt x="5105" y="2572"/>
                    <a:pt x="4752" y="1964"/>
                    <a:pt x="4339" y="1964"/>
                  </a:cubicBezTo>
                  <a:cubicBezTo>
                    <a:pt x="3907" y="1964"/>
                    <a:pt x="3574" y="2572"/>
                    <a:pt x="3574" y="3299"/>
                  </a:cubicBezTo>
                  <a:lnTo>
                    <a:pt x="2239" y="3299"/>
                  </a:lnTo>
                  <a:cubicBezTo>
                    <a:pt x="1885" y="3299"/>
                    <a:pt x="1590" y="3593"/>
                    <a:pt x="1590" y="3966"/>
                  </a:cubicBezTo>
                  <a:lnTo>
                    <a:pt x="1590" y="12997"/>
                  </a:lnTo>
                  <a:cubicBezTo>
                    <a:pt x="1590" y="13351"/>
                    <a:pt x="1885" y="13644"/>
                    <a:pt x="2239" y="13644"/>
                  </a:cubicBezTo>
                  <a:lnTo>
                    <a:pt x="3553" y="13644"/>
                  </a:lnTo>
                  <a:lnTo>
                    <a:pt x="3553" y="15549"/>
                  </a:lnTo>
                  <a:cubicBezTo>
                    <a:pt x="3553" y="15647"/>
                    <a:pt x="3652" y="15725"/>
                    <a:pt x="3750" y="15725"/>
                  </a:cubicBezTo>
                  <a:lnTo>
                    <a:pt x="4181" y="15725"/>
                  </a:lnTo>
                  <a:lnTo>
                    <a:pt x="4181" y="22420"/>
                  </a:lnTo>
                  <a:cubicBezTo>
                    <a:pt x="4181" y="23481"/>
                    <a:pt x="3318" y="24344"/>
                    <a:pt x="2258" y="24344"/>
                  </a:cubicBezTo>
                  <a:cubicBezTo>
                    <a:pt x="1197" y="24344"/>
                    <a:pt x="334" y="23481"/>
                    <a:pt x="334" y="22420"/>
                  </a:cubicBezTo>
                  <a:lnTo>
                    <a:pt x="334" y="2357"/>
                  </a:lnTo>
                  <a:cubicBezTo>
                    <a:pt x="334" y="766"/>
                    <a:pt x="608" y="334"/>
                    <a:pt x="687" y="315"/>
                  </a:cubicBezTo>
                  <a:cubicBezTo>
                    <a:pt x="765" y="334"/>
                    <a:pt x="1119" y="883"/>
                    <a:pt x="1119" y="2906"/>
                  </a:cubicBezTo>
                  <a:lnTo>
                    <a:pt x="1433" y="2906"/>
                  </a:lnTo>
                  <a:cubicBezTo>
                    <a:pt x="1433" y="2043"/>
                    <a:pt x="1375" y="1315"/>
                    <a:pt x="1237" y="805"/>
                  </a:cubicBezTo>
                  <a:cubicBezTo>
                    <a:pt x="1119" y="276"/>
                    <a:pt x="923" y="1"/>
                    <a:pt x="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8" name="Google Shape;898;p25"/>
            <p:cNvSpPr/>
            <p:nvPr/>
          </p:nvSpPr>
          <p:spPr>
            <a:xfrm>
              <a:off x="8022470" y="1358371"/>
              <a:ext cx="217107" cy="621068"/>
            </a:xfrm>
            <a:custGeom>
              <a:avLst/>
              <a:gdLst/>
              <a:ahLst/>
              <a:cxnLst/>
              <a:rect l="l" t="t" r="r" b="b"/>
              <a:pathLst>
                <a:path w="7069" h="20222" extrusionOk="0">
                  <a:moveTo>
                    <a:pt x="6382" y="1"/>
                  </a:moveTo>
                  <a:cubicBezTo>
                    <a:pt x="6146" y="1"/>
                    <a:pt x="5969" y="276"/>
                    <a:pt x="5832" y="805"/>
                  </a:cubicBezTo>
                  <a:cubicBezTo>
                    <a:pt x="5714" y="1276"/>
                    <a:pt x="5655" y="1964"/>
                    <a:pt x="5636" y="2749"/>
                  </a:cubicBezTo>
                  <a:lnTo>
                    <a:pt x="5636" y="18749"/>
                  </a:lnTo>
                  <a:lnTo>
                    <a:pt x="5969" y="18749"/>
                  </a:lnTo>
                  <a:lnTo>
                    <a:pt x="5969" y="2749"/>
                  </a:lnTo>
                  <a:cubicBezTo>
                    <a:pt x="5989" y="865"/>
                    <a:pt x="6303" y="334"/>
                    <a:pt x="6401" y="315"/>
                  </a:cubicBezTo>
                  <a:cubicBezTo>
                    <a:pt x="6460" y="334"/>
                    <a:pt x="6754" y="766"/>
                    <a:pt x="6754" y="2357"/>
                  </a:cubicBezTo>
                  <a:lnTo>
                    <a:pt x="6754" y="17984"/>
                  </a:lnTo>
                  <a:cubicBezTo>
                    <a:pt x="6754" y="19044"/>
                    <a:pt x="5890" y="19908"/>
                    <a:pt x="4830" y="19908"/>
                  </a:cubicBezTo>
                  <a:cubicBezTo>
                    <a:pt x="3770" y="19908"/>
                    <a:pt x="2906" y="19044"/>
                    <a:pt x="2906" y="17984"/>
                  </a:cubicBezTo>
                  <a:lnTo>
                    <a:pt x="2906" y="15725"/>
                  </a:lnTo>
                  <a:lnTo>
                    <a:pt x="3338" y="15725"/>
                  </a:lnTo>
                  <a:cubicBezTo>
                    <a:pt x="3437" y="15725"/>
                    <a:pt x="3515" y="15647"/>
                    <a:pt x="3515" y="15549"/>
                  </a:cubicBezTo>
                  <a:lnTo>
                    <a:pt x="3515" y="13644"/>
                  </a:lnTo>
                  <a:lnTo>
                    <a:pt x="4830" y="13644"/>
                  </a:lnTo>
                  <a:cubicBezTo>
                    <a:pt x="5204" y="13644"/>
                    <a:pt x="5497" y="13351"/>
                    <a:pt x="5497" y="12997"/>
                  </a:cubicBezTo>
                  <a:lnTo>
                    <a:pt x="5497" y="3966"/>
                  </a:lnTo>
                  <a:cubicBezTo>
                    <a:pt x="5497" y="3593"/>
                    <a:pt x="5204" y="3299"/>
                    <a:pt x="4830" y="3299"/>
                  </a:cubicBezTo>
                  <a:lnTo>
                    <a:pt x="3515" y="3299"/>
                  </a:lnTo>
                  <a:cubicBezTo>
                    <a:pt x="3515" y="2572"/>
                    <a:pt x="3162" y="1964"/>
                    <a:pt x="2749" y="1964"/>
                  </a:cubicBezTo>
                  <a:cubicBezTo>
                    <a:pt x="2317" y="1964"/>
                    <a:pt x="1984" y="2572"/>
                    <a:pt x="1984" y="3299"/>
                  </a:cubicBezTo>
                  <a:lnTo>
                    <a:pt x="649" y="3299"/>
                  </a:lnTo>
                  <a:cubicBezTo>
                    <a:pt x="296" y="3299"/>
                    <a:pt x="1" y="3593"/>
                    <a:pt x="1" y="3966"/>
                  </a:cubicBezTo>
                  <a:lnTo>
                    <a:pt x="1" y="12997"/>
                  </a:lnTo>
                  <a:cubicBezTo>
                    <a:pt x="1" y="13351"/>
                    <a:pt x="296" y="13644"/>
                    <a:pt x="649" y="13644"/>
                  </a:cubicBezTo>
                  <a:lnTo>
                    <a:pt x="1984" y="13644"/>
                  </a:lnTo>
                  <a:lnTo>
                    <a:pt x="1984" y="15549"/>
                  </a:lnTo>
                  <a:cubicBezTo>
                    <a:pt x="1984" y="15647"/>
                    <a:pt x="2063" y="15725"/>
                    <a:pt x="2160" y="15725"/>
                  </a:cubicBezTo>
                  <a:lnTo>
                    <a:pt x="2592" y="15725"/>
                  </a:lnTo>
                  <a:lnTo>
                    <a:pt x="2592" y="17984"/>
                  </a:lnTo>
                  <a:cubicBezTo>
                    <a:pt x="2592" y="19220"/>
                    <a:pt x="3594" y="20222"/>
                    <a:pt x="4830" y="20222"/>
                  </a:cubicBezTo>
                  <a:cubicBezTo>
                    <a:pt x="6068" y="20222"/>
                    <a:pt x="7068" y="19220"/>
                    <a:pt x="7068" y="17984"/>
                  </a:cubicBezTo>
                  <a:lnTo>
                    <a:pt x="7068" y="2357"/>
                  </a:lnTo>
                  <a:cubicBezTo>
                    <a:pt x="7068" y="1807"/>
                    <a:pt x="7029" y="1"/>
                    <a:pt x="6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899" name="Google Shape;899;p25"/>
            <p:cNvSpPr/>
            <p:nvPr/>
          </p:nvSpPr>
          <p:spPr>
            <a:xfrm>
              <a:off x="8401729" y="1606798"/>
              <a:ext cx="135688" cy="144103"/>
            </a:xfrm>
            <a:custGeom>
              <a:avLst/>
              <a:gdLst/>
              <a:ahLst/>
              <a:cxnLst/>
              <a:rect l="l" t="t" r="r" b="b"/>
              <a:pathLst>
                <a:path w="4418" h="4692" extrusionOk="0">
                  <a:moveTo>
                    <a:pt x="1" y="0"/>
                  </a:moveTo>
                  <a:lnTo>
                    <a:pt x="1" y="3259"/>
                  </a:lnTo>
                  <a:cubicBezTo>
                    <a:pt x="1" y="4063"/>
                    <a:pt x="629" y="4691"/>
                    <a:pt x="1414" y="4691"/>
                  </a:cubicBezTo>
                  <a:lnTo>
                    <a:pt x="3004" y="4691"/>
                  </a:lnTo>
                  <a:cubicBezTo>
                    <a:pt x="3789" y="4691"/>
                    <a:pt x="4417" y="4063"/>
                    <a:pt x="4417" y="3259"/>
                  </a:cubicBezTo>
                  <a:lnTo>
                    <a:pt x="441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00" name="Google Shape;900;p25"/>
            <p:cNvSpPr/>
            <p:nvPr/>
          </p:nvSpPr>
          <p:spPr>
            <a:xfrm>
              <a:off x="8038778" y="1528974"/>
              <a:ext cx="136302" cy="221929"/>
            </a:xfrm>
            <a:custGeom>
              <a:avLst/>
              <a:gdLst/>
              <a:ahLst/>
              <a:cxnLst/>
              <a:rect l="l" t="t" r="r" b="b"/>
              <a:pathLst>
                <a:path w="4438" h="7226" extrusionOk="0">
                  <a:moveTo>
                    <a:pt x="0" y="1"/>
                  </a:moveTo>
                  <a:lnTo>
                    <a:pt x="0" y="5793"/>
                  </a:lnTo>
                  <a:cubicBezTo>
                    <a:pt x="0" y="6597"/>
                    <a:pt x="647" y="7225"/>
                    <a:pt x="1433" y="7225"/>
                  </a:cubicBezTo>
                  <a:lnTo>
                    <a:pt x="3003" y="7225"/>
                  </a:lnTo>
                  <a:cubicBezTo>
                    <a:pt x="3789" y="7225"/>
                    <a:pt x="4437" y="6597"/>
                    <a:pt x="4437" y="5793"/>
                  </a:cubicBezTo>
                  <a:lnTo>
                    <a:pt x="443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901" name="Google Shape;901;p25"/>
          <p:cNvGrpSpPr/>
          <p:nvPr/>
        </p:nvGrpSpPr>
        <p:grpSpPr>
          <a:xfrm>
            <a:off x="11053135" y="352559"/>
            <a:ext cx="816159" cy="816159"/>
            <a:chOff x="715100" y="535000"/>
            <a:chExt cx="512835" cy="512835"/>
          </a:xfrm>
        </p:grpSpPr>
        <p:sp>
          <p:nvSpPr>
            <p:cNvPr id="902" name="Google Shape;902;p25"/>
            <p:cNvSpPr/>
            <p:nvPr/>
          </p:nvSpPr>
          <p:spPr>
            <a:xfrm>
              <a:off x="715100" y="535000"/>
              <a:ext cx="512835" cy="512835"/>
            </a:xfrm>
            <a:custGeom>
              <a:avLst/>
              <a:gdLst/>
              <a:ahLst/>
              <a:cxnLst/>
              <a:rect l="l" t="t" r="r" b="b"/>
              <a:pathLst>
                <a:path w="24620" h="24620" extrusionOk="0">
                  <a:moveTo>
                    <a:pt x="12309" y="1"/>
                  </a:moveTo>
                  <a:cubicBezTo>
                    <a:pt x="5498" y="1"/>
                    <a:pt x="1" y="5518"/>
                    <a:pt x="1" y="12311"/>
                  </a:cubicBezTo>
                  <a:cubicBezTo>
                    <a:pt x="1" y="19122"/>
                    <a:pt x="5498" y="24619"/>
                    <a:pt x="12309" y="24619"/>
                  </a:cubicBezTo>
                  <a:cubicBezTo>
                    <a:pt x="19102" y="24619"/>
                    <a:pt x="24619" y="19122"/>
                    <a:pt x="24619" y="12311"/>
                  </a:cubicBezTo>
                  <a:cubicBezTo>
                    <a:pt x="24619" y="5518"/>
                    <a:pt x="19102" y="1"/>
                    <a:pt x="123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03" name="Google Shape;903;p25"/>
            <p:cNvSpPr/>
            <p:nvPr/>
          </p:nvSpPr>
          <p:spPr>
            <a:xfrm>
              <a:off x="748637" y="568537"/>
              <a:ext cx="445762" cy="445762"/>
            </a:xfrm>
            <a:custGeom>
              <a:avLst/>
              <a:gdLst/>
              <a:ahLst/>
              <a:cxnLst/>
              <a:rect l="l" t="t" r="r" b="b"/>
              <a:pathLst>
                <a:path w="21400" h="21400" extrusionOk="0">
                  <a:moveTo>
                    <a:pt x="10699" y="0"/>
                  </a:moveTo>
                  <a:cubicBezTo>
                    <a:pt x="4791" y="0"/>
                    <a:pt x="0" y="4791"/>
                    <a:pt x="0" y="10701"/>
                  </a:cubicBezTo>
                  <a:cubicBezTo>
                    <a:pt x="0" y="16609"/>
                    <a:pt x="4791" y="21399"/>
                    <a:pt x="10699" y="21399"/>
                  </a:cubicBezTo>
                  <a:cubicBezTo>
                    <a:pt x="16609" y="21399"/>
                    <a:pt x="21399" y="16609"/>
                    <a:pt x="21399" y="10701"/>
                  </a:cubicBezTo>
                  <a:cubicBezTo>
                    <a:pt x="21399" y="4791"/>
                    <a:pt x="16609" y="0"/>
                    <a:pt x="106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04" name="Google Shape;904;p25"/>
            <p:cNvSpPr/>
            <p:nvPr/>
          </p:nvSpPr>
          <p:spPr>
            <a:xfrm>
              <a:off x="768260" y="588160"/>
              <a:ext cx="406497" cy="406497"/>
            </a:xfrm>
            <a:custGeom>
              <a:avLst/>
              <a:gdLst/>
              <a:ahLst/>
              <a:cxnLst/>
              <a:rect l="l" t="t" r="r" b="b"/>
              <a:pathLst>
                <a:path w="19515" h="19515" extrusionOk="0">
                  <a:moveTo>
                    <a:pt x="9443" y="1"/>
                  </a:moveTo>
                  <a:lnTo>
                    <a:pt x="9443" y="2592"/>
                  </a:lnTo>
                  <a:lnTo>
                    <a:pt x="10071" y="2592"/>
                  </a:lnTo>
                  <a:lnTo>
                    <a:pt x="10071" y="1"/>
                  </a:lnTo>
                  <a:close/>
                  <a:moveTo>
                    <a:pt x="1" y="9444"/>
                  </a:moveTo>
                  <a:lnTo>
                    <a:pt x="1" y="10073"/>
                  </a:lnTo>
                  <a:lnTo>
                    <a:pt x="2592" y="10073"/>
                  </a:lnTo>
                  <a:lnTo>
                    <a:pt x="2592" y="9444"/>
                  </a:lnTo>
                  <a:close/>
                  <a:moveTo>
                    <a:pt x="16924" y="9444"/>
                  </a:moveTo>
                  <a:lnTo>
                    <a:pt x="16924" y="10073"/>
                  </a:lnTo>
                  <a:lnTo>
                    <a:pt x="19515" y="10073"/>
                  </a:lnTo>
                  <a:lnTo>
                    <a:pt x="19515" y="9444"/>
                  </a:lnTo>
                  <a:close/>
                  <a:moveTo>
                    <a:pt x="9443" y="16923"/>
                  </a:moveTo>
                  <a:lnTo>
                    <a:pt x="9443" y="19515"/>
                  </a:lnTo>
                  <a:lnTo>
                    <a:pt x="10071" y="19515"/>
                  </a:lnTo>
                  <a:lnTo>
                    <a:pt x="10071" y="1692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05" name="Google Shape;905;p25"/>
            <p:cNvSpPr/>
            <p:nvPr/>
          </p:nvSpPr>
          <p:spPr>
            <a:xfrm>
              <a:off x="871309" y="682647"/>
              <a:ext cx="206529" cy="128417"/>
            </a:xfrm>
            <a:custGeom>
              <a:avLst/>
              <a:gdLst/>
              <a:ahLst/>
              <a:cxnLst/>
              <a:rect l="l" t="t" r="r" b="b"/>
              <a:pathLst>
                <a:path w="9915" h="6165" extrusionOk="0">
                  <a:moveTo>
                    <a:pt x="9542" y="0"/>
                  </a:moveTo>
                  <a:lnTo>
                    <a:pt x="5320" y="4437"/>
                  </a:lnTo>
                  <a:cubicBezTo>
                    <a:pt x="5163" y="4338"/>
                    <a:pt x="4988" y="4280"/>
                    <a:pt x="4810" y="4280"/>
                  </a:cubicBezTo>
                  <a:cubicBezTo>
                    <a:pt x="4673" y="4280"/>
                    <a:pt x="4535" y="4319"/>
                    <a:pt x="4417" y="4359"/>
                  </a:cubicBezTo>
                  <a:lnTo>
                    <a:pt x="570" y="1100"/>
                  </a:lnTo>
                  <a:lnTo>
                    <a:pt x="1" y="1786"/>
                  </a:lnTo>
                  <a:lnTo>
                    <a:pt x="3868" y="5084"/>
                  </a:lnTo>
                  <a:lnTo>
                    <a:pt x="3868" y="5223"/>
                  </a:lnTo>
                  <a:cubicBezTo>
                    <a:pt x="3868" y="5752"/>
                    <a:pt x="4281" y="6165"/>
                    <a:pt x="4810" y="6165"/>
                  </a:cubicBezTo>
                  <a:cubicBezTo>
                    <a:pt x="5320" y="6165"/>
                    <a:pt x="5752" y="5752"/>
                    <a:pt x="5752" y="5223"/>
                  </a:cubicBezTo>
                  <a:cubicBezTo>
                    <a:pt x="5752" y="5084"/>
                    <a:pt x="5713" y="4948"/>
                    <a:pt x="5655" y="4830"/>
                  </a:cubicBezTo>
                  <a:lnTo>
                    <a:pt x="9914" y="354"/>
                  </a:lnTo>
                  <a:lnTo>
                    <a:pt x="95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204133963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906"/>
        <p:cNvGrpSpPr/>
        <p:nvPr/>
      </p:nvGrpSpPr>
      <p:grpSpPr>
        <a:xfrm>
          <a:off x="0" y="0"/>
          <a:ext cx="0" cy="0"/>
          <a:chOff x="0" y="0"/>
          <a:chExt cx="0" cy="0"/>
        </a:xfrm>
      </p:grpSpPr>
      <p:sp>
        <p:nvSpPr>
          <p:cNvPr id="907" name="Google Shape;907;p26"/>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908" name="Google Shape;908;p26"/>
          <p:cNvGrpSpPr/>
          <p:nvPr/>
        </p:nvGrpSpPr>
        <p:grpSpPr>
          <a:xfrm>
            <a:off x="-3182" y="248137"/>
            <a:ext cx="12198367" cy="6256543"/>
            <a:chOff x="-4775" y="125152"/>
            <a:chExt cx="9148775" cy="4692407"/>
          </a:xfrm>
        </p:grpSpPr>
        <p:grpSp>
          <p:nvGrpSpPr>
            <p:cNvPr id="909" name="Google Shape;909;p26"/>
            <p:cNvGrpSpPr/>
            <p:nvPr/>
          </p:nvGrpSpPr>
          <p:grpSpPr>
            <a:xfrm>
              <a:off x="-4775" y="636650"/>
              <a:ext cx="9148775" cy="3936950"/>
              <a:chOff x="-4775" y="636650"/>
              <a:chExt cx="9148775" cy="3936950"/>
            </a:xfrm>
          </p:grpSpPr>
          <p:sp>
            <p:nvSpPr>
              <p:cNvPr id="910" name="Google Shape;910;p2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1" name="Google Shape;911;p2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2" name="Google Shape;912;p2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3" name="Google Shape;913;p2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4" name="Google Shape;914;p2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5" name="Google Shape;915;p2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916" name="Google Shape;916;p26"/>
            <p:cNvGrpSpPr/>
            <p:nvPr/>
          </p:nvGrpSpPr>
          <p:grpSpPr>
            <a:xfrm rot="-5400000">
              <a:off x="4587067" y="895676"/>
              <a:ext cx="4692407" cy="3151360"/>
              <a:chOff x="-4775" y="1422240"/>
              <a:chExt cx="9148775" cy="3151360"/>
            </a:xfrm>
          </p:grpSpPr>
          <p:sp>
            <p:nvSpPr>
              <p:cNvPr id="917" name="Google Shape;917;p2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8" name="Google Shape;918;p2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19" name="Google Shape;919;p2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0" name="Google Shape;920;p2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1" name="Google Shape;921;p2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922" name="Google Shape;922;p26"/>
            <p:cNvGrpSpPr/>
            <p:nvPr/>
          </p:nvGrpSpPr>
          <p:grpSpPr>
            <a:xfrm rot="-5400000">
              <a:off x="257322" y="502881"/>
              <a:ext cx="4692407" cy="3936950"/>
              <a:chOff x="-4775" y="636650"/>
              <a:chExt cx="9148775" cy="3936950"/>
            </a:xfrm>
          </p:grpSpPr>
          <p:sp>
            <p:nvSpPr>
              <p:cNvPr id="923" name="Google Shape;923;p26"/>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4" name="Google Shape;924;p26"/>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5" name="Google Shape;925;p26"/>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6" name="Google Shape;926;p26"/>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7" name="Google Shape;927;p26"/>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28" name="Google Shape;928;p26"/>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929" name="Google Shape;929;p26"/>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930" name="Google Shape;930;p26"/>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931" name="Google Shape;931;p26"/>
          <p:cNvGrpSpPr/>
          <p:nvPr/>
        </p:nvGrpSpPr>
        <p:grpSpPr>
          <a:xfrm>
            <a:off x="220003" y="0"/>
            <a:ext cx="1719740" cy="1612989"/>
            <a:chOff x="821175" y="0"/>
            <a:chExt cx="2177621" cy="2042449"/>
          </a:xfrm>
        </p:grpSpPr>
        <p:sp>
          <p:nvSpPr>
            <p:cNvPr id="932" name="Google Shape;932;p26"/>
            <p:cNvSpPr/>
            <p:nvPr/>
          </p:nvSpPr>
          <p:spPr>
            <a:xfrm>
              <a:off x="821175" y="683601"/>
              <a:ext cx="2177621" cy="1358848"/>
            </a:xfrm>
            <a:custGeom>
              <a:avLst/>
              <a:gdLst/>
              <a:ahLst/>
              <a:cxnLst/>
              <a:rect l="l" t="t" r="r" b="b"/>
              <a:pathLst>
                <a:path w="34828" h="21732" extrusionOk="0">
                  <a:moveTo>
                    <a:pt x="18788" y="0"/>
                  </a:moveTo>
                  <a:lnTo>
                    <a:pt x="14607" y="767"/>
                  </a:lnTo>
                  <a:lnTo>
                    <a:pt x="14822" y="1885"/>
                  </a:lnTo>
                  <a:lnTo>
                    <a:pt x="15981" y="1670"/>
                  </a:lnTo>
                  <a:lnTo>
                    <a:pt x="17217" y="8345"/>
                  </a:lnTo>
                  <a:lnTo>
                    <a:pt x="11073" y="9483"/>
                  </a:lnTo>
                  <a:cubicBezTo>
                    <a:pt x="10814" y="9301"/>
                    <a:pt x="10487" y="9201"/>
                    <a:pt x="10142" y="9201"/>
                  </a:cubicBezTo>
                  <a:cubicBezTo>
                    <a:pt x="10041" y="9201"/>
                    <a:pt x="9938" y="9210"/>
                    <a:pt x="9835" y="9227"/>
                  </a:cubicBezTo>
                  <a:cubicBezTo>
                    <a:pt x="8972" y="9385"/>
                    <a:pt x="8383" y="10151"/>
                    <a:pt x="8540" y="10936"/>
                  </a:cubicBezTo>
                  <a:cubicBezTo>
                    <a:pt x="8639" y="11544"/>
                    <a:pt x="9168" y="11996"/>
                    <a:pt x="9796" y="12075"/>
                  </a:cubicBezTo>
                  <a:lnTo>
                    <a:pt x="10209" y="13900"/>
                  </a:lnTo>
                  <a:cubicBezTo>
                    <a:pt x="9413" y="13819"/>
                    <a:pt x="8635" y="13780"/>
                    <a:pt x="7887" y="13780"/>
                  </a:cubicBezTo>
                  <a:cubicBezTo>
                    <a:pt x="3745" y="13780"/>
                    <a:pt x="524" y="14967"/>
                    <a:pt x="275" y="16747"/>
                  </a:cubicBezTo>
                  <a:cubicBezTo>
                    <a:pt x="1" y="18886"/>
                    <a:pt x="4024" y="21046"/>
                    <a:pt x="9286" y="21596"/>
                  </a:cubicBezTo>
                  <a:cubicBezTo>
                    <a:pt x="10134" y="21688"/>
                    <a:pt x="10962" y="21731"/>
                    <a:pt x="11756" y="21731"/>
                  </a:cubicBezTo>
                  <a:cubicBezTo>
                    <a:pt x="15882" y="21731"/>
                    <a:pt x="19071" y="20544"/>
                    <a:pt x="19318" y="18750"/>
                  </a:cubicBezTo>
                  <a:cubicBezTo>
                    <a:pt x="19573" y="16766"/>
                    <a:pt x="16060" y="14724"/>
                    <a:pt x="11288" y="14018"/>
                  </a:cubicBezTo>
                  <a:lnTo>
                    <a:pt x="10896" y="11879"/>
                  </a:lnTo>
                  <a:cubicBezTo>
                    <a:pt x="11131" y="11740"/>
                    <a:pt x="11327" y="11564"/>
                    <a:pt x="11466" y="11329"/>
                  </a:cubicBezTo>
                  <a:lnTo>
                    <a:pt x="22361" y="9306"/>
                  </a:lnTo>
                  <a:cubicBezTo>
                    <a:pt x="22825" y="9849"/>
                    <a:pt x="23535" y="10185"/>
                    <a:pt x="24323" y="10185"/>
                  </a:cubicBezTo>
                  <a:cubicBezTo>
                    <a:pt x="24503" y="10185"/>
                    <a:pt x="24687" y="10167"/>
                    <a:pt x="24874" y="10131"/>
                  </a:cubicBezTo>
                  <a:cubicBezTo>
                    <a:pt x="24952" y="10112"/>
                    <a:pt x="25051" y="10091"/>
                    <a:pt x="25130" y="10072"/>
                  </a:cubicBezTo>
                  <a:lnTo>
                    <a:pt x="25954" y="11426"/>
                  </a:lnTo>
                  <a:cubicBezTo>
                    <a:pt x="23264" y="12997"/>
                    <a:pt x="21674" y="14960"/>
                    <a:pt x="22303" y="16059"/>
                  </a:cubicBezTo>
                  <a:cubicBezTo>
                    <a:pt x="22595" y="16580"/>
                    <a:pt x="23318" y="16830"/>
                    <a:pt x="24297" y="16830"/>
                  </a:cubicBezTo>
                  <a:cubicBezTo>
                    <a:pt x="25682" y="16830"/>
                    <a:pt x="27578" y="16328"/>
                    <a:pt x="29488" y="15373"/>
                  </a:cubicBezTo>
                  <a:cubicBezTo>
                    <a:pt x="32747" y="13763"/>
                    <a:pt x="34828" y="11447"/>
                    <a:pt x="34140" y="10209"/>
                  </a:cubicBezTo>
                  <a:cubicBezTo>
                    <a:pt x="33844" y="9694"/>
                    <a:pt x="33116" y="9444"/>
                    <a:pt x="32131" y="9444"/>
                  </a:cubicBezTo>
                  <a:cubicBezTo>
                    <a:pt x="30829" y="9444"/>
                    <a:pt x="29078" y="9881"/>
                    <a:pt x="27289" y="10719"/>
                  </a:cubicBezTo>
                  <a:lnTo>
                    <a:pt x="26425" y="9287"/>
                  </a:lnTo>
                  <a:cubicBezTo>
                    <a:pt x="26896" y="8756"/>
                    <a:pt x="27112" y="8050"/>
                    <a:pt x="26994" y="7343"/>
                  </a:cubicBezTo>
                  <a:cubicBezTo>
                    <a:pt x="26787" y="6223"/>
                    <a:pt x="25733" y="5451"/>
                    <a:pt x="24523" y="5451"/>
                  </a:cubicBezTo>
                  <a:cubicBezTo>
                    <a:pt x="24354" y="5451"/>
                    <a:pt x="24183" y="5466"/>
                    <a:pt x="24010" y="5497"/>
                  </a:cubicBezTo>
                  <a:cubicBezTo>
                    <a:pt x="22891" y="5714"/>
                    <a:pt x="22086" y="6518"/>
                    <a:pt x="21889" y="7481"/>
                  </a:cubicBezTo>
                  <a:lnTo>
                    <a:pt x="18866" y="8031"/>
                  </a:lnTo>
                  <a:lnTo>
                    <a:pt x="17611" y="1363"/>
                  </a:lnTo>
                  <a:lnTo>
                    <a:pt x="17611" y="1363"/>
                  </a:lnTo>
                  <a:lnTo>
                    <a:pt x="18984" y="1100"/>
                  </a:lnTo>
                  <a:lnTo>
                    <a:pt x="187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3" name="Google Shape;933;p26"/>
            <p:cNvSpPr/>
            <p:nvPr/>
          </p:nvSpPr>
          <p:spPr>
            <a:xfrm>
              <a:off x="876375" y="1583499"/>
              <a:ext cx="1129327" cy="430915"/>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4" name="Google Shape;934;p26"/>
            <p:cNvSpPr/>
            <p:nvPr/>
          </p:nvSpPr>
          <p:spPr>
            <a:xfrm>
              <a:off x="1580916" y="1840047"/>
              <a:ext cx="341324" cy="107860"/>
            </a:xfrm>
            <a:custGeom>
              <a:avLst/>
              <a:gdLst/>
              <a:ahLst/>
              <a:cxnLst/>
              <a:rect l="l" t="t" r="r" b="b"/>
              <a:pathLst>
                <a:path w="5459" h="1725" extrusionOk="0">
                  <a:moveTo>
                    <a:pt x="1768" y="1"/>
                  </a:moveTo>
                  <a:cubicBezTo>
                    <a:pt x="823" y="1"/>
                    <a:pt x="137" y="191"/>
                    <a:pt x="80" y="509"/>
                  </a:cubicBezTo>
                  <a:cubicBezTo>
                    <a:pt x="1" y="941"/>
                    <a:pt x="1140" y="1452"/>
                    <a:pt x="2613" y="1648"/>
                  </a:cubicBezTo>
                  <a:cubicBezTo>
                    <a:pt x="3001" y="1700"/>
                    <a:pt x="3373" y="1724"/>
                    <a:pt x="3712" y="1724"/>
                  </a:cubicBezTo>
                  <a:cubicBezTo>
                    <a:pt x="4657" y="1724"/>
                    <a:pt x="5343" y="1534"/>
                    <a:pt x="5401" y="1216"/>
                  </a:cubicBezTo>
                  <a:cubicBezTo>
                    <a:pt x="5459" y="784"/>
                    <a:pt x="4340" y="274"/>
                    <a:pt x="2867" y="77"/>
                  </a:cubicBezTo>
                  <a:cubicBezTo>
                    <a:pt x="2479" y="25"/>
                    <a:pt x="2107" y="1"/>
                    <a:pt x="1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5" name="Google Shape;935;p26"/>
            <p:cNvSpPr/>
            <p:nvPr/>
          </p:nvSpPr>
          <p:spPr>
            <a:xfrm>
              <a:off x="1228713" y="1889194"/>
              <a:ext cx="341324" cy="107797"/>
            </a:xfrm>
            <a:custGeom>
              <a:avLst/>
              <a:gdLst/>
              <a:ahLst/>
              <a:cxnLst/>
              <a:rect l="l" t="t" r="r" b="b"/>
              <a:pathLst>
                <a:path w="5459" h="1724" extrusionOk="0">
                  <a:moveTo>
                    <a:pt x="1764" y="0"/>
                  </a:moveTo>
                  <a:cubicBezTo>
                    <a:pt x="814" y="0"/>
                    <a:pt x="122" y="191"/>
                    <a:pt x="79" y="508"/>
                  </a:cubicBezTo>
                  <a:cubicBezTo>
                    <a:pt x="0" y="940"/>
                    <a:pt x="1139" y="1451"/>
                    <a:pt x="2611" y="1647"/>
                  </a:cubicBezTo>
                  <a:cubicBezTo>
                    <a:pt x="2999" y="1699"/>
                    <a:pt x="3372" y="1723"/>
                    <a:pt x="3711" y="1723"/>
                  </a:cubicBezTo>
                  <a:cubicBezTo>
                    <a:pt x="4656" y="1723"/>
                    <a:pt x="5341" y="1533"/>
                    <a:pt x="5398" y="1215"/>
                  </a:cubicBezTo>
                  <a:cubicBezTo>
                    <a:pt x="5458" y="783"/>
                    <a:pt x="4338" y="273"/>
                    <a:pt x="2867" y="77"/>
                  </a:cubicBezTo>
                  <a:cubicBezTo>
                    <a:pt x="2478" y="25"/>
                    <a:pt x="2104" y="0"/>
                    <a:pt x="17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6" name="Google Shape;936;p26"/>
            <p:cNvSpPr/>
            <p:nvPr/>
          </p:nvSpPr>
          <p:spPr>
            <a:xfrm rot="-1928377">
              <a:off x="2194397" y="1352671"/>
              <a:ext cx="784549" cy="300599"/>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7" name="Google Shape;937;p26"/>
            <p:cNvSpPr/>
            <p:nvPr/>
          </p:nvSpPr>
          <p:spPr>
            <a:xfrm>
              <a:off x="1725787" y="1144866"/>
              <a:ext cx="349952" cy="316077"/>
            </a:xfrm>
            <a:custGeom>
              <a:avLst/>
              <a:gdLst/>
              <a:ahLst/>
              <a:cxnLst/>
              <a:rect l="l" t="t" r="r" b="b"/>
              <a:pathLst>
                <a:path w="5597" h="5055" extrusionOk="0">
                  <a:moveTo>
                    <a:pt x="2817" y="1"/>
                  </a:moveTo>
                  <a:cubicBezTo>
                    <a:pt x="2659" y="1"/>
                    <a:pt x="2499" y="15"/>
                    <a:pt x="2338" y="44"/>
                  </a:cubicBezTo>
                  <a:cubicBezTo>
                    <a:pt x="924" y="300"/>
                    <a:pt x="1" y="1635"/>
                    <a:pt x="257" y="2989"/>
                  </a:cubicBezTo>
                  <a:cubicBezTo>
                    <a:pt x="482" y="4207"/>
                    <a:pt x="1556" y="5055"/>
                    <a:pt x="2782" y="5055"/>
                  </a:cubicBezTo>
                  <a:cubicBezTo>
                    <a:pt x="2939" y="5055"/>
                    <a:pt x="3099" y="5041"/>
                    <a:pt x="3259" y="5012"/>
                  </a:cubicBezTo>
                  <a:cubicBezTo>
                    <a:pt x="4654" y="4737"/>
                    <a:pt x="5596" y="3421"/>
                    <a:pt x="5322" y="2047"/>
                  </a:cubicBezTo>
                  <a:cubicBezTo>
                    <a:pt x="5095" y="832"/>
                    <a:pt x="4025" y="1"/>
                    <a:pt x="28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8" name="Google Shape;938;p26"/>
            <p:cNvSpPr/>
            <p:nvPr/>
          </p:nvSpPr>
          <p:spPr>
            <a:xfrm>
              <a:off x="1782247" y="1203392"/>
              <a:ext cx="230842" cy="207716"/>
            </a:xfrm>
            <a:custGeom>
              <a:avLst/>
              <a:gdLst/>
              <a:ahLst/>
              <a:cxnLst/>
              <a:rect l="l" t="t" r="r" b="b"/>
              <a:pathLst>
                <a:path w="3692" h="3322" extrusionOk="0">
                  <a:moveTo>
                    <a:pt x="1882" y="0"/>
                  </a:moveTo>
                  <a:cubicBezTo>
                    <a:pt x="1773" y="0"/>
                    <a:pt x="1663" y="11"/>
                    <a:pt x="1552" y="32"/>
                  </a:cubicBezTo>
                  <a:cubicBezTo>
                    <a:pt x="610" y="208"/>
                    <a:pt x="1" y="1072"/>
                    <a:pt x="178" y="1975"/>
                  </a:cubicBezTo>
                  <a:cubicBezTo>
                    <a:pt x="316" y="2770"/>
                    <a:pt x="1018" y="3322"/>
                    <a:pt x="1827" y="3322"/>
                  </a:cubicBezTo>
                  <a:cubicBezTo>
                    <a:pt x="1936" y="3322"/>
                    <a:pt x="2048" y="3312"/>
                    <a:pt x="2160" y="3291"/>
                  </a:cubicBezTo>
                  <a:cubicBezTo>
                    <a:pt x="3084" y="3113"/>
                    <a:pt x="3691" y="2249"/>
                    <a:pt x="3534" y="1346"/>
                  </a:cubicBezTo>
                  <a:cubicBezTo>
                    <a:pt x="3380" y="552"/>
                    <a:pt x="2676" y="0"/>
                    <a:pt x="18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39" name="Google Shape;939;p26"/>
            <p:cNvSpPr/>
            <p:nvPr/>
          </p:nvSpPr>
          <p:spPr>
            <a:xfrm>
              <a:off x="955400" y="1759625"/>
              <a:ext cx="299085" cy="107248"/>
            </a:xfrm>
            <a:custGeom>
              <a:avLst/>
              <a:gdLst/>
              <a:ahLst/>
              <a:cxnLst/>
              <a:rect l="l" t="t" r="r" b="b"/>
              <a:pathLst>
                <a:path w="5458" h="1715" extrusionOk="0">
                  <a:moveTo>
                    <a:pt x="1783" y="0"/>
                  </a:moveTo>
                  <a:cubicBezTo>
                    <a:pt x="827" y="0"/>
                    <a:pt x="118" y="184"/>
                    <a:pt x="60" y="520"/>
                  </a:cubicBezTo>
                  <a:cubicBezTo>
                    <a:pt x="0" y="952"/>
                    <a:pt x="1120" y="1462"/>
                    <a:pt x="2592" y="1638"/>
                  </a:cubicBezTo>
                  <a:cubicBezTo>
                    <a:pt x="2980" y="1690"/>
                    <a:pt x="3354" y="1714"/>
                    <a:pt x="3695" y="1714"/>
                  </a:cubicBezTo>
                  <a:cubicBezTo>
                    <a:pt x="4645" y="1714"/>
                    <a:pt x="5337" y="1524"/>
                    <a:pt x="5379" y="1206"/>
                  </a:cubicBezTo>
                  <a:cubicBezTo>
                    <a:pt x="5458" y="774"/>
                    <a:pt x="4319" y="264"/>
                    <a:pt x="2848" y="68"/>
                  </a:cubicBezTo>
                  <a:cubicBezTo>
                    <a:pt x="2474" y="22"/>
                    <a:pt x="2114" y="0"/>
                    <a:pt x="1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0" name="Google Shape;940;p26"/>
            <p:cNvSpPr/>
            <p:nvPr/>
          </p:nvSpPr>
          <p:spPr>
            <a:xfrm>
              <a:off x="1388277" y="1301123"/>
              <a:ext cx="126426" cy="103108"/>
            </a:xfrm>
            <a:custGeom>
              <a:avLst/>
              <a:gdLst/>
              <a:ahLst/>
              <a:cxnLst/>
              <a:rect l="l" t="t" r="r" b="b"/>
              <a:pathLst>
                <a:path w="2022" h="1649" extrusionOk="0">
                  <a:moveTo>
                    <a:pt x="1061" y="0"/>
                  </a:moveTo>
                  <a:cubicBezTo>
                    <a:pt x="997" y="0"/>
                    <a:pt x="931" y="6"/>
                    <a:pt x="864" y="19"/>
                  </a:cubicBezTo>
                  <a:cubicBezTo>
                    <a:pt x="354" y="118"/>
                    <a:pt x="1" y="550"/>
                    <a:pt x="79" y="1001"/>
                  </a:cubicBezTo>
                  <a:cubicBezTo>
                    <a:pt x="147" y="1391"/>
                    <a:pt x="521" y="1649"/>
                    <a:pt x="950" y="1649"/>
                  </a:cubicBezTo>
                  <a:cubicBezTo>
                    <a:pt x="1018" y="1649"/>
                    <a:pt x="1088" y="1642"/>
                    <a:pt x="1158" y="1629"/>
                  </a:cubicBezTo>
                  <a:cubicBezTo>
                    <a:pt x="1668" y="1531"/>
                    <a:pt x="2022" y="1099"/>
                    <a:pt x="1943" y="647"/>
                  </a:cubicBezTo>
                  <a:cubicBezTo>
                    <a:pt x="1875" y="271"/>
                    <a:pt x="1495" y="0"/>
                    <a:pt x="1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1" name="Google Shape;941;p26"/>
            <p:cNvSpPr/>
            <p:nvPr/>
          </p:nvSpPr>
          <p:spPr>
            <a:xfrm>
              <a:off x="1283922" y="1638771"/>
              <a:ext cx="341261" cy="107797"/>
            </a:xfrm>
            <a:custGeom>
              <a:avLst/>
              <a:gdLst/>
              <a:ahLst/>
              <a:cxnLst/>
              <a:rect l="l" t="t" r="r" b="b"/>
              <a:pathLst>
                <a:path w="5458" h="1724" extrusionOk="0">
                  <a:moveTo>
                    <a:pt x="1756" y="0"/>
                  </a:moveTo>
                  <a:cubicBezTo>
                    <a:pt x="814" y="0"/>
                    <a:pt x="118" y="191"/>
                    <a:pt x="60" y="509"/>
                  </a:cubicBezTo>
                  <a:cubicBezTo>
                    <a:pt x="0" y="940"/>
                    <a:pt x="1139" y="1451"/>
                    <a:pt x="2591" y="1647"/>
                  </a:cubicBezTo>
                  <a:cubicBezTo>
                    <a:pt x="2980" y="1699"/>
                    <a:pt x="3354" y="1723"/>
                    <a:pt x="3695" y="1723"/>
                  </a:cubicBezTo>
                  <a:cubicBezTo>
                    <a:pt x="4644" y="1723"/>
                    <a:pt x="5336" y="1533"/>
                    <a:pt x="5379" y="1215"/>
                  </a:cubicBezTo>
                  <a:cubicBezTo>
                    <a:pt x="5458" y="783"/>
                    <a:pt x="4319" y="273"/>
                    <a:pt x="2847" y="77"/>
                  </a:cubicBezTo>
                  <a:cubicBezTo>
                    <a:pt x="2464" y="25"/>
                    <a:pt x="2094" y="0"/>
                    <a:pt x="17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2" name="Google Shape;942;p26"/>
            <p:cNvSpPr/>
            <p:nvPr/>
          </p:nvSpPr>
          <p:spPr>
            <a:xfrm>
              <a:off x="1298616" y="1768016"/>
              <a:ext cx="270108" cy="103295"/>
            </a:xfrm>
            <a:custGeom>
              <a:avLst/>
              <a:gdLst/>
              <a:ahLst/>
              <a:cxnLst/>
              <a:rect l="l" t="t" r="r" b="b"/>
              <a:pathLst>
                <a:path w="4320" h="1652" extrusionOk="0">
                  <a:moveTo>
                    <a:pt x="1563" y="0"/>
                  </a:moveTo>
                  <a:cubicBezTo>
                    <a:pt x="744" y="0"/>
                    <a:pt x="126" y="206"/>
                    <a:pt x="79" y="543"/>
                  </a:cubicBezTo>
                  <a:cubicBezTo>
                    <a:pt x="1" y="975"/>
                    <a:pt x="885" y="1446"/>
                    <a:pt x="2042" y="1603"/>
                  </a:cubicBezTo>
                  <a:cubicBezTo>
                    <a:pt x="2283" y="1636"/>
                    <a:pt x="2517" y="1652"/>
                    <a:pt x="2738" y="1652"/>
                  </a:cubicBezTo>
                  <a:cubicBezTo>
                    <a:pt x="3562" y="1652"/>
                    <a:pt x="4195" y="1433"/>
                    <a:pt x="4241" y="1093"/>
                  </a:cubicBezTo>
                  <a:cubicBezTo>
                    <a:pt x="4320" y="661"/>
                    <a:pt x="3437" y="190"/>
                    <a:pt x="2298" y="51"/>
                  </a:cubicBezTo>
                  <a:cubicBezTo>
                    <a:pt x="2043" y="17"/>
                    <a:pt x="1795" y="0"/>
                    <a:pt x="15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3" name="Google Shape;943;p26"/>
            <p:cNvSpPr/>
            <p:nvPr/>
          </p:nvSpPr>
          <p:spPr>
            <a:xfrm>
              <a:off x="1023693" y="1656341"/>
              <a:ext cx="268920" cy="103233"/>
            </a:xfrm>
            <a:custGeom>
              <a:avLst/>
              <a:gdLst/>
              <a:ahLst/>
              <a:cxnLst/>
              <a:rect l="l" t="t" r="r" b="b"/>
              <a:pathLst>
                <a:path w="4301" h="1651" extrusionOk="0">
                  <a:moveTo>
                    <a:pt x="1543" y="0"/>
                  </a:moveTo>
                  <a:cubicBezTo>
                    <a:pt x="730" y="0"/>
                    <a:pt x="121" y="205"/>
                    <a:pt x="60" y="542"/>
                  </a:cubicBezTo>
                  <a:cubicBezTo>
                    <a:pt x="0" y="974"/>
                    <a:pt x="864" y="1445"/>
                    <a:pt x="2023" y="1602"/>
                  </a:cubicBezTo>
                  <a:cubicBezTo>
                    <a:pt x="2267" y="1635"/>
                    <a:pt x="2504" y="1651"/>
                    <a:pt x="2726" y="1651"/>
                  </a:cubicBezTo>
                  <a:cubicBezTo>
                    <a:pt x="3555" y="1651"/>
                    <a:pt x="4179" y="1432"/>
                    <a:pt x="4241" y="1091"/>
                  </a:cubicBezTo>
                  <a:cubicBezTo>
                    <a:pt x="4300" y="659"/>
                    <a:pt x="3436" y="188"/>
                    <a:pt x="2277" y="52"/>
                  </a:cubicBezTo>
                  <a:cubicBezTo>
                    <a:pt x="2021" y="17"/>
                    <a:pt x="1774" y="0"/>
                    <a:pt x="15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4" name="Google Shape;944;p26"/>
            <p:cNvSpPr/>
            <p:nvPr/>
          </p:nvSpPr>
          <p:spPr>
            <a:xfrm>
              <a:off x="1623933" y="1707239"/>
              <a:ext cx="270108" cy="103420"/>
            </a:xfrm>
            <a:custGeom>
              <a:avLst/>
              <a:gdLst/>
              <a:ahLst/>
              <a:cxnLst/>
              <a:rect l="l" t="t" r="r" b="b"/>
              <a:pathLst>
                <a:path w="4320" h="1654" extrusionOk="0">
                  <a:moveTo>
                    <a:pt x="1621" y="1"/>
                  </a:moveTo>
                  <a:cubicBezTo>
                    <a:pt x="773" y="1"/>
                    <a:pt x="126" y="208"/>
                    <a:pt x="79" y="552"/>
                  </a:cubicBezTo>
                  <a:cubicBezTo>
                    <a:pt x="1" y="984"/>
                    <a:pt x="884" y="1455"/>
                    <a:pt x="2043" y="1612"/>
                  </a:cubicBezTo>
                  <a:cubicBezTo>
                    <a:pt x="2274" y="1640"/>
                    <a:pt x="2499" y="1654"/>
                    <a:pt x="2712" y="1654"/>
                  </a:cubicBezTo>
                  <a:cubicBezTo>
                    <a:pt x="3549" y="1654"/>
                    <a:pt x="4198" y="1446"/>
                    <a:pt x="4260" y="1102"/>
                  </a:cubicBezTo>
                  <a:cubicBezTo>
                    <a:pt x="4320" y="670"/>
                    <a:pt x="3436" y="199"/>
                    <a:pt x="2297" y="42"/>
                  </a:cubicBezTo>
                  <a:cubicBezTo>
                    <a:pt x="2063" y="14"/>
                    <a:pt x="1836" y="1"/>
                    <a:pt x="1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5" name="Google Shape;945;p26"/>
            <p:cNvSpPr/>
            <p:nvPr/>
          </p:nvSpPr>
          <p:spPr>
            <a:xfrm>
              <a:off x="2236428" y="1073022"/>
              <a:ext cx="222276" cy="182018"/>
            </a:xfrm>
            <a:custGeom>
              <a:avLst/>
              <a:gdLst/>
              <a:ahLst/>
              <a:cxnLst/>
              <a:rect l="l" t="t" r="r" b="b"/>
              <a:pathLst>
                <a:path w="3555" h="2911" extrusionOk="0">
                  <a:moveTo>
                    <a:pt x="1872" y="1"/>
                  </a:moveTo>
                  <a:cubicBezTo>
                    <a:pt x="1755" y="1"/>
                    <a:pt x="1634" y="12"/>
                    <a:pt x="1513" y="36"/>
                  </a:cubicBezTo>
                  <a:cubicBezTo>
                    <a:pt x="610" y="193"/>
                    <a:pt x="0" y="978"/>
                    <a:pt x="139" y="1763"/>
                  </a:cubicBezTo>
                  <a:cubicBezTo>
                    <a:pt x="276" y="2450"/>
                    <a:pt x="938" y="2911"/>
                    <a:pt x="1706" y="2911"/>
                  </a:cubicBezTo>
                  <a:cubicBezTo>
                    <a:pt x="1816" y="2911"/>
                    <a:pt x="1929" y="2901"/>
                    <a:pt x="2042" y="2882"/>
                  </a:cubicBezTo>
                  <a:cubicBezTo>
                    <a:pt x="2945" y="2706"/>
                    <a:pt x="3555" y="1939"/>
                    <a:pt x="3398" y="1154"/>
                  </a:cubicBezTo>
                  <a:cubicBezTo>
                    <a:pt x="3278" y="474"/>
                    <a:pt x="2630" y="1"/>
                    <a:pt x="1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6" name="Google Shape;946;p26"/>
            <p:cNvSpPr/>
            <p:nvPr/>
          </p:nvSpPr>
          <p:spPr>
            <a:xfrm>
              <a:off x="2708953" y="1354466"/>
              <a:ext cx="223464" cy="121804"/>
            </a:xfrm>
            <a:custGeom>
              <a:avLst/>
              <a:gdLst/>
              <a:ahLst/>
              <a:cxnLst/>
              <a:rect l="l" t="t" r="r" b="b"/>
              <a:pathLst>
                <a:path w="3574" h="1948" extrusionOk="0">
                  <a:moveTo>
                    <a:pt x="3103" y="0"/>
                  </a:moveTo>
                  <a:cubicBezTo>
                    <a:pt x="2744" y="0"/>
                    <a:pt x="2138" y="189"/>
                    <a:pt x="1513" y="529"/>
                  </a:cubicBezTo>
                  <a:cubicBezTo>
                    <a:pt x="610" y="1000"/>
                    <a:pt x="1" y="1589"/>
                    <a:pt x="158" y="1844"/>
                  </a:cubicBezTo>
                  <a:cubicBezTo>
                    <a:pt x="199" y="1914"/>
                    <a:pt x="305" y="1948"/>
                    <a:pt x="458" y="1948"/>
                  </a:cubicBezTo>
                  <a:cubicBezTo>
                    <a:pt x="816" y="1948"/>
                    <a:pt x="1430" y="1763"/>
                    <a:pt x="2063" y="1432"/>
                  </a:cubicBezTo>
                  <a:cubicBezTo>
                    <a:pt x="2966" y="941"/>
                    <a:pt x="3574" y="352"/>
                    <a:pt x="3417" y="116"/>
                  </a:cubicBezTo>
                  <a:cubicBezTo>
                    <a:pt x="3375" y="38"/>
                    <a:pt x="3264" y="0"/>
                    <a:pt x="3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7" name="Google Shape;947;p26"/>
            <p:cNvSpPr/>
            <p:nvPr/>
          </p:nvSpPr>
          <p:spPr>
            <a:xfrm>
              <a:off x="2296538" y="1566809"/>
              <a:ext cx="223464" cy="121866"/>
            </a:xfrm>
            <a:custGeom>
              <a:avLst/>
              <a:gdLst/>
              <a:ahLst/>
              <a:cxnLst/>
              <a:rect l="l" t="t" r="r" b="b"/>
              <a:pathLst>
                <a:path w="3574" h="1949" extrusionOk="0">
                  <a:moveTo>
                    <a:pt x="3094" y="1"/>
                  </a:moveTo>
                  <a:cubicBezTo>
                    <a:pt x="2733" y="1"/>
                    <a:pt x="2137" y="190"/>
                    <a:pt x="1513" y="529"/>
                  </a:cubicBezTo>
                  <a:cubicBezTo>
                    <a:pt x="610" y="1000"/>
                    <a:pt x="1" y="1589"/>
                    <a:pt x="139" y="1845"/>
                  </a:cubicBezTo>
                  <a:cubicBezTo>
                    <a:pt x="186" y="1915"/>
                    <a:pt x="295" y="1949"/>
                    <a:pt x="450" y="1949"/>
                  </a:cubicBezTo>
                  <a:cubicBezTo>
                    <a:pt x="814" y="1949"/>
                    <a:pt x="1429" y="1763"/>
                    <a:pt x="2063" y="1432"/>
                  </a:cubicBezTo>
                  <a:cubicBezTo>
                    <a:pt x="2966" y="942"/>
                    <a:pt x="3574" y="353"/>
                    <a:pt x="3417" y="117"/>
                  </a:cubicBezTo>
                  <a:cubicBezTo>
                    <a:pt x="3368" y="38"/>
                    <a:pt x="3254" y="1"/>
                    <a:pt x="30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8" name="Google Shape;948;p26"/>
            <p:cNvSpPr/>
            <p:nvPr/>
          </p:nvSpPr>
          <p:spPr>
            <a:xfrm>
              <a:off x="2535947" y="1511160"/>
              <a:ext cx="223464" cy="121804"/>
            </a:xfrm>
            <a:custGeom>
              <a:avLst/>
              <a:gdLst/>
              <a:ahLst/>
              <a:cxnLst/>
              <a:rect l="l" t="t" r="r" b="b"/>
              <a:pathLst>
                <a:path w="3574" h="1948" extrusionOk="0">
                  <a:moveTo>
                    <a:pt x="3117" y="0"/>
                  </a:moveTo>
                  <a:cubicBezTo>
                    <a:pt x="2759" y="0"/>
                    <a:pt x="2145" y="185"/>
                    <a:pt x="1511" y="516"/>
                  </a:cubicBezTo>
                  <a:cubicBezTo>
                    <a:pt x="608" y="1007"/>
                    <a:pt x="1" y="1596"/>
                    <a:pt x="158" y="1832"/>
                  </a:cubicBezTo>
                  <a:cubicBezTo>
                    <a:pt x="200" y="1910"/>
                    <a:pt x="311" y="1948"/>
                    <a:pt x="471" y="1948"/>
                  </a:cubicBezTo>
                  <a:cubicBezTo>
                    <a:pt x="831" y="1948"/>
                    <a:pt x="1437" y="1759"/>
                    <a:pt x="2061" y="1419"/>
                  </a:cubicBezTo>
                  <a:cubicBezTo>
                    <a:pt x="2964" y="948"/>
                    <a:pt x="3574" y="359"/>
                    <a:pt x="3417" y="104"/>
                  </a:cubicBezTo>
                  <a:cubicBezTo>
                    <a:pt x="3375" y="34"/>
                    <a:pt x="3269" y="0"/>
                    <a:pt x="3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49" name="Google Shape;949;p26"/>
            <p:cNvSpPr/>
            <p:nvPr/>
          </p:nvSpPr>
          <p:spPr>
            <a:xfrm>
              <a:off x="2440221" y="1369910"/>
              <a:ext cx="222151" cy="121929"/>
            </a:xfrm>
            <a:custGeom>
              <a:avLst/>
              <a:gdLst/>
              <a:ahLst/>
              <a:cxnLst/>
              <a:rect l="l" t="t" r="r" b="b"/>
              <a:pathLst>
                <a:path w="3553" h="1950" extrusionOk="0">
                  <a:moveTo>
                    <a:pt x="3109" y="1"/>
                  </a:moveTo>
                  <a:cubicBezTo>
                    <a:pt x="2750" y="1"/>
                    <a:pt x="2145" y="187"/>
                    <a:pt x="1511" y="518"/>
                  </a:cubicBezTo>
                  <a:cubicBezTo>
                    <a:pt x="608" y="1008"/>
                    <a:pt x="0" y="1597"/>
                    <a:pt x="137" y="1832"/>
                  </a:cubicBezTo>
                  <a:cubicBezTo>
                    <a:pt x="185" y="1911"/>
                    <a:pt x="299" y="1949"/>
                    <a:pt x="460" y="1949"/>
                  </a:cubicBezTo>
                  <a:cubicBezTo>
                    <a:pt x="821" y="1949"/>
                    <a:pt x="1418" y="1760"/>
                    <a:pt x="2042" y="1421"/>
                  </a:cubicBezTo>
                  <a:cubicBezTo>
                    <a:pt x="2964" y="950"/>
                    <a:pt x="3553" y="361"/>
                    <a:pt x="3416" y="105"/>
                  </a:cubicBezTo>
                  <a:cubicBezTo>
                    <a:pt x="3369" y="35"/>
                    <a:pt x="3262" y="1"/>
                    <a:pt x="3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0" name="Google Shape;950;p26"/>
            <p:cNvSpPr/>
            <p:nvPr/>
          </p:nvSpPr>
          <p:spPr>
            <a:xfrm>
              <a:off x="2505247" y="1453197"/>
              <a:ext cx="180510" cy="101607"/>
            </a:xfrm>
            <a:custGeom>
              <a:avLst/>
              <a:gdLst/>
              <a:ahLst/>
              <a:cxnLst/>
              <a:rect l="l" t="t" r="r" b="b"/>
              <a:pathLst>
                <a:path w="2887" h="1625" extrusionOk="0">
                  <a:moveTo>
                    <a:pt x="2370" y="0"/>
                  </a:moveTo>
                  <a:cubicBezTo>
                    <a:pt x="2068" y="0"/>
                    <a:pt x="1627" y="126"/>
                    <a:pt x="1178" y="364"/>
                  </a:cubicBezTo>
                  <a:cubicBezTo>
                    <a:pt x="471" y="736"/>
                    <a:pt x="0" y="1246"/>
                    <a:pt x="157" y="1482"/>
                  </a:cubicBezTo>
                  <a:cubicBezTo>
                    <a:pt x="216" y="1578"/>
                    <a:pt x="351" y="1624"/>
                    <a:pt x="534" y="1624"/>
                  </a:cubicBezTo>
                  <a:cubicBezTo>
                    <a:pt x="835" y="1624"/>
                    <a:pt x="1268" y="1499"/>
                    <a:pt x="1709" y="1267"/>
                  </a:cubicBezTo>
                  <a:cubicBezTo>
                    <a:pt x="2434" y="893"/>
                    <a:pt x="2887" y="383"/>
                    <a:pt x="2730" y="128"/>
                  </a:cubicBezTo>
                  <a:cubicBezTo>
                    <a:pt x="2672" y="42"/>
                    <a:pt x="2544" y="0"/>
                    <a:pt x="23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1" name="Google Shape;951;p26"/>
            <p:cNvSpPr/>
            <p:nvPr/>
          </p:nvSpPr>
          <p:spPr>
            <a:xfrm>
              <a:off x="2657433" y="1317262"/>
              <a:ext cx="179259" cy="101607"/>
            </a:xfrm>
            <a:custGeom>
              <a:avLst/>
              <a:gdLst/>
              <a:ahLst/>
              <a:cxnLst/>
              <a:rect l="l" t="t" r="r" b="b"/>
              <a:pathLst>
                <a:path w="2867" h="1625" extrusionOk="0">
                  <a:moveTo>
                    <a:pt x="2334" y="0"/>
                  </a:moveTo>
                  <a:cubicBezTo>
                    <a:pt x="2032" y="0"/>
                    <a:pt x="1600" y="126"/>
                    <a:pt x="1159" y="358"/>
                  </a:cubicBezTo>
                  <a:cubicBezTo>
                    <a:pt x="453" y="750"/>
                    <a:pt x="0" y="1242"/>
                    <a:pt x="139" y="1496"/>
                  </a:cubicBezTo>
                  <a:cubicBezTo>
                    <a:pt x="196" y="1582"/>
                    <a:pt x="324" y="1624"/>
                    <a:pt x="498" y="1624"/>
                  </a:cubicBezTo>
                  <a:cubicBezTo>
                    <a:pt x="800" y="1624"/>
                    <a:pt x="1240" y="1498"/>
                    <a:pt x="1689" y="1261"/>
                  </a:cubicBezTo>
                  <a:cubicBezTo>
                    <a:pt x="2416" y="889"/>
                    <a:pt x="2867" y="378"/>
                    <a:pt x="2710" y="143"/>
                  </a:cubicBezTo>
                  <a:cubicBezTo>
                    <a:pt x="2650" y="46"/>
                    <a:pt x="2516" y="0"/>
                    <a:pt x="2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2" name="Google Shape;952;p26"/>
            <p:cNvSpPr/>
            <p:nvPr/>
          </p:nvSpPr>
          <p:spPr>
            <a:xfrm>
              <a:off x="2280657" y="1495215"/>
              <a:ext cx="179259" cy="101670"/>
            </a:xfrm>
            <a:custGeom>
              <a:avLst/>
              <a:gdLst/>
              <a:ahLst/>
              <a:cxnLst/>
              <a:rect l="l" t="t" r="r" b="b"/>
              <a:pathLst>
                <a:path w="2867" h="1626" extrusionOk="0">
                  <a:moveTo>
                    <a:pt x="2341" y="1"/>
                  </a:moveTo>
                  <a:cubicBezTo>
                    <a:pt x="2039" y="1"/>
                    <a:pt x="1598" y="126"/>
                    <a:pt x="1158" y="359"/>
                  </a:cubicBezTo>
                  <a:cubicBezTo>
                    <a:pt x="451" y="731"/>
                    <a:pt x="0" y="1242"/>
                    <a:pt x="157" y="1498"/>
                  </a:cubicBezTo>
                  <a:cubicBezTo>
                    <a:pt x="207" y="1584"/>
                    <a:pt x="332" y="1625"/>
                    <a:pt x="506" y="1625"/>
                  </a:cubicBezTo>
                  <a:cubicBezTo>
                    <a:pt x="809" y="1625"/>
                    <a:pt x="1258" y="1499"/>
                    <a:pt x="1707" y="1262"/>
                  </a:cubicBezTo>
                  <a:cubicBezTo>
                    <a:pt x="2414" y="888"/>
                    <a:pt x="2866" y="378"/>
                    <a:pt x="2709" y="142"/>
                  </a:cubicBezTo>
                  <a:cubicBezTo>
                    <a:pt x="2657" y="47"/>
                    <a:pt x="2524" y="1"/>
                    <a:pt x="23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3" name="Google Shape;953;p26"/>
            <p:cNvSpPr/>
            <p:nvPr/>
          </p:nvSpPr>
          <p:spPr>
            <a:xfrm>
              <a:off x="1823250" y="0"/>
              <a:ext cx="70800" cy="76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954" name="Google Shape;954;p26"/>
          <p:cNvGrpSpPr/>
          <p:nvPr/>
        </p:nvGrpSpPr>
        <p:grpSpPr>
          <a:xfrm flipH="1">
            <a:off x="9821123" y="4462565"/>
            <a:ext cx="2228015" cy="2057636"/>
            <a:chOff x="519653" y="2122165"/>
            <a:chExt cx="2996792" cy="2767624"/>
          </a:xfrm>
        </p:grpSpPr>
        <p:sp>
          <p:nvSpPr>
            <p:cNvPr id="955" name="Google Shape;955;p26"/>
            <p:cNvSpPr/>
            <p:nvPr/>
          </p:nvSpPr>
          <p:spPr>
            <a:xfrm>
              <a:off x="1890213" y="2122165"/>
              <a:ext cx="328810" cy="299192"/>
            </a:xfrm>
            <a:custGeom>
              <a:avLst/>
              <a:gdLst/>
              <a:ahLst/>
              <a:cxnLst/>
              <a:rect l="l" t="t" r="r" b="b"/>
              <a:pathLst>
                <a:path w="7206" h="6558" extrusionOk="0">
                  <a:moveTo>
                    <a:pt x="3593" y="1"/>
                  </a:moveTo>
                  <a:cubicBezTo>
                    <a:pt x="1610" y="1"/>
                    <a:pt x="0" y="1454"/>
                    <a:pt x="0" y="3279"/>
                  </a:cubicBezTo>
                  <a:cubicBezTo>
                    <a:pt x="0" y="5085"/>
                    <a:pt x="1610" y="6558"/>
                    <a:pt x="3593" y="6558"/>
                  </a:cubicBezTo>
                  <a:cubicBezTo>
                    <a:pt x="5596" y="6558"/>
                    <a:pt x="7206" y="5085"/>
                    <a:pt x="7206" y="3279"/>
                  </a:cubicBezTo>
                  <a:cubicBezTo>
                    <a:pt x="7206" y="1454"/>
                    <a:pt x="5596" y="1"/>
                    <a:pt x="35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6" name="Google Shape;956;p26"/>
            <p:cNvSpPr/>
            <p:nvPr/>
          </p:nvSpPr>
          <p:spPr>
            <a:xfrm>
              <a:off x="1995023" y="3211301"/>
              <a:ext cx="2692" cy="46"/>
            </a:xfrm>
            <a:custGeom>
              <a:avLst/>
              <a:gdLst/>
              <a:ahLst/>
              <a:cxnLst/>
              <a:rect l="l" t="t" r="r" b="b"/>
              <a:pathLst>
                <a:path w="59" h="1" extrusionOk="0">
                  <a:moveTo>
                    <a:pt x="59" y="0"/>
                  </a:moveTo>
                  <a:lnTo>
                    <a:pt x="1" y="0"/>
                  </a:lnTo>
                  <a:close/>
                </a:path>
              </a:pathLst>
            </a:custGeom>
            <a:solidFill>
              <a:srgbClr val="4726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7" name="Google Shape;957;p26"/>
            <p:cNvSpPr/>
            <p:nvPr/>
          </p:nvSpPr>
          <p:spPr>
            <a:xfrm>
              <a:off x="1970794" y="2392658"/>
              <a:ext cx="149712" cy="156759"/>
            </a:xfrm>
            <a:custGeom>
              <a:avLst/>
              <a:gdLst/>
              <a:ahLst/>
              <a:cxnLst/>
              <a:rect l="l" t="t" r="r" b="b"/>
              <a:pathLst>
                <a:path w="3281" h="3436" extrusionOk="0">
                  <a:moveTo>
                    <a:pt x="1" y="1"/>
                  </a:moveTo>
                  <a:lnTo>
                    <a:pt x="1" y="3436"/>
                  </a:lnTo>
                  <a:lnTo>
                    <a:pt x="3280" y="3436"/>
                  </a:lnTo>
                  <a:lnTo>
                    <a:pt x="3280" y="1"/>
                  </a:lnTo>
                  <a:close/>
                </a:path>
              </a:pathLst>
            </a:custGeom>
            <a:solidFill>
              <a:srgbClr val="835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8" name="Google Shape;958;p26"/>
            <p:cNvSpPr/>
            <p:nvPr/>
          </p:nvSpPr>
          <p:spPr>
            <a:xfrm>
              <a:off x="1875018" y="2471493"/>
              <a:ext cx="316216" cy="272321"/>
            </a:xfrm>
            <a:custGeom>
              <a:avLst/>
              <a:gdLst/>
              <a:ahLst/>
              <a:cxnLst/>
              <a:rect l="l" t="t" r="r" b="b"/>
              <a:pathLst>
                <a:path w="6930" h="5969" extrusionOk="0">
                  <a:moveTo>
                    <a:pt x="2336" y="0"/>
                  </a:moveTo>
                  <a:lnTo>
                    <a:pt x="0" y="1021"/>
                  </a:lnTo>
                  <a:lnTo>
                    <a:pt x="3003" y="5968"/>
                  </a:lnTo>
                  <a:lnTo>
                    <a:pt x="6929" y="707"/>
                  </a:lnTo>
                  <a:lnTo>
                    <a:pt x="5340" y="157"/>
                  </a:lnTo>
                  <a:lnTo>
                    <a:pt x="2336" y="0"/>
                  </a:lnTo>
                  <a:close/>
                </a:path>
              </a:pathLst>
            </a:custGeom>
            <a:solidFill>
              <a:srgbClr val="835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59" name="Google Shape;959;p26"/>
            <p:cNvSpPr/>
            <p:nvPr/>
          </p:nvSpPr>
          <p:spPr>
            <a:xfrm>
              <a:off x="1634006" y="2475052"/>
              <a:ext cx="778539" cy="1038094"/>
            </a:xfrm>
            <a:custGeom>
              <a:avLst/>
              <a:gdLst/>
              <a:ahLst/>
              <a:cxnLst/>
              <a:rect l="l" t="t" r="r" b="b"/>
              <a:pathLst>
                <a:path w="17062" h="22754" extrusionOk="0">
                  <a:moveTo>
                    <a:pt x="6832" y="1"/>
                  </a:moveTo>
                  <a:cubicBezTo>
                    <a:pt x="6832" y="1"/>
                    <a:pt x="3848" y="1198"/>
                    <a:pt x="2848" y="1669"/>
                  </a:cubicBezTo>
                  <a:cubicBezTo>
                    <a:pt x="1806" y="2160"/>
                    <a:pt x="0" y="8108"/>
                    <a:pt x="0" y="8108"/>
                  </a:cubicBezTo>
                  <a:lnTo>
                    <a:pt x="3298" y="9149"/>
                  </a:lnTo>
                  <a:lnTo>
                    <a:pt x="3947" y="6969"/>
                  </a:lnTo>
                  <a:lnTo>
                    <a:pt x="3947" y="6969"/>
                  </a:lnTo>
                  <a:cubicBezTo>
                    <a:pt x="3947" y="6970"/>
                    <a:pt x="3123" y="13076"/>
                    <a:pt x="2945" y="15118"/>
                  </a:cubicBezTo>
                  <a:cubicBezTo>
                    <a:pt x="2827" y="16707"/>
                    <a:pt x="2945" y="22754"/>
                    <a:pt x="2945" y="22754"/>
                  </a:cubicBezTo>
                  <a:lnTo>
                    <a:pt x="14980" y="22538"/>
                  </a:lnTo>
                  <a:cubicBezTo>
                    <a:pt x="14980" y="22538"/>
                    <a:pt x="14745" y="17277"/>
                    <a:pt x="14646" y="15824"/>
                  </a:cubicBezTo>
                  <a:cubicBezTo>
                    <a:pt x="14548" y="14607"/>
                    <a:pt x="14253" y="12035"/>
                    <a:pt x="14018" y="9895"/>
                  </a:cubicBezTo>
                  <a:cubicBezTo>
                    <a:pt x="13606" y="9090"/>
                    <a:pt x="13507" y="8168"/>
                    <a:pt x="13311" y="7304"/>
                  </a:cubicBezTo>
                  <a:cubicBezTo>
                    <a:pt x="13110" y="6486"/>
                    <a:pt x="13787" y="5955"/>
                    <a:pt x="14430" y="5955"/>
                  </a:cubicBezTo>
                  <a:cubicBezTo>
                    <a:pt x="14852" y="5955"/>
                    <a:pt x="15260" y="6185"/>
                    <a:pt x="15392" y="6715"/>
                  </a:cubicBezTo>
                  <a:cubicBezTo>
                    <a:pt x="15569" y="7500"/>
                    <a:pt x="15373" y="7755"/>
                    <a:pt x="15766" y="8461"/>
                  </a:cubicBezTo>
                  <a:lnTo>
                    <a:pt x="17061" y="8461"/>
                  </a:lnTo>
                  <a:cubicBezTo>
                    <a:pt x="17061" y="8461"/>
                    <a:pt x="16059" y="2671"/>
                    <a:pt x="15667" y="2043"/>
                  </a:cubicBezTo>
                  <a:cubicBezTo>
                    <a:pt x="15412" y="1590"/>
                    <a:pt x="11486" y="1"/>
                    <a:pt x="11486" y="1"/>
                  </a:cubicBezTo>
                  <a:lnTo>
                    <a:pt x="8973" y="3122"/>
                  </a:lnTo>
                  <a:lnTo>
                    <a:pt x="68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0" name="Google Shape;960;p26"/>
            <p:cNvSpPr/>
            <p:nvPr/>
          </p:nvSpPr>
          <p:spPr>
            <a:xfrm>
              <a:off x="1913484" y="2475052"/>
              <a:ext cx="290298" cy="195310"/>
            </a:xfrm>
            <a:custGeom>
              <a:avLst/>
              <a:gdLst/>
              <a:ahLst/>
              <a:cxnLst/>
              <a:rect l="l" t="t" r="r" b="b"/>
              <a:pathLst>
                <a:path w="6362" h="4281" extrusionOk="0">
                  <a:moveTo>
                    <a:pt x="707" y="1"/>
                  </a:moveTo>
                  <a:lnTo>
                    <a:pt x="0" y="276"/>
                  </a:lnTo>
                  <a:lnTo>
                    <a:pt x="2691" y="4281"/>
                  </a:lnTo>
                  <a:lnTo>
                    <a:pt x="6361" y="412"/>
                  </a:lnTo>
                  <a:lnTo>
                    <a:pt x="5361" y="1"/>
                  </a:lnTo>
                  <a:lnTo>
                    <a:pt x="2848" y="3122"/>
                  </a:lnTo>
                  <a:lnTo>
                    <a:pt x="70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1" name="Google Shape;961;p26"/>
            <p:cNvSpPr/>
            <p:nvPr/>
          </p:nvSpPr>
          <p:spPr>
            <a:xfrm>
              <a:off x="1924343" y="2202779"/>
              <a:ext cx="262464" cy="267074"/>
            </a:xfrm>
            <a:custGeom>
              <a:avLst/>
              <a:gdLst/>
              <a:ahLst/>
              <a:cxnLst/>
              <a:rect l="l" t="t" r="r" b="b"/>
              <a:pathLst>
                <a:path w="5752" h="5854" extrusionOk="0">
                  <a:moveTo>
                    <a:pt x="2747" y="1"/>
                  </a:moveTo>
                  <a:cubicBezTo>
                    <a:pt x="1511" y="1"/>
                    <a:pt x="548" y="1257"/>
                    <a:pt x="548" y="2493"/>
                  </a:cubicBezTo>
                  <a:lnTo>
                    <a:pt x="548" y="2631"/>
                  </a:lnTo>
                  <a:cubicBezTo>
                    <a:pt x="502" y="2619"/>
                    <a:pt x="462" y="2612"/>
                    <a:pt x="429" y="2612"/>
                  </a:cubicBezTo>
                  <a:cubicBezTo>
                    <a:pt x="1" y="2612"/>
                    <a:pt x="505" y="3588"/>
                    <a:pt x="705" y="3770"/>
                  </a:cubicBezTo>
                  <a:cubicBezTo>
                    <a:pt x="765" y="4045"/>
                    <a:pt x="843" y="4320"/>
                    <a:pt x="961" y="4516"/>
                  </a:cubicBezTo>
                  <a:cubicBezTo>
                    <a:pt x="1196" y="4987"/>
                    <a:pt x="1608" y="5045"/>
                    <a:pt x="1961" y="5320"/>
                  </a:cubicBezTo>
                  <a:cubicBezTo>
                    <a:pt x="1961" y="5320"/>
                    <a:pt x="2158" y="5713"/>
                    <a:pt x="2296" y="5773"/>
                  </a:cubicBezTo>
                  <a:cubicBezTo>
                    <a:pt x="2408" y="5824"/>
                    <a:pt x="2613" y="5853"/>
                    <a:pt x="2813" y="5853"/>
                  </a:cubicBezTo>
                  <a:cubicBezTo>
                    <a:pt x="2995" y="5853"/>
                    <a:pt x="3174" y="5829"/>
                    <a:pt x="3277" y="5773"/>
                  </a:cubicBezTo>
                  <a:cubicBezTo>
                    <a:pt x="3375" y="5713"/>
                    <a:pt x="3552" y="5360"/>
                    <a:pt x="3552" y="5360"/>
                  </a:cubicBezTo>
                  <a:cubicBezTo>
                    <a:pt x="3846" y="5124"/>
                    <a:pt x="4239" y="4948"/>
                    <a:pt x="4474" y="4574"/>
                  </a:cubicBezTo>
                  <a:cubicBezTo>
                    <a:pt x="4612" y="4359"/>
                    <a:pt x="4710" y="4124"/>
                    <a:pt x="4788" y="3868"/>
                  </a:cubicBezTo>
                  <a:cubicBezTo>
                    <a:pt x="4848" y="3868"/>
                    <a:pt x="4887" y="3888"/>
                    <a:pt x="4887" y="3888"/>
                  </a:cubicBezTo>
                  <a:cubicBezTo>
                    <a:pt x="5071" y="3851"/>
                    <a:pt x="5752" y="2613"/>
                    <a:pt x="5293" y="2613"/>
                  </a:cubicBezTo>
                  <a:cubicBezTo>
                    <a:pt x="5262" y="2613"/>
                    <a:pt x="5224" y="2619"/>
                    <a:pt x="5181" y="2631"/>
                  </a:cubicBezTo>
                  <a:cubicBezTo>
                    <a:pt x="5123" y="2650"/>
                    <a:pt x="5084" y="2690"/>
                    <a:pt x="5024" y="2729"/>
                  </a:cubicBezTo>
                  <a:cubicBezTo>
                    <a:pt x="5044" y="2650"/>
                    <a:pt x="5044" y="2572"/>
                    <a:pt x="5044" y="2493"/>
                  </a:cubicBezTo>
                  <a:cubicBezTo>
                    <a:pt x="5044" y="1257"/>
                    <a:pt x="4003" y="1"/>
                    <a:pt x="2747" y="1"/>
                  </a:cubicBezTo>
                  <a:close/>
                </a:path>
              </a:pathLst>
            </a:custGeom>
            <a:solidFill>
              <a:srgbClr val="A86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2" name="Google Shape;962;p26"/>
            <p:cNvSpPr/>
            <p:nvPr/>
          </p:nvSpPr>
          <p:spPr>
            <a:xfrm>
              <a:off x="1764779" y="2526103"/>
              <a:ext cx="647763" cy="990647"/>
            </a:xfrm>
            <a:custGeom>
              <a:avLst/>
              <a:gdLst/>
              <a:ahLst/>
              <a:cxnLst/>
              <a:rect l="l" t="t" r="r" b="b"/>
              <a:pathLst>
                <a:path w="14196" h="21714" extrusionOk="0">
                  <a:moveTo>
                    <a:pt x="11073" y="0"/>
                  </a:moveTo>
                  <a:lnTo>
                    <a:pt x="11073" y="0"/>
                  </a:lnTo>
                  <a:cubicBezTo>
                    <a:pt x="11269" y="2356"/>
                    <a:pt x="10583" y="5065"/>
                    <a:pt x="8973" y="7520"/>
                  </a:cubicBezTo>
                  <a:cubicBezTo>
                    <a:pt x="6757" y="10922"/>
                    <a:pt x="3365" y="12919"/>
                    <a:pt x="345" y="12919"/>
                  </a:cubicBezTo>
                  <a:cubicBezTo>
                    <a:pt x="315" y="12919"/>
                    <a:pt x="286" y="12918"/>
                    <a:pt x="257" y="12918"/>
                  </a:cubicBezTo>
                  <a:cubicBezTo>
                    <a:pt x="197" y="13389"/>
                    <a:pt x="158" y="13782"/>
                    <a:pt x="139" y="14096"/>
                  </a:cubicBezTo>
                  <a:cubicBezTo>
                    <a:pt x="1" y="15666"/>
                    <a:pt x="139" y="21713"/>
                    <a:pt x="139" y="21713"/>
                  </a:cubicBezTo>
                  <a:lnTo>
                    <a:pt x="12172" y="21498"/>
                  </a:lnTo>
                  <a:cubicBezTo>
                    <a:pt x="12172" y="21498"/>
                    <a:pt x="11918" y="16237"/>
                    <a:pt x="11819" y="14803"/>
                  </a:cubicBezTo>
                  <a:cubicBezTo>
                    <a:pt x="11746" y="13805"/>
                    <a:pt x="11355" y="10091"/>
                    <a:pt x="11048" y="7342"/>
                  </a:cubicBezTo>
                  <a:lnTo>
                    <a:pt x="14195" y="7342"/>
                  </a:lnTo>
                  <a:cubicBezTo>
                    <a:pt x="14195" y="7342"/>
                    <a:pt x="13233" y="1649"/>
                    <a:pt x="12860" y="1002"/>
                  </a:cubicBezTo>
                  <a:cubicBezTo>
                    <a:pt x="12743" y="825"/>
                    <a:pt x="11937" y="413"/>
                    <a:pt x="110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3" name="Google Shape;963;p26"/>
            <p:cNvSpPr/>
            <p:nvPr/>
          </p:nvSpPr>
          <p:spPr>
            <a:xfrm>
              <a:off x="1948435" y="2189321"/>
              <a:ext cx="206111" cy="142479"/>
            </a:xfrm>
            <a:custGeom>
              <a:avLst/>
              <a:gdLst/>
              <a:ahLst/>
              <a:cxnLst/>
              <a:rect l="l" t="t" r="r" b="b"/>
              <a:pathLst>
                <a:path w="4517" h="3123" extrusionOk="0">
                  <a:moveTo>
                    <a:pt x="2258" y="1"/>
                  </a:moveTo>
                  <a:cubicBezTo>
                    <a:pt x="1001" y="1"/>
                    <a:pt x="1" y="1178"/>
                    <a:pt x="1" y="2652"/>
                  </a:cubicBezTo>
                  <a:cubicBezTo>
                    <a:pt x="1" y="2809"/>
                    <a:pt x="1" y="2966"/>
                    <a:pt x="20" y="3123"/>
                  </a:cubicBezTo>
                  <a:cubicBezTo>
                    <a:pt x="216" y="1885"/>
                    <a:pt x="1140" y="943"/>
                    <a:pt x="2258" y="943"/>
                  </a:cubicBezTo>
                  <a:cubicBezTo>
                    <a:pt x="3378" y="943"/>
                    <a:pt x="4300" y="1885"/>
                    <a:pt x="4496" y="3123"/>
                  </a:cubicBezTo>
                  <a:cubicBezTo>
                    <a:pt x="4516" y="2966"/>
                    <a:pt x="4516" y="2809"/>
                    <a:pt x="4516" y="2652"/>
                  </a:cubicBezTo>
                  <a:cubicBezTo>
                    <a:pt x="4516" y="1178"/>
                    <a:pt x="3514" y="1"/>
                    <a:pt x="22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4" name="Google Shape;964;p26"/>
            <p:cNvSpPr/>
            <p:nvPr/>
          </p:nvSpPr>
          <p:spPr>
            <a:xfrm>
              <a:off x="1603526" y="2779579"/>
              <a:ext cx="392418" cy="369907"/>
            </a:xfrm>
            <a:custGeom>
              <a:avLst/>
              <a:gdLst/>
              <a:ahLst/>
              <a:cxnLst/>
              <a:rect l="l" t="t" r="r" b="b"/>
              <a:pathLst>
                <a:path w="8600" h="8108" extrusionOk="0">
                  <a:moveTo>
                    <a:pt x="1532" y="1"/>
                  </a:moveTo>
                  <a:lnTo>
                    <a:pt x="668" y="1433"/>
                  </a:lnTo>
                  <a:cubicBezTo>
                    <a:pt x="668" y="1433"/>
                    <a:pt x="1" y="2789"/>
                    <a:pt x="158" y="3220"/>
                  </a:cubicBezTo>
                  <a:cubicBezTo>
                    <a:pt x="924" y="5105"/>
                    <a:pt x="7560" y="8108"/>
                    <a:pt x="7560" y="8108"/>
                  </a:cubicBezTo>
                  <a:lnTo>
                    <a:pt x="8600" y="5870"/>
                  </a:lnTo>
                  <a:lnTo>
                    <a:pt x="3908" y="2650"/>
                  </a:lnTo>
                  <a:lnTo>
                    <a:pt x="4595" y="452"/>
                  </a:lnTo>
                  <a:lnTo>
                    <a:pt x="15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5" name="Google Shape;965;p26"/>
            <p:cNvSpPr/>
            <p:nvPr/>
          </p:nvSpPr>
          <p:spPr>
            <a:xfrm>
              <a:off x="2120457" y="2759870"/>
              <a:ext cx="308185" cy="339477"/>
            </a:xfrm>
            <a:custGeom>
              <a:avLst/>
              <a:gdLst/>
              <a:ahLst/>
              <a:cxnLst/>
              <a:rect l="l" t="t" r="r" b="b"/>
              <a:pathLst>
                <a:path w="6754" h="7441" extrusionOk="0">
                  <a:moveTo>
                    <a:pt x="2964" y="1"/>
                  </a:moveTo>
                  <a:cubicBezTo>
                    <a:pt x="2945" y="177"/>
                    <a:pt x="2945" y="3318"/>
                    <a:pt x="2945" y="3318"/>
                  </a:cubicBezTo>
                  <a:lnTo>
                    <a:pt x="0" y="5301"/>
                  </a:lnTo>
                  <a:lnTo>
                    <a:pt x="2375" y="7441"/>
                  </a:lnTo>
                  <a:lnTo>
                    <a:pt x="6754" y="4221"/>
                  </a:lnTo>
                  <a:lnTo>
                    <a:pt x="6400" y="2218"/>
                  </a:lnTo>
                  <a:lnTo>
                    <a:pt x="29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6" name="Google Shape;966;p26"/>
            <p:cNvSpPr/>
            <p:nvPr/>
          </p:nvSpPr>
          <p:spPr>
            <a:xfrm>
              <a:off x="2133826" y="2757179"/>
              <a:ext cx="139810" cy="276837"/>
            </a:xfrm>
            <a:custGeom>
              <a:avLst/>
              <a:gdLst/>
              <a:ahLst/>
              <a:cxnLst/>
              <a:rect l="l" t="t" r="r" b="b"/>
              <a:pathLst>
                <a:path w="3064" h="6068" extrusionOk="0">
                  <a:moveTo>
                    <a:pt x="2966" y="0"/>
                  </a:moveTo>
                  <a:cubicBezTo>
                    <a:pt x="2946" y="157"/>
                    <a:pt x="2946" y="3319"/>
                    <a:pt x="2946" y="3319"/>
                  </a:cubicBezTo>
                  <a:lnTo>
                    <a:pt x="1" y="5301"/>
                  </a:lnTo>
                  <a:lnTo>
                    <a:pt x="846" y="6067"/>
                  </a:lnTo>
                  <a:lnTo>
                    <a:pt x="3064" y="3711"/>
                  </a:lnTo>
                  <a:lnTo>
                    <a:pt x="296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7" name="Google Shape;967;p26"/>
            <p:cNvSpPr/>
            <p:nvPr/>
          </p:nvSpPr>
          <p:spPr>
            <a:xfrm>
              <a:off x="693412" y="3733446"/>
              <a:ext cx="2823033" cy="130793"/>
            </a:xfrm>
            <a:custGeom>
              <a:avLst/>
              <a:gdLst/>
              <a:ahLst/>
              <a:cxnLst/>
              <a:rect l="l" t="t" r="r" b="b"/>
              <a:pathLst>
                <a:path w="60920" h="2867" extrusionOk="0">
                  <a:moveTo>
                    <a:pt x="1" y="0"/>
                  </a:moveTo>
                  <a:lnTo>
                    <a:pt x="1" y="2866"/>
                  </a:lnTo>
                  <a:lnTo>
                    <a:pt x="60920" y="2866"/>
                  </a:lnTo>
                  <a:lnTo>
                    <a:pt x="609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8" name="Google Shape;968;p26"/>
            <p:cNvSpPr/>
            <p:nvPr/>
          </p:nvSpPr>
          <p:spPr>
            <a:xfrm>
              <a:off x="693412" y="3664511"/>
              <a:ext cx="2823033" cy="68985"/>
            </a:xfrm>
            <a:custGeom>
              <a:avLst/>
              <a:gdLst/>
              <a:ahLst/>
              <a:cxnLst/>
              <a:rect l="l" t="t" r="r" b="b"/>
              <a:pathLst>
                <a:path w="60920" h="1512" extrusionOk="0">
                  <a:moveTo>
                    <a:pt x="1" y="0"/>
                  </a:moveTo>
                  <a:lnTo>
                    <a:pt x="1" y="1511"/>
                  </a:lnTo>
                  <a:lnTo>
                    <a:pt x="60920" y="1511"/>
                  </a:lnTo>
                  <a:lnTo>
                    <a:pt x="609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69" name="Google Shape;969;p26"/>
            <p:cNvSpPr/>
            <p:nvPr/>
          </p:nvSpPr>
          <p:spPr>
            <a:xfrm>
              <a:off x="1747805" y="3864198"/>
              <a:ext cx="564397" cy="629727"/>
            </a:xfrm>
            <a:custGeom>
              <a:avLst/>
              <a:gdLst/>
              <a:ahLst/>
              <a:cxnLst/>
              <a:rect l="l" t="t" r="r" b="b"/>
              <a:pathLst>
                <a:path w="12369" h="13803" extrusionOk="0">
                  <a:moveTo>
                    <a:pt x="0" y="0"/>
                  </a:moveTo>
                  <a:lnTo>
                    <a:pt x="0" y="13802"/>
                  </a:lnTo>
                  <a:lnTo>
                    <a:pt x="12369" y="13802"/>
                  </a:lnTo>
                  <a:lnTo>
                    <a:pt x="123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0" name="Google Shape;970;p26"/>
            <p:cNvSpPr/>
            <p:nvPr/>
          </p:nvSpPr>
          <p:spPr>
            <a:xfrm>
              <a:off x="1403807" y="4493874"/>
              <a:ext cx="1202214" cy="285734"/>
            </a:xfrm>
            <a:custGeom>
              <a:avLst/>
              <a:gdLst/>
              <a:ahLst/>
              <a:cxnLst/>
              <a:rect l="l" t="t" r="r" b="b"/>
              <a:pathLst>
                <a:path w="26347" h="6263" extrusionOk="0">
                  <a:moveTo>
                    <a:pt x="1" y="0"/>
                  </a:moveTo>
                  <a:lnTo>
                    <a:pt x="1" y="3259"/>
                  </a:lnTo>
                  <a:lnTo>
                    <a:pt x="1" y="6262"/>
                  </a:lnTo>
                  <a:lnTo>
                    <a:pt x="8736" y="6262"/>
                  </a:lnTo>
                  <a:lnTo>
                    <a:pt x="8736" y="3259"/>
                  </a:lnTo>
                  <a:lnTo>
                    <a:pt x="17610" y="3259"/>
                  </a:lnTo>
                  <a:lnTo>
                    <a:pt x="17610" y="6262"/>
                  </a:lnTo>
                  <a:lnTo>
                    <a:pt x="26347" y="6262"/>
                  </a:lnTo>
                  <a:lnTo>
                    <a:pt x="26347" y="3259"/>
                  </a:lnTo>
                  <a:lnTo>
                    <a:pt x="263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1" name="Google Shape;971;p26"/>
            <p:cNvSpPr/>
            <p:nvPr/>
          </p:nvSpPr>
          <p:spPr>
            <a:xfrm>
              <a:off x="1445877" y="4620110"/>
              <a:ext cx="293036" cy="148729"/>
            </a:xfrm>
            <a:custGeom>
              <a:avLst/>
              <a:gdLst/>
              <a:ahLst/>
              <a:cxnLst/>
              <a:rect l="l" t="t" r="r" b="b"/>
              <a:pathLst>
                <a:path w="6422" h="3260" extrusionOk="0">
                  <a:moveTo>
                    <a:pt x="3201" y="1"/>
                  </a:moveTo>
                  <a:cubicBezTo>
                    <a:pt x="1434" y="1"/>
                    <a:pt x="1" y="1453"/>
                    <a:pt x="1" y="3260"/>
                  </a:cubicBezTo>
                  <a:lnTo>
                    <a:pt x="6421" y="3260"/>
                  </a:lnTo>
                  <a:cubicBezTo>
                    <a:pt x="6421" y="1453"/>
                    <a:pt x="4987" y="1"/>
                    <a:pt x="3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2" name="Google Shape;972;p26"/>
            <p:cNvSpPr/>
            <p:nvPr/>
          </p:nvSpPr>
          <p:spPr>
            <a:xfrm>
              <a:off x="1481696" y="4676590"/>
              <a:ext cx="220439" cy="203294"/>
            </a:xfrm>
            <a:custGeom>
              <a:avLst/>
              <a:gdLst/>
              <a:ahLst/>
              <a:cxnLst/>
              <a:rect l="l" t="t" r="r" b="b"/>
              <a:pathLst>
                <a:path w="4831" h="4456" extrusionOk="0">
                  <a:moveTo>
                    <a:pt x="2416" y="0"/>
                  </a:moveTo>
                  <a:cubicBezTo>
                    <a:pt x="1081" y="0"/>
                    <a:pt x="1" y="1001"/>
                    <a:pt x="1" y="2238"/>
                  </a:cubicBezTo>
                  <a:cubicBezTo>
                    <a:pt x="1" y="3474"/>
                    <a:pt x="1081" y="4456"/>
                    <a:pt x="2416" y="4456"/>
                  </a:cubicBezTo>
                  <a:cubicBezTo>
                    <a:pt x="3751" y="4456"/>
                    <a:pt x="4830" y="3474"/>
                    <a:pt x="4830" y="2238"/>
                  </a:cubicBezTo>
                  <a:cubicBezTo>
                    <a:pt x="4830" y="1001"/>
                    <a:pt x="3751" y="0"/>
                    <a:pt x="24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3" name="Google Shape;973;p26"/>
            <p:cNvSpPr/>
            <p:nvPr/>
          </p:nvSpPr>
          <p:spPr>
            <a:xfrm>
              <a:off x="1573091" y="4760763"/>
              <a:ext cx="38603" cy="35859"/>
            </a:xfrm>
            <a:custGeom>
              <a:avLst/>
              <a:gdLst/>
              <a:ahLst/>
              <a:cxnLst/>
              <a:rect l="l" t="t" r="r" b="b"/>
              <a:pathLst>
                <a:path w="846" h="786" extrusionOk="0">
                  <a:moveTo>
                    <a:pt x="413" y="1"/>
                  </a:moveTo>
                  <a:cubicBezTo>
                    <a:pt x="178" y="1"/>
                    <a:pt x="0" y="177"/>
                    <a:pt x="0" y="393"/>
                  </a:cubicBezTo>
                  <a:cubicBezTo>
                    <a:pt x="0" y="608"/>
                    <a:pt x="178" y="786"/>
                    <a:pt x="413" y="786"/>
                  </a:cubicBezTo>
                  <a:cubicBezTo>
                    <a:pt x="649" y="786"/>
                    <a:pt x="845" y="608"/>
                    <a:pt x="845" y="393"/>
                  </a:cubicBezTo>
                  <a:cubicBezTo>
                    <a:pt x="845" y="177"/>
                    <a:pt x="649" y="1"/>
                    <a:pt x="4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4" name="Google Shape;974;p26"/>
            <p:cNvSpPr/>
            <p:nvPr/>
          </p:nvSpPr>
          <p:spPr>
            <a:xfrm>
              <a:off x="2276326" y="4620110"/>
              <a:ext cx="292945" cy="148729"/>
            </a:xfrm>
            <a:custGeom>
              <a:avLst/>
              <a:gdLst/>
              <a:ahLst/>
              <a:cxnLst/>
              <a:rect l="l" t="t" r="r" b="b"/>
              <a:pathLst>
                <a:path w="6420" h="3260" extrusionOk="0">
                  <a:moveTo>
                    <a:pt x="3220" y="1"/>
                  </a:moveTo>
                  <a:cubicBezTo>
                    <a:pt x="1433" y="1"/>
                    <a:pt x="0" y="1453"/>
                    <a:pt x="0" y="3260"/>
                  </a:cubicBezTo>
                  <a:lnTo>
                    <a:pt x="6419" y="3260"/>
                  </a:lnTo>
                  <a:cubicBezTo>
                    <a:pt x="6419" y="1453"/>
                    <a:pt x="4987" y="1"/>
                    <a:pt x="32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5" name="Google Shape;975;p26"/>
            <p:cNvSpPr/>
            <p:nvPr/>
          </p:nvSpPr>
          <p:spPr>
            <a:xfrm>
              <a:off x="2313011" y="4677457"/>
              <a:ext cx="220393" cy="202427"/>
            </a:xfrm>
            <a:custGeom>
              <a:avLst/>
              <a:gdLst/>
              <a:ahLst/>
              <a:cxnLst/>
              <a:rect l="l" t="t" r="r" b="b"/>
              <a:pathLst>
                <a:path w="4830" h="4437" extrusionOk="0">
                  <a:moveTo>
                    <a:pt x="2416" y="0"/>
                  </a:moveTo>
                  <a:cubicBezTo>
                    <a:pt x="1081" y="0"/>
                    <a:pt x="0" y="982"/>
                    <a:pt x="0" y="2219"/>
                  </a:cubicBezTo>
                  <a:cubicBezTo>
                    <a:pt x="0" y="3455"/>
                    <a:pt x="1081" y="4437"/>
                    <a:pt x="2416" y="4437"/>
                  </a:cubicBezTo>
                  <a:cubicBezTo>
                    <a:pt x="3751" y="4437"/>
                    <a:pt x="4830" y="3455"/>
                    <a:pt x="4830" y="2219"/>
                  </a:cubicBezTo>
                  <a:cubicBezTo>
                    <a:pt x="4830" y="982"/>
                    <a:pt x="3751" y="0"/>
                    <a:pt x="24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6" name="Google Shape;976;p26"/>
            <p:cNvSpPr/>
            <p:nvPr/>
          </p:nvSpPr>
          <p:spPr>
            <a:xfrm>
              <a:off x="2403539" y="4760763"/>
              <a:ext cx="39424" cy="35859"/>
            </a:xfrm>
            <a:custGeom>
              <a:avLst/>
              <a:gdLst/>
              <a:ahLst/>
              <a:cxnLst/>
              <a:rect l="l" t="t" r="r" b="b"/>
              <a:pathLst>
                <a:path w="864" h="786" extrusionOk="0">
                  <a:moveTo>
                    <a:pt x="432" y="1"/>
                  </a:moveTo>
                  <a:cubicBezTo>
                    <a:pt x="196" y="1"/>
                    <a:pt x="0" y="177"/>
                    <a:pt x="0" y="393"/>
                  </a:cubicBezTo>
                  <a:cubicBezTo>
                    <a:pt x="0" y="608"/>
                    <a:pt x="196" y="786"/>
                    <a:pt x="432" y="786"/>
                  </a:cubicBezTo>
                  <a:cubicBezTo>
                    <a:pt x="667" y="786"/>
                    <a:pt x="864" y="608"/>
                    <a:pt x="864" y="393"/>
                  </a:cubicBezTo>
                  <a:cubicBezTo>
                    <a:pt x="864" y="177"/>
                    <a:pt x="667" y="1"/>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7" name="Google Shape;977;p26"/>
            <p:cNvSpPr/>
            <p:nvPr/>
          </p:nvSpPr>
          <p:spPr>
            <a:xfrm>
              <a:off x="717638" y="3290135"/>
              <a:ext cx="389680" cy="351841"/>
            </a:xfrm>
            <a:custGeom>
              <a:avLst/>
              <a:gdLst/>
              <a:ahLst/>
              <a:cxnLst/>
              <a:rect l="l" t="t" r="r" b="b"/>
              <a:pathLst>
                <a:path w="8540" h="7712" extrusionOk="0">
                  <a:moveTo>
                    <a:pt x="4380" y="1"/>
                  </a:moveTo>
                  <a:cubicBezTo>
                    <a:pt x="4114" y="1"/>
                    <a:pt x="3808" y="441"/>
                    <a:pt x="3632" y="569"/>
                  </a:cubicBezTo>
                  <a:cubicBezTo>
                    <a:pt x="3473" y="675"/>
                    <a:pt x="3314" y="749"/>
                    <a:pt x="3126" y="749"/>
                  </a:cubicBezTo>
                  <a:cubicBezTo>
                    <a:pt x="3106" y="749"/>
                    <a:pt x="3085" y="748"/>
                    <a:pt x="3063" y="746"/>
                  </a:cubicBezTo>
                  <a:cubicBezTo>
                    <a:pt x="2928" y="734"/>
                    <a:pt x="2786" y="723"/>
                    <a:pt x="2642" y="723"/>
                  </a:cubicBezTo>
                  <a:cubicBezTo>
                    <a:pt x="2534" y="723"/>
                    <a:pt x="2426" y="729"/>
                    <a:pt x="2317" y="746"/>
                  </a:cubicBezTo>
                  <a:cubicBezTo>
                    <a:pt x="1668" y="843"/>
                    <a:pt x="1021" y="1178"/>
                    <a:pt x="648" y="1746"/>
                  </a:cubicBezTo>
                  <a:lnTo>
                    <a:pt x="707" y="1668"/>
                  </a:lnTo>
                  <a:lnTo>
                    <a:pt x="707" y="1668"/>
                  </a:lnTo>
                  <a:cubicBezTo>
                    <a:pt x="648" y="1786"/>
                    <a:pt x="589" y="1885"/>
                    <a:pt x="530" y="2002"/>
                  </a:cubicBezTo>
                  <a:cubicBezTo>
                    <a:pt x="373" y="2395"/>
                    <a:pt x="333" y="2827"/>
                    <a:pt x="216" y="3238"/>
                  </a:cubicBezTo>
                  <a:cubicBezTo>
                    <a:pt x="158" y="3494"/>
                    <a:pt x="98" y="3710"/>
                    <a:pt x="98" y="3984"/>
                  </a:cubicBezTo>
                  <a:cubicBezTo>
                    <a:pt x="79" y="4437"/>
                    <a:pt x="0" y="4888"/>
                    <a:pt x="40" y="5340"/>
                  </a:cubicBezTo>
                  <a:cubicBezTo>
                    <a:pt x="59" y="5890"/>
                    <a:pt x="216" y="6458"/>
                    <a:pt x="569" y="6851"/>
                  </a:cubicBezTo>
                  <a:cubicBezTo>
                    <a:pt x="962" y="7303"/>
                    <a:pt x="1571" y="7518"/>
                    <a:pt x="2100" y="7656"/>
                  </a:cubicBezTo>
                  <a:cubicBezTo>
                    <a:pt x="2260" y="7695"/>
                    <a:pt x="2420" y="7712"/>
                    <a:pt x="2580" y="7712"/>
                  </a:cubicBezTo>
                  <a:cubicBezTo>
                    <a:pt x="2988" y="7712"/>
                    <a:pt x="3393" y="7601"/>
                    <a:pt x="3789" y="7460"/>
                  </a:cubicBezTo>
                  <a:cubicBezTo>
                    <a:pt x="4338" y="7264"/>
                    <a:pt x="4673" y="6714"/>
                    <a:pt x="5105" y="6301"/>
                  </a:cubicBezTo>
                  <a:cubicBezTo>
                    <a:pt x="5576" y="5869"/>
                    <a:pt x="6243" y="5929"/>
                    <a:pt x="6793" y="5712"/>
                  </a:cubicBezTo>
                  <a:cubicBezTo>
                    <a:pt x="7304" y="5516"/>
                    <a:pt x="7736" y="5222"/>
                    <a:pt x="8207" y="4947"/>
                  </a:cubicBezTo>
                  <a:cubicBezTo>
                    <a:pt x="8343" y="4848"/>
                    <a:pt x="8343" y="4652"/>
                    <a:pt x="8383" y="4476"/>
                  </a:cubicBezTo>
                  <a:cubicBezTo>
                    <a:pt x="8422" y="4240"/>
                    <a:pt x="8540" y="3906"/>
                    <a:pt x="8521" y="3652"/>
                  </a:cubicBezTo>
                  <a:cubicBezTo>
                    <a:pt x="8500" y="3513"/>
                    <a:pt x="8304" y="3435"/>
                    <a:pt x="8186" y="3356"/>
                  </a:cubicBezTo>
                  <a:cubicBezTo>
                    <a:pt x="7990" y="3259"/>
                    <a:pt x="7775" y="3160"/>
                    <a:pt x="7578" y="3063"/>
                  </a:cubicBezTo>
                  <a:cubicBezTo>
                    <a:pt x="7343" y="2924"/>
                    <a:pt x="7008" y="2846"/>
                    <a:pt x="6851" y="2610"/>
                  </a:cubicBezTo>
                  <a:cubicBezTo>
                    <a:pt x="6715" y="2395"/>
                    <a:pt x="6694" y="2081"/>
                    <a:pt x="6773" y="1825"/>
                  </a:cubicBezTo>
                  <a:cubicBezTo>
                    <a:pt x="6851" y="1629"/>
                    <a:pt x="6911" y="1296"/>
                    <a:pt x="6793" y="1099"/>
                  </a:cubicBezTo>
                  <a:cubicBezTo>
                    <a:pt x="6684" y="913"/>
                    <a:pt x="6502" y="825"/>
                    <a:pt x="6314" y="825"/>
                  </a:cubicBezTo>
                  <a:cubicBezTo>
                    <a:pt x="6264" y="825"/>
                    <a:pt x="6214" y="831"/>
                    <a:pt x="6165" y="843"/>
                  </a:cubicBezTo>
                  <a:cubicBezTo>
                    <a:pt x="6048" y="869"/>
                    <a:pt x="5958" y="955"/>
                    <a:pt x="5859" y="955"/>
                  </a:cubicBezTo>
                  <a:cubicBezTo>
                    <a:pt x="5808" y="955"/>
                    <a:pt x="5754" y="931"/>
                    <a:pt x="5694" y="864"/>
                  </a:cubicBezTo>
                  <a:cubicBezTo>
                    <a:pt x="5644" y="782"/>
                    <a:pt x="5596" y="741"/>
                    <a:pt x="5514" y="741"/>
                  </a:cubicBezTo>
                  <a:cubicBezTo>
                    <a:pt x="5497" y="741"/>
                    <a:pt x="5478" y="743"/>
                    <a:pt x="5458" y="746"/>
                  </a:cubicBezTo>
                  <a:cubicBezTo>
                    <a:pt x="5402" y="754"/>
                    <a:pt x="5378" y="762"/>
                    <a:pt x="5364" y="762"/>
                  </a:cubicBezTo>
                  <a:cubicBezTo>
                    <a:pt x="5342" y="762"/>
                    <a:pt x="5339" y="745"/>
                    <a:pt x="5281" y="686"/>
                  </a:cubicBezTo>
                  <a:cubicBezTo>
                    <a:pt x="5233" y="631"/>
                    <a:pt x="5183" y="617"/>
                    <a:pt x="5131" y="617"/>
                  </a:cubicBezTo>
                  <a:cubicBezTo>
                    <a:pt x="5077" y="617"/>
                    <a:pt x="5021" y="632"/>
                    <a:pt x="4965" y="632"/>
                  </a:cubicBezTo>
                  <a:cubicBezTo>
                    <a:pt x="4920" y="632"/>
                    <a:pt x="4875" y="623"/>
                    <a:pt x="4830" y="589"/>
                  </a:cubicBezTo>
                  <a:cubicBezTo>
                    <a:pt x="4692" y="471"/>
                    <a:pt x="4692" y="215"/>
                    <a:pt x="4555" y="79"/>
                  </a:cubicBezTo>
                  <a:cubicBezTo>
                    <a:pt x="4500" y="24"/>
                    <a:pt x="4441" y="1"/>
                    <a:pt x="4380" y="1"/>
                  </a:cubicBezTo>
                  <a:close/>
                </a:path>
              </a:pathLst>
            </a:custGeom>
            <a:solidFill>
              <a:srgbClr val="ECC3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8" name="Google Shape;978;p26"/>
            <p:cNvSpPr/>
            <p:nvPr/>
          </p:nvSpPr>
          <p:spPr>
            <a:xfrm>
              <a:off x="718505" y="3327728"/>
              <a:ext cx="388813" cy="314248"/>
            </a:xfrm>
            <a:custGeom>
              <a:avLst/>
              <a:gdLst/>
              <a:ahLst/>
              <a:cxnLst/>
              <a:rect l="l" t="t" r="r" b="b"/>
              <a:pathLst>
                <a:path w="8521" h="6888" extrusionOk="0">
                  <a:moveTo>
                    <a:pt x="6361" y="1"/>
                  </a:moveTo>
                  <a:lnTo>
                    <a:pt x="6361" y="1"/>
                  </a:lnTo>
                  <a:cubicBezTo>
                    <a:pt x="6460" y="2179"/>
                    <a:pt x="4772" y="4084"/>
                    <a:pt x="2552" y="4280"/>
                  </a:cubicBezTo>
                  <a:cubicBezTo>
                    <a:pt x="2414" y="4295"/>
                    <a:pt x="2276" y="4302"/>
                    <a:pt x="2140" y="4302"/>
                  </a:cubicBezTo>
                  <a:cubicBezTo>
                    <a:pt x="1369" y="4302"/>
                    <a:pt x="640" y="4074"/>
                    <a:pt x="40" y="3691"/>
                  </a:cubicBezTo>
                  <a:cubicBezTo>
                    <a:pt x="21" y="3966"/>
                    <a:pt x="0" y="4241"/>
                    <a:pt x="21" y="4516"/>
                  </a:cubicBezTo>
                  <a:cubicBezTo>
                    <a:pt x="40" y="5066"/>
                    <a:pt x="197" y="5634"/>
                    <a:pt x="550" y="6027"/>
                  </a:cubicBezTo>
                  <a:cubicBezTo>
                    <a:pt x="943" y="6479"/>
                    <a:pt x="1552" y="6694"/>
                    <a:pt x="2081" y="6832"/>
                  </a:cubicBezTo>
                  <a:cubicBezTo>
                    <a:pt x="2241" y="6871"/>
                    <a:pt x="2401" y="6888"/>
                    <a:pt x="2561" y="6888"/>
                  </a:cubicBezTo>
                  <a:cubicBezTo>
                    <a:pt x="2969" y="6888"/>
                    <a:pt x="3374" y="6777"/>
                    <a:pt x="3770" y="6636"/>
                  </a:cubicBezTo>
                  <a:cubicBezTo>
                    <a:pt x="4319" y="6440"/>
                    <a:pt x="4654" y="5890"/>
                    <a:pt x="5086" y="5477"/>
                  </a:cubicBezTo>
                  <a:cubicBezTo>
                    <a:pt x="5557" y="5045"/>
                    <a:pt x="6224" y="5105"/>
                    <a:pt x="6774" y="4888"/>
                  </a:cubicBezTo>
                  <a:cubicBezTo>
                    <a:pt x="7285" y="4692"/>
                    <a:pt x="7717" y="4398"/>
                    <a:pt x="8188" y="4123"/>
                  </a:cubicBezTo>
                  <a:cubicBezTo>
                    <a:pt x="8324" y="4024"/>
                    <a:pt x="8324" y="3828"/>
                    <a:pt x="8364" y="3652"/>
                  </a:cubicBezTo>
                  <a:cubicBezTo>
                    <a:pt x="8403" y="3416"/>
                    <a:pt x="8521" y="3082"/>
                    <a:pt x="8502" y="2828"/>
                  </a:cubicBezTo>
                  <a:cubicBezTo>
                    <a:pt x="8481" y="2689"/>
                    <a:pt x="8285" y="2611"/>
                    <a:pt x="8167" y="2532"/>
                  </a:cubicBezTo>
                  <a:cubicBezTo>
                    <a:pt x="7971" y="2435"/>
                    <a:pt x="7756" y="2336"/>
                    <a:pt x="7559" y="2239"/>
                  </a:cubicBezTo>
                  <a:cubicBezTo>
                    <a:pt x="7324" y="2100"/>
                    <a:pt x="6989" y="2022"/>
                    <a:pt x="6832" y="1786"/>
                  </a:cubicBezTo>
                  <a:cubicBezTo>
                    <a:pt x="6696" y="1571"/>
                    <a:pt x="6675" y="1257"/>
                    <a:pt x="6754" y="1001"/>
                  </a:cubicBezTo>
                  <a:cubicBezTo>
                    <a:pt x="6832" y="805"/>
                    <a:pt x="6892" y="472"/>
                    <a:pt x="6774" y="275"/>
                  </a:cubicBezTo>
                  <a:cubicBezTo>
                    <a:pt x="6675" y="98"/>
                    <a:pt x="6518" y="19"/>
                    <a:pt x="6361" y="1"/>
                  </a:cubicBezTo>
                  <a:close/>
                </a:path>
              </a:pathLst>
            </a:custGeom>
            <a:solidFill>
              <a:srgbClr val="D5A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79" name="Google Shape;979;p26"/>
            <p:cNvSpPr/>
            <p:nvPr/>
          </p:nvSpPr>
          <p:spPr>
            <a:xfrm>
              <a:off x="946011" y="3455789"/>
              <a:ext cx="159522" cy="143437"/>
            </a:xfrm>
            <a:custGeom>
              <a:avLst/>
              <a:gdLst/>
              <a:ahLst/>
              <a:cxnLst/>
              <a:rect l="l" t="t" r="r" b="b"/>
              <a:pathLst>
                <a:path w="3496" h="3144" extrusionOk="0">
                  <a:moveTo>
                    <a:pt x="3495" y="0"/>
                  </a:moveTo>
                  <a:cubicBezTo>
                    <a:pt x="3319" y="295"/>
                    <a:pt x="2927" y="570"/>
                    <a:pt x="2632" y="707"/>
                  </a:cubicBezTo>
                  <a:cubicBezTo>
                    <a:pt x="2220" y="924"/>
                    <a:pt x="1788" y="1100"/>
                    <a:pt x="1396" y="1374"/>
                  </a:cubicBezTo>
                  <a:cubicBezTo>
                    <a:pt x="1100" y="1591"/>
                    <a:pt x="807" y="1846"/>
                    <a:pt x="551" y="2102"/>
                  </a:cubicBezTo>
                  <a:cubicBezTo>
                    <a:pt x="433" y="2219"/>
                    <a:pt x="354" y="2337"/>
                    <a:pt x="257" y="2455"/>
                  </a:cubicBezTo>
                  <a:cubicBezTo>
                    <a:pt x="178" y="2552"/>
                    <a:pt x="61" y="2612"/>
                    <a:pt x="1" y="2730"/>
                  </a:cubicBezTo>
                  <a:lnTo>
                    <a:pt x="21" y="2749"/>
                  </a:lnTo>
                  <a:cubicBezTo>
                    <a:pt x="173" y="2570"/>
                    <a:pt x="365" y="2506"/>
                    <a:pt x="572" y="2506"/>
                  </a:cubicBezTo>
                  <a:cubicBezTo>
                    <a:pt x="979" y="2506"/>
                    <a:pt x="1443" y="2757"/>
                    <a:pt x="1768" y="2887"/>
                  </a:cubicBezTo>
                  <a:cubicBezTo>
                    <a:pt x="1906" y="2965"/>
                    <a:pt x="2024" y="3044"/>
                    <a:pt x="2160" y="3102"/>
                  </a:cubicBezTo>
                  <a:cubicBezTo>
                    <a:pt x="2222" y="3126"/>
                    <a:pt x="2237" y="3144"/>
                    <a:pt x="2264" y="3144"/>
                  </a:cubicBezTo>
                  <a:cubicBezTo>
                    <a:pt x="2280" y="3144"/>
                    <a:pt x="2300" y="3137"/>
                    <a:pt x="2338" y="3122"/>
                  </a:cubicBezTo>
                  <a:cubicBezTo>
                    <a:pt x="2396" y="3083"/>
                    <a:pt x="2456" y="3005"/>
                    <a:pt x="2495" y="2965"/>
                  </a:cubicBezTo>
                  <a:cubicBezTo>
                    <a:pt x="2691" y="2709"/>
                    <a:pt x="2867" y="2376"/>
                    <a:pt x="3005" y="2081"/>
                  </a:cubicBezTo>
                  <a:cubicBezTo>
                    <a:pt x="3319" y="1414"/>
                    <a:pt x="3417" y="707"/>
                    <a:pt x="3495" y="0"/>
                  </a:cubicBezTo>
                  <a:close/>
                </a:path>
              </a:pathLst>
            </a:custGeom>
            <a:solidFill>
              <a:srgbClr val="D5A8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0" name="Google Shape;980;p26"/>
            <p:cNvSpPr/>
            <p:nvPr/>
          </p:nvSpPr>
          <p:spPr>
            <a:xfrm>
              <a:off x="629848" y="3316049"/>
              <a:ext cx="320733" cy="362151"/>
            </a:xfrm>
            <a:custGeom>
              <a:avLst/>
              <a:gdLst/>
              <a:ahLst/>
              <a:cxnLst/>
              <a:rect l="l" t="t" r="r" b="b"/>
              <a:pathLst>
                <a:path w="7029" h="7938" extrusionOk="0">
                  <a:moveTo>
                    <a:pt x="2977" y="1"/>
                  </a:moveTo>
                  <a:cubicBezTo>
                    <a:pt x="2788" y="1"/>
                    <a:pt x="2594" y="44"/>
                    <a:pt x="2435" y="99"/>
                  </a:cubicBezTo>
                  <a:cubicBezTo>
                    <a:pt x="1650" y="414"/>
                    <a:pt x="864" y="1120"/>
                    <a:pt x="530" y="1964"/>
                  </a:cubicBezTo>
                  <a:cubicBezTo>
                    <a:pt x="1" y="3299"/>
                    <a:pt x="79" y="5066"/>
                    <a:pt x="943" y="6225"/>
                  </a:cubicBezTo>
                  <a:cubicBezTo>
                    <a:pt x="1629" y="7167"/>
                    <a:pt x="2729" y="7814"/>
                    <a:pt x="3809" y="7913"/>
                  </a:cubicBezTo>
                  <a:cubicBezTo>
                    <a:pt x="3955" y="7929"/>
                    <a:pt x="4107" y="7937"/>
                    <a:pt x="4261" y="7937"/>
                  </a:cubicBezTo>
                  <a:cubicBezTo>
                    <a:pt x="5057" y="7937"/>
                    <a:pt x="5916" y="7707"/>
                    <a:pt x="6459" y="7049"/>
                  </a:cubicBezTo>
                  <a:cubicBezTo>
                    <a:pt x="6793" y="6657"/>
                    <a:pt x="6773" y="6146"/>
                    <a:pt x="7029" y="5733"/>
                  </a:cubicBezTo>
                  <a:cubicBezTo>
                    <a:pt x="6223" y="5557"/>
                    <a:pt x="5537" y="5165"/>
                    <a:pt x="4869" y="4576"/>
                  </a:cubicBezTo>
                  <a:cubicBezTo>
                    <a:pt x="4456" y="4202"/>
                    <a:pt x="4202" y="3515"/>
                    <a:pt x="4005" y="2966"/>
                  </a:cubicBezTo>
                  <a:cubicBezTo>
                    <a:pt x="3749" y="2180"/>
                    <a:pt x="3475" y="1160"/>
                    <a:pt x="3671" y="335"/>
                  </a:cubicBezTo>
                  <a:lnTo>
                    <a:pt x="3632" y="236"/>
                  </a:lnTo>
                  <a:lnTo>
                    <a:pt x="3632" y="236"/>
                  </a:lnTo>
                  <a:cubicBezTo>
                    <a:pt x="3632" y="273"/>
                    <a:pt x="3632" y="327"/>
                    <a:pt x="3648" y="366"/>
                  </a:cubicBezTo>
                  <a:lnTo>
                    <a:pt x="3648" y="366"/>
                  </a:lnTo>
                  <a:cubicBezTo>
                    <a:pt x="3518" y="92"/>
                    <a:pt x="3252" y="1"/>
                    <a:pt x="29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1" name="Google Shape;981;p26"/>
            <p:cNvSpPr/>
            <p:nvPr/>
          </p:nvSpPr>
          <p:spPr>
            <a:xfrm>
              <a:off x="785716" y="3323257"/>
              <a:ext cx="157697" cy="272594"/>
            </a:xfrm>
            <a:custGeom>
              <a:avLst/>
              <a:gdLst/>
              <a:ahLst/>
              <a:cxnLst/>
              <a:rect l="l" t="t" r="r" b="b"/>
              <a:pathLst>
                <a:path w="3456" h="5975" extrusionOk="0">
                  <a:moveTo>
                    <a:pt x="148" y="0"/>
                  </a:moveTo>
                  <a:cubicBezTo>
                    <a:pt x="66" y="0"/>
                    <a:pt x="67" y="77"/>
                    <a:pt x="40" y="295"/>
                  </a:cubicBezTo>
                  <a:cubicBezTo>
                    <a:pt x="1" y="589"/>
                    <a:pt x="1" y="884"/>
                    <a:pt x="1" y="1178"/>
                  </a:cubicBezTo>
                  <a:cubicBezTo>
                    <a:pt x="1" y="2454"/>
                    <a:pt x="255" y="3847"/>
                    <a:pt x="1139" y="4732"/>
                  </a:cubicBezTo>
                  <a:cubicBezTo>
                    <a:pt x="1511" y="5085"/>
                    <a:pt x="1943" y="5379"/>
                    <a:pt x="2375" y="5654"/>
                  </a:cubicBezTo>
                  <a:cubicBezTo>
                    <a:pt x="2592" y="5792"/>
                    <a:pt x="2807" y="5850"/>
                    <a:pt x="3063" y="5928"/>
                  </a:cubicBezTo>
                  <a:cubicBezTo>
                    <a:pt x="3168" y="5958"/>
                    <a:pt x="3238" y="5975"/>
                    <a:pt x="3287" y="5975"/>
                  </a:cubicBezTo>
                  <a:cubicBezTo>
                    <a:pt x="3404" y="5975"/>
                    <a:pt x="3400" y="5878"/>
                    <a:pt x="3456" y="5614"/>
                  </a:cubicBezTo>
                  <a:cubicBezTo>
                    <a:pt x="2572" y="5595"/>
                    <a:pt x="1650" y="4790"/>
                    <a:pt x="1197" y="3965"/>
                  </a:cubicBezTo>
                  <a:cubicBezTo>
                    <a:pt x="569" y="2808"/>
                    <a:pt x="315" y="1295"/>
                    <a:pt x="315" y="39"/>
                  </a:cubicBezTo>
                  <a:cubicBezTo>
                    <a:pt x="237" y="15"/>
                    <a:pt x="184" y="0"/>
                    <a:pt x="1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2" name="Google Shape;982;p26"/>
            <p:cNvSpPr/>
            <p:nvPr/>
          </p:nvSpPr>
          <p:spPr>
            <a:xfrm>
              <a:off x="1032935" y="3268693"/>
              <a:ext cx="1076822" cy="399060"/>
            </a:xfrm>
            <a:custGeom>
              <a:avLst/>
              <a:gdLst/>
              <a:ahLst/>
              <a:cxnLst/>
              <a:rect l="l" t="t" r="r" b="b"/>
              <a:pathLst>
                <a:path w="23599" h="8747" extrusionOk="0">
                  <a:moveTo>
                    <a:pt x="16719" y="1"/>
                  </a:moveTo>
                  <a:cubicBezTo>
                    <a:pt x="13036" y="1"/>
                    <a:pt x="8654" y="72"/>
                    <a:pt x="5655" y="352"/>
                  </a:cubicBezTo>
                  <a:cubicBezTo>
                    <a:pt x="4653" y="450"/>
                    <a:pt x="1729" y="2119"/>
                    <a:pt x="1041" y="3120"/>
                  </a:cubicBezTo>
                  <a:cubicBezTo>
                    <a:pt x="472" y="3983"/>
                    <a:pt x="98" y="6418"/>
                    <a:pt x="1" y="6791"/>
                  </a:cubicBezTo>
                  <a:cubicBezTo>
                    <a:pt x="1" y="6791"/>
                    <a:pt x="1001" y="7852"/>
                    <a:pt x="1394" y="8067"/>
                  </a:cubicBezTo>
                  <a:cubicBezTo>
                    <a:pt x="1826" y="8323"/>
                    <a:pt x="3318" y="8616"/>
                    <a:pt x="3357" y="8616"/>
                  </a:cubicBezTo>
                  <a:cubicBezTo>
                    <a:pt x="3391" y="8616"/>
                    <a:pt x="5870" y="8747"/>
                    <a:pt x="7113" y="8747"/>
                  </a:cubicBezTo>
                  <a:cubicBezTo>
                    <a:pt x="7322" y="8747"/>
                    <a:pt x="7497" y="8743"/>
                    <a:pt x="7618" y="8734"/>
                  </a:cubicBezTo>
                  <a:cubicBezTo>
                    <a:pt x="11367" y="8519"/>
                    <a:pt x="23559" y="7910"/>
                    <a:pt x="23559" y="7910"/>
                  </a:cubicBezTo>
                  <a:lnTo>
                    <a:pt x="23599" y="77"/>
                  </a:lnTo>
                  <a:cubicBezTo>
                    <a:pt x="23599" y="77"/>
                    <a:pt x="20534" y="1"/>
                    <a:pt x="167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3" name="Google Shape;983;p26"/>
            <p:cNvSpPr/>
            <p:nvPr/>
          </p:nvSpPr>
          <p:spPr>
            <a:xfrm>
              <a:off x="1032935" y="3262260"/>
              <a:ext cx="1076822" cy="405493"/>
            </a:xfrm>
            <a:custGeom>
              <a:avLst/>
              <a:gdLst/>
              <a:ahLst/>
              <a:cxnLst/>
              <a:rect l="l" t="t" r="r" b="b"/>
              <a:pathLst>
                <a:path w="23599" h="8888" extrusionOk="0">
                  <a:moveTo>
                    <a:pt x="18998" y="1"/>
                  </a:moveTo>
                  <a:cubicBezTo>
                    <a:pt x="17981" y="1"/>
                    <a:pt x="16903" y="37"/>
                    <a:pt x="15883" y="140"/>
                  </a:cubicBezTo>
                  <a:cubicBezTo>
                    <a:pt x="14705" y="2632"/>
                    <a:pt x="12958" y="4242"/>
                    <a:pt x="10170" y="5852"/>
                  </a:cubicBezTo>
                  <a:cubicBezTo>
                    <a:pt x="8156" y="7013"/>
                    <a:pt x="5892" y="7488"/>
                    <a:pt x="3796" y="7488"/>
                  </a:cubicBezTo>
                  <a:cubicBezTo>
                    <a:pt x="2419" y="7488"/>
                    <a:pt x="1114" y="7283"/>
                    <a:pt x="1" y="6932"/>
                  </a:cubicBezTo>
                  <a:lnTo>
                    <a:pt x="1" y="6932"/>
                  </a:lnTo>
                  <a:cubicBezTo>
                    <a:pt x="216" y="7325"/>
                    <a:pt x="1100" y="8051"/>
                    <a:pt x="1394" y="8208"/>
                  </a:cubicBezTo>
                  <a:cubicBezTo>
                    <a:pt x="1826" y="8464"/>
                    <a:pt x="3279" y="8757"/>
                    <a:pt x="3318" y="8757"/>
                  </a:cubicBezTo>
                  <a:cubicBezTo>
                    <a:pt x="3352" y="8757"/>
                    <a:pt x="5817" y="8888"/>
                    <a:pt x="7055" y="8888"/>
                  </a:cubicBezTo>
                  <a:cubicBezTo>
                    <a:pt x="7264" y="8888"/>
                    <a:pt x="7437" y="8884"/>
                    <a:pt x="7559" y="8875"/>
                  </a:cubicBezTo>
                  <a:cubicBezTo>
                    <a:pt x="11328" y="8660"/>
                    <a:pt x="23559" y="8051"/>
                    <a:pt x="23559" y="8051"/>
                  </a:cubicBezTo>
                  <a:lnTo>
                    <a:pt x="23599" y="218"/>
                  </a:lnTo>
                  <a:cubicBezTo>
                    <a:pt x="23599" y="218"/>
                    <a:pt x="21483" y="1"/>
                    <a:pt x="1899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4" name="Google Shape;984;p26"/>
            <p:cNvSpPr/>
            <p:nvPr/>
          </p:nvSpPr>
          <p:spPr>
            <a:xfrm>
              <a:off x="1217504" y="3175989"/>
              <a:ext cx="2255673" cy="495734"/>
            </a:xfrm>
            <a:custGeom>
              <a:avLst/>
              <a:gdLst/>
              <a:ahLst/>
              <a:cxnLst/>
              <a:rect l="l" t="t" r="r" b="b"/>
              <a:pathLst>
                <a:path w="49434" h="10866" extrusionOk="0">
                  <a:moveTo>
                    <a:pt x="30430" y="1"/>
                  </a:moveTo>
                  <a:cubicBezTo>
                    <a:pt x="16930" y="1"/>
                    <a:pt x="1354" y="1775"/>
                    <a:pt x="1354" y="1775"/>
                  </a:cubicBezTo>
                  <a:lnTo>
                    <a:pt x="0" y="10865"/>
                  </a:lnTo>
                  <a:lnTo>
                    <a:pt x="0" y="10865"/>
                  </a:lnTo>
                  <a:lnTo>
                    <a:pt x="49434" y="10708"/>
                  </a:lnTo>
                  <a:cubicBezTo>
                    <a:pt x="49434" y="10708"/>
                    <a:pt x="46783" y="1560"/>
                    <a:pt x="44270" y="1029"/>
                  </a:cubicBezTo>
                  <a:cubicBezTo>
                    <a:pt x="40680" y="272"/>
                    <a:pt x="35714" y="1"/>
                    <a:pt x="30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5" name="Google Shape;985;p26"/>
            <p:cNvSpPr/>
            <p:nvPr/>
          </p:nvSpPr>
          <p:spPr>
            <a:xfrm>
              <a:off x="2160702" y="3178133"/>
              <a:ext cx="1312456" cy="497148"/>
            </a:xfrm>
            <a:custGeom>
              <a:avLst/>
              <a:gdLst/>
              <a:ahLst/>
              <a:cxnLst/>
              <a:rect l="l" t="t" r="r" b="b"/>
              <a:pathLst>
                <a:path w="28763" h="10897" extrusionOk="0">
                  <a:moveTo>
                    <a:pt x="12958" y="0"/>
                  </a:moveTo>
                  <a:cubicBezTo>
                    <a:pt x="12840" y="3751"/>
                    <a:pt x="7089" y="8423"/>
                    <a:pt x="1" y="10897"/>
                  </a:cubicBezTo>
                  <a:lnTo>
                    <a:pt x="28763" y="10661"/>
                  </a:lnTo>
                  <a:cubicBezTo>
                    <a:pt x="28763" y="10661"/>
                    <a:pt x="26112" y="1513"/>
                    <a:pt x="23599" y="982"/>
                  </a:cubicBezTo>
                  <a:cubicBezTo>
                    <a:pt x="20753" y="374"/>
                    <a:pt x="17023" y="79"/>
                    <a:pt x="129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6" name="Google Shape;986;p26"/>
            <p:cNvSpPr/>
            <p:nvPr/>
          </p:nvSpPr>
          <p:spPr>
            <a:xfrm>
              <a:off x="1110869" y="3240818"/>
              <a:ext cx="349389" cy="434463"/>
            </a:xfrm>
            <a:custGeom>
              <a:avLst/>
              <a:gdLst/>
              <a:ahLst/>
              <a:cxnLst/>
              <a:rect l="l" t="t" r="r" b="b"/>
              <a:pathLst>
                <a:path w="7657" h="9523" extrusionOk="0">
                  <a:moveTo>
                    <a:pt x="7225" y="0"/>
                  </a:moveTo>
                  <a:lnTo>
                    <a:pt x="3397" y="178"/>
                  </a:lnTo>
                  <a:lnTo>
                    <a:pt x="0" y="9523"/>
                  </a:lnTo>
                  <a:lnTo>
                    <a:pt x="7657" y="9523"/>
                  </a:lnTo>
                  <a:lnTo>
                    <a:pt x="72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7" name="Google Shape;987;p26"/>
            <p:cNvSpPr/>
            <p:nvPr/>
          </p:nvSpPr>
          <p:spPr>
            <a:xfrm>
              <a:off x="1694921" y="3170971"/>
              <a:ext cx="538434" cy="428167"/>
            </a:xfrm>
            <a:custGeom>
              <a:avLst/>
              <a:gdLst/>
              <a:ahLst/>
              <a:cxnLst/>
              <a:rect l="l" t="t" r="r" b="b"/>
              <a:pathLst>
                <a:path w="11800" h="9385" extrusionOk="0">
                  <a:moveTo>
                    <a:pt x="11800" y="0"/>
                  </a:moveTo>
                  <a:lnTo>
                    <a:pt x="0" y="845"/>
                  </a:lnTo>
                  <a:lnTo>
                    <a:pt x="1100" y="9384"/>
                  </a:lnTo>
                  <a:lnTo>
                    <a:pt x="11132" y="9384"/>
                  </a:lnTo>
                  <a:lnTo>
                    <a:pt x="118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8" name="Google Shape;988;p26"/>
            <p:cNvSpPr/>
            <p:nvPr/>
          </p:nvSpPr>
          <p:spPr>
            <a:xfrm>
              <a:off x="693412" y="3733449"/>
              <a:ext cx="2823033" cy="43937"/>
            </a:xfrm>
            <a:custGeom>
              <a:avLst/>
              <a:gdLst/>
              <a:ahLst/>
              <a:cxnLst/>
              <a:rect l="l" t="t" r="r" b="b"/>
              <a:pathLst>
                <a:path w="60920" h="963" extrusionOk="0">
                  <a:moveTo>
                    <a:pt x="1" y="0"/>
                  </a:moveTo>
                  <a:lnTo>
                    <a:pt x="1" y="963"/>
                  </a:lnTo>
                  <a:lnTo>
                    <a:pt x="60920" y="963"/>
                  </a:lnTo>
                  <a:lnTo>
                    <a:pt x="609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89" name="Google Shape;989;p26"/>
            <p:cNvSpPr/>
            <p:nvPr/>
          </p:nvSpPr>
          <p:spPr>
            <a:xfrm>
              <a:off x="1745067" y="3854389"/>
              <a:ext cx="575166" cy="630594"/>
            </a:xfrm>
            <a:custGeom>
              <a:avLst/>
              <a:gdLst/>
              <a:ahLst/>
              <a:cxnLst/>
              <a:rect l="l" t="t" r="r" b="b"/>
              <a:pathLst>
                <a:path w="12605" h="13822" extrusionOk="0">
                  <a:moveTo>
                    <a:pt x="6303" y="0"/>
                  </a:moveTo>
                  <a:lnTo>
                    <a:pt x="5440" y="1904"/>
                  </a:lnTo>
                  <a:lnTo>
                    <a:pt x="60" y="1904"/>
                  </a:lnTo>
                  <a:lnTo>
                    <a:pt x="60" y="2749"/>
                  </a:lnTo>
                  <a:lnTo>
                    <a:pt x="5047" y="2749"/>
                  </a:lnTo>
                  <a:lnTo>
                    <a:pt x="4595" y="3749"/>
                  </a:lnTo>
                  <a:lnTo>
                    <a:pt x="60" y="3749"/>
                  </a:lnTo>
                  <a:lnTo>
                    <a:pt x="60" y="4299"/>
                  </a:lnTo>
                  <a:lnTo>
                    <a:pt x="4340" y="4299"/>
                  </a:lnTo>
                  <a:lnTo>
                    <a:pt x="1" y="13821"/>
                  </a:lnTo>
                  <a:lnTo>
                    <a:pt x="12604" y="13821"/>
                  </a:lnTo>
                  <a:lnTo>
                    <a:pt x="126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0" name="Google Shape;990;p26"/>
            <p:cNvSpPr/>
            <p:nvPr/>
          </p:nvSpPr>
          <p:spPr>
            <a:xfrm>
              <a:off x="2048774" y="2933645"/>
              <a:ext cx="246356" cy="251882"/>
            </a:xfrm>
            <a:custGeom>
              <a:avLst/>
              <a:gdLst/>
              <a:ahLst/>
              <a:cxnLst/>
              <a:rect l="l" t="t" r="r" b="b"/>
              <a:pathLst>
                <a:path w="5399" h="5521" extrusionOk="0">
                  <a:moveTo>
                    <a:pt x="3200" y="0"/>
                  </a:moveTo>
                  <a:lnTo>
                    <a:pt x="1865" y="1433"/>
                  </a:lnTo>
                  <a:cubicBezTo>
                    <a:pt x="1689" y="1590"/>
                    <a:pt x="1218" y="2218"/>
                    <a:pt x="904" y="2650"/>
                  </a:cubicBezTo>
                  <a:cubicBezTo>
                    <a:pt x="844" y="2631"/>
                    <a:pt x="805" y="2631"/>
                    <a:pt x="726" y="2631"/>
                  </a:cubicBezTo>
                  <a:cubicBezTo>
                    <a:pt x="412" y="2846"/>
                    <a:pt x="1" y="3789"/>
                    <a:pt x="59" y="4181"/>
                  </a:cubicBezTo>
                  <a:cubicBezTo>
                    <a:pt x="98" y="4574"/>
                    <a:pt x="393" y="4417"/>
                    <a:pt x="629" y="4712"/>
                  </a:cubicBezTo>
                  <a:cubicBezTo>
                    <a:pt x="766" y="4888"/>
                    <a:pt x="805" y="5320"/>
                    <a:pt x="1001" y="5458"/>
                  </a:cubicBezTo>
                  <a:cubicBezTo>
                    <a:pt x="1069" y="5502"/>
                    <a:pt x="1128" y="5520"/>
                    <a:pt x="1182" y="5520"/>
                  </a:cubicBezTo>
                  <a:cubicBezTo>
                    <a:pt x="1393" y="5520"/>
                    <a:pt x="1512" y="5229"/>
                    <a:pt x="1669" y="5026"/>
                  </a:cubicBezTo>
                  <a:cubicBezTo>
                    <a:pt x="1846" y="4810"/>
                    <a:pt x="2101" y="4613"/>
                    <a:pt x="2278" y="4378"/>
                  </a:cubicBezTo>
                  <a:cubicBezTo>
                    <a:pt x="2415" y="4181"/>
                    <a:pt x="2474" y="3966"/>
                    <a:pt x="2375" y="3789"/>
                  </a:cubicBezTo>
                  <a:lnTo>
                    <a:pt x="5399" y="2414"/>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1" name="Google Shape;991;p26"/>
            <p:cNvSpPr/>
            <p:nvPr/>
          </p:nvSpPr>
          <p:spPr>
            <a:xfrm>
              <a:off x="1857086" y="2984650"/>
              <a:ext cx="233808" cy="224919"/>
            </a:xfrm>
            <a:custGeom>
              <a:avLst/>
              <a:gdLst/>
              <a:ahLst/>
              <a:cxnLst/>
              <a:rect l="l" t="t" r="r" b="b"/>
              <a:pathLst>
                <a:path w="5124" h="4930" extrusionOk="0">
                  <a:moveTo>
                    <a:pt x="1728" y="1"/>
                  </a:moveTo>
                  <a:cubicBezTo>
                    <a:pt x="1696" y="1"/>
                    <a:pt x="0" y="2848"/>
                    <a:pt x="0" y="2848"/>
                  </a:cubicBezTo>
                  <a:lnTo>
                    <a:pt x="2689" y="3869"/>
                  </a:lnTo>
                  <a:cubicBezTo>
                    <a:pt x="2592" y="3948"/>
                    <a:pt x="2532" y="4065"/>
                    <a:pt x="2611" y="4280"/>
                  </a:cubicBezTo>
                  <a:cubicBezTo>
                    <a:pt x="2689" y="4516"/>
                    <a:pt x="3063" y="4673"/>
                    <a:pt x="3278" y="4752"/>
                  </a:cubicBezTo>
                  <a:cubicBezTo>
                    <a:pt x="3541" y="4843"/>
                    <a:pt x="3836" y="4929"/>
                    <a:pt x="4110" y="4929"/>
                  </a:cubicBezTo>
                  <a:cubicBezTo>
                    <a:pt x="4369" y="4929"/>
                    <a:pt x="4610" y="4853"/>
                    <a:pt x="4791" y="4634"/>
                  </a:cubicBezTo>
                  <a:cubicBezTo>
                    <a:pt x="5124" y="4241"/>
                    <a:pt x="5066" y="3534"/>
                    <a:pt x="4830" y="3063"/>
                  </a:cubicBezTo>
                  <a:cubicBezTo>
                    <a:pt x="4724" y="2834"/>
                    <a:pt x="4554" y="2237"/>
                    <a:pt x="4305" y="2237"/>
                  </a:cubicBezTo>
                  <a:cubicBezTo>
                    <a:pt x="4278" y="2237"/>
                    <a:pt x="4250" y="2244"/>
                    <a:pt x="4221" y="2259"/>
                  </a:cubicBezTo>
                  <a:lnTo>
                    <a:pt x="4142" y="2259"/>
                  </a:lnTo>
                  <a:lnTo>
                    <a:pt x="1728" y="1"/>
                  </a:lnTo>
                  <a:cubicBezTo>
                    <a:pt x="1728" y="1"/>
                    <a:pt x="1728" y="1"/>
                    <a:pt x="1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2" name="Google Shape;992;p26"/>
            <p:cNvSpPr/>
            <p:nvPr/>
          </p:nvSpPr>
          <p:spPr>
            <a:xfrm>
              <a:off x="645955" y="4116762"/>
              <a:ext cx="636082" cy="773028"/>
            </a:xfrm>
            <a:custGeom>
              <a:avLst/>
              <a:gdLst/>
              <a:ahLst/>
              <a:cxnLst/>
              <a:rect l="l" t="t" r="r" b="b"/>
              <a:pathLst>
                <a:path w="13940" h="16944" extrusionOk="0">
                  <a:moveTo>
                    <a:pt x="1" y="1"/>
                  </a:moveTo>
                  <a:lnTo>
                    <a:pt x="1" y="16944"/>
                  </a:lnTo>
                  <a:lnTo>
                    <a:pt x="13940" y="16944"/>
                  </a:lnTo>
                  <a:lnTo>
                    <a:pt x="139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3" name="Google Shape;993;p26"/>
            <p:cNvSpPr/>
            <p:nvPr/>
          </p:nvSpPr>
          <p:spPr>
            <a:xfrm>
              <a:off x="585040" y="4116762"/>
              <a:ext cx="753397" cy="52922"/>
            </a:xfrm>
            <a:custGeom>
              <a:avLst/>
              <a:gdLst/>
              <a:ahLst/>
              <a:cxnLst/>
              <a:rect l="l" t="t" r="r" b="b"/>
              <a:pathLst>
                <a:path w="16511" h="1160" extrusionOk="0">
                  <a:moveTo>
                    <a:pt x="1" y="1"/>
                  </a:moveTo>
                  <a:lnTo>
                    <a:pt x="1" y="1160"/>
                  </a:lnTo>
                  <a:lnTo>
                    <a:pt x="16511" y="1160"/>
                  </a:lnTo>
                  <a:lnTo>
                    <a:pt x="165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4" name="Google Shape;994;p26"/>
            <p:cNvSpPr/>
            <p:nvPr/>
          </p:nvSpPr>
          <p:spPr>
            <a:xfrm>
              <a:off x="848411" y="4169638"/>
              <a:ext cx="433622" cy="675395"/>
            </a:xfrm>
            <a:custGeom>
              <a:avLst/>
              <a:gdLst/>
              <a:ahLst/>
              <a:cxnLst/>
              <a:rect l="l" t="t" r="r" b="b"/>
              <a:pathLst>
                <a:path w="9503" h="14804" extrusionOk="0">
                  <a:moveTo>
                    <a:pt x="6027" y="1"/>
                  </a:moveTo>
                  <a:lnTo>
                    <a:pt x="1" y="14803"/>
                  </a:lnTo>
                  <a:lnTo>
                    <a:pt x="9503" y="14803"/>
                  </a:lnTo>
                  <a:lnTo>
                    <a:pt x="95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5" name="Google Shape;995;p26"/>
            <p:cNvSpPr/>
            <p:nvPr/>
          </p:nvSpPr>
          <p:spPr>
            <a:xfrm>
              <a:off x="601193" y="4844981"/>
              <a:ext cx="720270" cy="44801"/>
            </a:xfrm>
            <a:custGeom>
              <a:avLst/>
              <a:gdLst/>
              <a:ahLst/>
              <a:cxnLst/>
              <a:rect l="l" t="t" r="r" b="b"/>
              <a:pathLst>
                <a:path w="15785" h="982" extrusionOk="0">
                  <a:moveTo>
                    <a:pt x="0" y="0"/>
                  </a:moveTo>
                  <a:lnTo>
                    <a:pt x="0" y="982"/>
                  </a:lnTo>
                  <a:lnTo>
                    <a:pt x="15784" y="982"/>
                  </a:lnTo>
                  <a:lnTo>
                    <a:pt x="157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6" name="Google Shape;996;p26"/>
            <p:cNvSpPr/>
            <p:nvPr/>
          </p:nvSpPr>
          <p:spPr>
            <a:xfrm>
              <a:off x="532156" y="3997688"/>
              <a:ext cx="846619" cy="119120"/>
            </a:xfrm>
            <a:custGeom>
              <a:avLst/>
              <a:gdLst/>
              <a:ahLst/>
              <a:cxnLst/>
              <a:rect l="l" t="t" r="r" b="b"/>
              <a:pathLst>
                <a:path w="18554" h="2611" extrusionOk="0">
                  <a:moveTo>
                    <a:pt x="1" y="0"/>
                  </a:moveTo>
                  <a:lnTo>
                    <a:pt x="1" y="2611"/>
                  </a:lnTo>
                  <a:lnTo>
                    <a:pt x="18554" y="2611"/>
                  </a:lnTo>
                  <a:lnTo>
                    <a:pt x="185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7" name="Google Shape;997;p26"/>
            <p:cNvSpPr/>
            <p:nvPr/>
          </p:nvSpPr>
          <p:spPr>
            <a:xfrm>
              <a:off x="519653" y="3993770"/>
              <a:ext cx="880659" cy="23683"/>
            </a:xfrm>
            <a:custGeom>
              <a:avLst/>
              <a:gdLst/>
              <a:ahLst/>
              <a:cxnLst/>
              <a:rect l="l" t="t" r="r" b="b"/>
              <a:pathLst>
                <a:path w="19300" h="433" extrusionOk="0">
                  <a:moveTo>
                    <a:pt x="0" y="0"/>
                  </a:moveTo>
                  <a:lnTo>
                    <a:pt x="0" y="432"/>
                  </a:lnTo>
                  <a:lnTo>
                    <a:pt x="19299" y="432"/>
                  </a:lnTo>
                  <a:lnTo>
                    <a:pt x="19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8" name="Google Shape;998;p26"/>
            <p:cNvSpPr/>
            <p:nvPr/>
          </p:nvSpPr>
          <p:spPr>
            <a:xfrm>
              <a:off x="645948" y="3711100"/>
              <a:ext cx="524061" cy="282672"/>
            </a:xfrm>
            <a:custGeom>
              <a:avLst/>
              <a:gdLst/>
              <a:ahLst/>
              <a:cxnLst/>
              <a:rect l="l" t="t" r="r" b="b"/>
              <a:pathLst>
                <a:path w="11485" h="6283" extrusionOk="0">
                  <a:moveTo>
                    <a:pt x="1" y="0"/>
                  </a:moveTo>
                  <a:lnTo>
                    <a:pt x="1" y="6282"/>
                  </a:lnTo>
                  <a:lnTo>
                    <a:pt x="11485" y="6282"/>
                  </a:lnTo>
                  <a:lnTo>
                    <a:pt x="114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999" name="Google Shape;999;p26"/>
            <p:cNvSpPr/>
            <p:nvPr/>
          </p:nvSpPr>
          <p:spPr>
            <a:xfrm>
              <a:off x="691629" y="3759450"/>
              <a:ext cx="269719" cy="57347"/>
            </a:xfrm>
            <a:custGeom>
              <a:avLst/>
              <a:gdLst/>
              <a:ahLst/>
              <a:cxnLst/>
              <a:rect l="l" t="t" r="r" b="b"/>
              <a:pathLst>
                <a:path w="5911" h="1257" extrusionOk="0">
                  <a:moveTo>
                    <a:pt x="0" y="0"/>
                  </a:moveTo>
                  <a:lnTo>
                    <a:pt x="0" y="1257"/>
                  </a:lnTo>
                  <a:lnTo>
                    <a:pt x="5910" y="1257"/>
                  </a:lnTo>
                  <a:lnTo>
                    <a:pt x="59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0" name="Google Shape;1000;p26"/>
            <p:cNvSpPr/>
            <p:nvPr/>
          </p:nvSpPr>
          <p:spPr>
            <a:xfrm>
              <a:off x="702352" y="3769258"/>
              <a:ext cx="247315" cy="39463"/>
            </a:xfrm>
            <a:custGeom>
              <a:avLst/>
              <a:gdLst/>
              <a:ahLst/>
              <a:cxnLst/>
              <a:rect l="l" t="t" r="r" b="b"/>
              <a:pathLst>
                <a:path w="5420" h="865" extrusionOk="0">
                  <a:moveTo>
                    <a:pt x="1" y="0"/>
                  </a:moveTo>
                  <a:lnTo>
                    <a:pt x="1" y="864"/>
                  </a:lnTo>
                  <a:lnTo>
                    <a:pt x="5419" y="864"/>
                  </a:lnTo>
                  <a:lnTo>
                    <a:pt x="54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1" name="Google Shape;1001;p26"/>
            <p:cNvSpPr/>
            <p:nvPr/>
          </p:nvSpPr>
          <p:spPr>
            <a:xfrm>
              <a:off x="645955" y="3711090"/>
              <a:ext cx="524061" cy="286646"/>
            </a:xfrm>
            <a:custGeom>
              <a:avLst/>
              <a:gdLst/>
              <a:ahLst/>
              <a:cxnLst/>
              <a:rect l="l" t="t" r="r" b="b"/>
              <a:pathLst>
                <a:path w="11485" h="6283" extrusionOk="0">
                  <a:moveTo>
                    <a:pt x="7362" y="0"/>
                  </a:moveTo>
                  <a:lnTo>
                    <a:pt x="7362" y="5890"/>
                  </a:lnTo>
                  <a:lnTo>
                    <a:pt x="1" y="5890"/>
                  </a:lnTo>
                  <a:lnTo>
                    <a:pt x="1" y="6282"/>
                  </a:lnTo>
                  <a:lnTo>
                    <a:pt x="11485" y="6282"/>
                  </a:lnTo>
                  <a:lnTo>
                    <a:pt x="11485" y="5890"/>
                  </a:lnTo>
                  <a:lnTo>
                    <a:pt x="114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2" name="Google Shape;1002;p26"/>
            <p:cNvSpPr/>
            <p:nvPr/>
          </p:nvSpPr>
          <p:spPr>
            <a:xfrm>
              <a:off x="835863" y="3910778"/>
              <a:ext cx="32306" cy="32255"/>
            </a:xfrm>
            <a:custGeom>
              <a:avLst/>
              <a:gdLst/>
              <a:ahLst/>
              <a:cxnLst/>
              <a:rect l="l" t="t" r="r" b="b"/>
              <a:pathLst>
                <a:path w="708" h="707" extrusionOk="0">
                  <a:moveTo>
                    <a:pt x="354" y="0"/>
                  </a:moveTo>
                  <a:cubicBezTo>
                    <a:pt x="158" y="0"/>
                    <a:pt x="1" y="157"/>
                    <a:pt x="1" y="354"/>
                  </a:cubicBezTo>
                  <a:cubicBezTo>
                    <a:pt x="1" y="550"/>
                    <a:pt x="158" y="707"/>
                    <a:pt x="354" y="707"/>
                  </a:cubicBezTo>
                  <a:cubicBezTo>
                    <a:pt x="551" y="707"/>
                    <a:pt x="708" y="550"/>
                    <a:pt x="708" y="354"/>
                  </a:cubicBezTo>
                  <a:cubicBezTo>
                    <a:pt x="708" y="157"/>
                    <a:pt x="551" y="0"/>
                    <a:pt x="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3" name="Google Shape;1003;p26"/>
            <p:cNvSpPr/>
            <p:nvPr/>
          </p:nvSpPr>
          <p:spPr>
            <a:xfrm>
              <a:off x="835863" y="3851652"/>
              <a:ext cx="32306" cy="31434"/>
            </a:xfrm>
            <a:custGeom>
              <a:avLst/>
              <a:gdLst/>
              <a:ahLst/>
              <a:cxnLst/>
              <a:rect l="l" t="t" r="r" b="b"/>
              <a:pathLst>
                <a:path w="708" h="689" extrusionOk="0">
                  <a:moveTo>
                    <a:pt x="354" y="0"/>
                  </a:moveTo>
                  <a:cubicBezTo>
                    <a:pt x="158" y="0"/>
                    <a:pt x="1" y="157"/>
                    <a:pt x="1" y="354"/>
                  </a:cubicBezTo>
                  <a:cubicBezTo>
                    <a:pt x="1" y="550"/>
                    <a:pt x="158" y="688"/>
                    <a:pt x="354" y="688"/>
                  </a:cubicBezTo>
                  <a:cubicBezTo>
                    <a:pt x="551" y="688"/>
                    <a:pt x="708" y="550"/>
                    <a:pt x="708" y="354"/>
                  </a:cubicBezTo>
                  <a:cubicBezTo>
                    <a:pt x="708" y="157"/>
                    <a:pt x="551" y="0"/>
                    <a:pt x="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4" name="Google Shape;1004;p26"/>
            <p:cNvSpPr/>
            <p:nvPr/>
          </p:nvSpPr>
          <p:spPr>
            <a:xfrm>
              <a:off x="1169959" y="3763008"/>
              <a:ext cx="136206" cy="235595"/>
            </a:xfrm>
            <a:custGeom>
              <a:avLst/>
              <a:gdLst/>
              <a:ahLst/>
              <a:cxnLst/>
              <a:rect l="l" t="t" r="r" b="b"/>
              <a:pathLst>
                <a:path w="2985" h="5164" extrusionOk="0">
                  <a:moveTo>
                    <a:pt x="1" y="1"/>
                  </a:moveTo>
                  <a:lnTo>
                    <a:pt x="1" y="550"/>
                  </a:lnTo>
                  <a:lnTo>
                    <a:pt x="1100" y="550"/>
                  </a:lnTo>
                  <a:lnTo>
                    <a:pt x="1100" y="373"/>
                  </a:lnTo>
                  <a:cubicBezTo>
                    <a:pt x="1232" y="342"/>
                    <a:pt x="1366" y="327"/>
                    <a:pt x="1496" y="327"/>
                  </a:cubicBezTo>
                  <a:cubicBezTo>
                    <a:pt x="1775" y="327"/>
                    <a:pt x="2039" y="396"/>
                    <a:pt x="2239" y="530"/>
                  </a:cubicBezTo>
                  <a:cubicBezTo>
                    <a:pt x="2475" y="687"/>
                    <a:pt x="2613" y="904"/>
                    <a:pt x="2632" y="1218"/>
                  </a:cubicBezTo>
                  <a:cubicBezTo>
                    <a:pt x="2691" y="1708"/>
                    <a:pt x="2534" y="2160"/>
                    <a:pt x="2160" y="2553"/>
                  </a:cubicBezTo>
                  <a:cubicBezTo>
                    <a:pt x="1964" y="2768"/>
                    <a:pt x="1749" y="2964"/>
                    <a:pt x="1513" y="3161"/>
                  </a:cubicBezTo>
                  <a:cubicBezTo>
                    <a:pt x="1375" y="3278"/>
                    <a:pt x="1257" y="3377"/>
                    <a:pt x="1121" y="3495"/>
                  </a:cubicBezTo>
                  <a:cubicBezTo>
                    <a:pt x="668" y="3907"/>
                    <a:pt x="40" y="4477"/>
                    <a:pt x="40" y="5144"/>
                  </a:cubicBezTo>
                  <a:lnTo>
                    <a:pt x="315" y="5163"/>
                  </a:lnTo>
                  <a:cubicBezTo>
                    <a:pt x="315" y="4613"/>
                    <a:pt x="885" y="4084"/>
                    <a:pt x="1317" y="3691"/>
                  </a:cubicBezTo>
                  <a:cubicBezTo>
                    <a:pt x="1435" y="3593"/>
                    <a:pt x="1571" y="3475"/>
                    <a:pt x="1689" y="3377"/>
                  </a:cubicBezTo>
                  <a:cubicBezTo>
                    <a:pt x="1925" y="3181"/>
                    <a:pt x="2160" y="2964"/>
                    <a:pt x="2377" y="2749"/>
                  </a:cubicBezTo>
                  <a:cubicBezTo>
                    <a:pt x="2809" y="2278"/>
                    <a:pt x="2985" y="1747"/>
                    <a:pt x="2906" y="1179"/>
                  </a:cubicBezTo>
                  <a:cubicBezTo>
                    <a:pt x="2867" y="805"/>
                    <a:pt x="2691" y="491"/>
                    <a:pt x="2377" y="294"/>
                  </a:cubicBezTo>
                  <a:cubicBezTo>
                    <a:pt x="2135" y="124"/>
                    <a:pt x="1821" y="46"/>
                    <a:pt x="1487" y="46"/>
                  </a:cubicBezTo>
                  <a:cubicBezTo>
                    <a:pt x="1360" y="46"/>
                    <a:pt x="1230" y="58"/>
                    <a:pt x="1100" y="79"/>
                  </a:cubicBezTo>
                  <a:lnTo>
                    <a:pt x="11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5" name="Google Shape;1005;p26"/>
            <p:cNvSpPr/>
            <p:nvPr/>
          </p:nvSpPr>
          <p:spPr>
            <a:xfrm>
              <a:off x="1642949" y="4428452"/>
              <a:ext cx="760606" cy="65468"/>
            </a:xfrm>
            <a:custGeom>
              <a:avLst/>
              <a:gdLst/>
              <a:ahLst/>
              <a:cxnLst/>
              <a:rect l="l" t="t" r="r" b="b"/>
              <a:pathLst>
                <a:path w="16669" h="1435" extrusionOk="0">
                  <a:moveTo>
                    <a:pt x="1" y="0"/>
                  </a:moveTo>
                  <a:lnTo>
                    <a:pt x="1" y="1434"/>
                  </a:lnTo>
                  <a:lnTo>
                    <a:pt x="16669" y="1434"/>
                  </a:lnTo>
                  <a:lnTo>
                    <a:pt x="166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06" name="Google Shape;1006;p26"/>
            <p:cNvSpPr/>
            <p:nvPr/>
          </p:nvSpPr>
          <p:spPr>
            <a:xfrm>
              <a:off x="1642949" y="4428452"/>
              <a:ext cx="759694" cy="33213"/>
            </a:xfrm>
            <a:custGeom>
              <a:avLst/>
              <a:gdLst/>
              <a:ahLst/>
              <a:cxnLst/>
              <a:rect l="l" t="t" r="r" b="b"/>
              <a:pathLst>
                <a:path w="16649" h="728" extrusionOk="0">
                  <a:moveTo>
                    <a:pt x="1" y="0"/>
                  </a:moveTo>
                  <a:lnTo>
                    <a:pt x="1" y="728"/>
                  </a:lnTo>
                  <a:lnTo>
                    <a:pt x="16649" y="728"/>
                  </a:lnTo>
                  <a:lnTo>
                    <a:pt x="166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397226836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007"/>
        <p:cNvGrpSpPr/>
        <p:nvPr/>
      </p:nvGrpSpPr>
      <p:grpSpPr>
        <a:xfrm>
          <a:off x="0" y="0"/>
          <a:ext cx="0" cy="0"/>
          <a:chOff x="0" y="0"/>
          <a:chExt cx="0" cy="0"/>
        </a:xfrm>
      </p:grpSpPr>
      <p:sp>
        <p:nvSpPr>
          <p:cNvPr id="1008" name="Google Shape;1008;p27"/>
          <p:cNvSpPr/>
          <p:nvPr/>
        </p:nvSpPr>
        <p:spPr>
          <a:xfrm>
            <a:off x="441000" y="440800"/>
            <a:ext cx="11310000" cy="5871200"/>
          </a:xfrm>
          <a:prstGeom prst="round2SameRect">
            <a:avLst>
              <a:gd name="adj1" fmla="val 16667"/>
              <a:gd name="adj2" fmla="val 0"/>
            </a:avLst>
          </a:prstGeom>
          <a:solidFill>
            <a:srgbClr val="FFFFFF">
              <a:alpha val="8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1009" name="Google Shape;1009;p27"/>
          <p:cNvGrpSpPr/>
          <p:nvPr/>
        </p:nvGrpSpPr>
        <p:grpSpPr>
          <a:xfrm>
            <a:off x="-6366" y="166870"/>
            <a:ext cx="12198367" cy="6256543"/>
            <a:chOff x="-4775" y="125152"/>
            <a:chExt cx="9148775" cy="4692407"/>
          </a:xfrm>
        </p:grpSpPr>
        <p:grpSp>
          <p:nvGrpSpPr>
            <p:cNvPr id="1010" name="Google Shape;1010;p27"/>
            <p:cNvGrpSpPr/>
            <p:nvPr/>
          </p:nvGrpSpPr>
          <p:grpSpPr>
            <a:xfrm>
              <a:off x="-4775" y="636650"/>
              <a:ext cx="9148775" cy="3936950"/>
              <a:chOff x="-4775" y="636650"/>
              <a:chExt cx="9148775" cy="3936950"/>
            </a:xfrm>
          </p:grpSpPr>
          <p:sp>
            <p:nvSpPr>
              <p:cNvPr id="1011" name="Google Shape;1011;p2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2" name="Google Shape;1012;p2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3" name="Google Shape;1013;p2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4" name="Google Shape;1014;p2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5" name="Google Shape;1015;p2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6" name="Google Shape;1016;p2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017" name="Google Shape;1017;p27"/>
            <p:cNvGrpSpPr/>
            <p:nvPr/>
          </p:nvGrpSpPr>
          <p:grpSpPr>
            <a:xfrm rot="-5400000">
              <a:off x="4587067" y="895676"/>
              <a:ext cx="4692407" cy="3151360"/>
              <a:chOff x="-4775" y="1422240"/>
              <a:chExt cx="9148775" cy="3151360"/>
            </a:xfrm>
          </p:grpSpPr>
          <p:sp>
            <p:nvSpPr>
              <p:cNvPr id="1018" name="Google Shape;1018;p2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9" name="Google Shape;1019;p2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0" name="Google Shape;1020;p2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1" name="Google Shape;1021;p2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2" name="Google Shape;1022;p2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023" name="Google Shape;1023;p27"/>
            <p:cNvGrpSpPr/>
            <p:nvPr/>
          </p:nvGrpSpPr>
          <p:grpSpPr>
            <a:xfrm rot="-5400000">
              <a:off x="257322" y="502881"/>
              <a:ext cx="4692407" cy="3936950"/>
              <a:chOff x="-4775" y="636650"/>
              <a:chExt cx="9148775" cy="3936950"/>
            </a:xfrm>
          </p:grpSpPr>
          <p:sp>
            <p:nvSpPr>
              <p:cNvPr id="1024" name="Google Shape;1024;p27"/>
              <p:cNvSpPr/>
              <p:nvPr/>
            </p:nvSpPr>
            <p:spPr>
              <a:xfrm>
                <a:off x="0" y="142224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5" name="Google Shape;1025;p27"/>
              <p:cNvSpPr/>
              <p:nvPr/>
            </p:nvSpPr>
            <p:spPr>
              <a:xfrm>
                <a:off x="-4762" y="220783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6" name="Google Shape;1026;p27"/>
              <p:cNvSpPr/>
              <p:nvPr/>
            </p:nvSpPr>
            <p:spPr>
              <a:xfrm>
                <a:off x="-12" y="299342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7" name="Google Shape;1027;p27"/>
              <p:cNvSpPr/>
              <p:nvPr/>
            </p:nvSpPr>
            <p:spPr>
              <a:xfrm>
                <a:off x="-12" y="377901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8" name="Google Shape;1028;p27"/>
              <p:cNvSpPr/>
              <p:nvPr/>
            </p:nvSpPr>
            <p:spPr>
              <a:xfrm>
                <a:off x="-4775" y="456460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29" name="Google Shape;1029;p27"/>
              <p:cNvSpPr/>
              <p:nvPr/>
            </p:nvSpPr>
            <p:spPr>
              <a:xfrm>
                <a:off x="0" y="636650"/>
                <a:ext cx="9144000" cy="9000"/>
              </a:xfrm>
              <a:prstGeom prst="rect">
                <a:avLst/>
              </a:prstGeom>
              <a:solidFill>
                <a:srgbClr val="E5EEF3">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sp>
        <p:nvSpPr>
          <p:cNvPr id="1030" name="Google Shape;1030;p27"/>
          <p:cNvSpPr/>
          <p:nvPr/>
        </p:nvSpPr>
        <p:spPr>
          <a:xfrm>
            <a:off x="1" y="6312001"/>
            <a:ext cx="12191948" cy="545995"/>
          </a:xfrm>
          <a:custGeom>
            <a:avLst/>
            <a:gdLst/>
            <a:ahLst/>
            <a:cxnLst/>
            <a:rect l="l" t="t" r="r" b="b"/>
            <a:pathLst>
              <a:path w="75819" h="4378" extrusionOk="0">
                <a:moveTo>
                  <a:pt x="0" y="1"/>
                </a:moveTo>
                <a:lnTo>
                  <a:pt x="0" y="4378"/>
                </a:lnTo>
                <a:lnTo>
                  <a:pt x="75819" y="4378"/>
                </a:lnTo>
                <a:lnTo>
                  <a:pt x="75819" y="1"/>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031" name="Google Shape;1031;p27"/>
          <p:cNvSpPr/>
          <p:nvPr/>
        </p:nvSpPr>
        <p:spPr>
          <a:xfrm>
            <a:off x="1" y="6312001"/>
            <a:ext cx="12191948" cy="545995"/>
          </a:xfrm>
          <a:custGeom>
            <a:avLst/>
            <a:gdLst/>
            <a:ahLst/>
            <a:cxnLst/>
            <a:rect l="l" t="t" r="r" b="b"/>
            <a:pathLst>
              <a:path w="75819" h="4378" extrusionOk="0">
                <a:moveTo>
                  <a:pt x="9109" y="1022"/>
                </a:moveTo>
                <a:lnTo>
                  <a:pt x="5536" y="3181"/>
                </a:lnTo>
                <a:lnTo>
                  <a:pt x="864" y="3181"/>
                </a:lnTo>
                <a:lnTo>
                  <a:pt x="4987" y="1022"/>
                </a:lnTo>
                <a:close/>
                <a:moveTo>
                  <a:pt x="13546" y="1022"/>
                </a:moveTo>
                <a:lnTo>
                  <a:pt x="10504" y="3181"/>
                </a:lnTo>
                <a:lnTo>
                  <a:pt x="5811" y="3181"/>
                </a:lnTo>
                <a:lnTo>
                  <a:pt x="9384" y="1022"/>
                </a:lnTo>
                <a:close/>
                <a:moveTo>
                  <a:pt x="17964" y="1022"/>
                </a:moveTo>
                <a:lnTo>
                  <a:pt x="15490" y="3181"/>
                </a:lnTo>
                <a:lnTo>
                  <a:pt x="10758" y="3181"/>
                </a:lnTo>
                <a:lnTo>
                  <a:pt x="13782" y="1022"/>
                </a:lnTo>
                <a:close/>
                <a:moveTo>
                  <a:pt x="22381" y="1022"/>
                </a:moveTo>
                <a:lnTo>
                  <a:pt x="20457" y="3181"/>
                </a:lnTo>
                <a:lnTo>
                  <a:pt x="15706" y="3181"/>
                </a:lnTo>
                <a:lnTo>
                  <a:pt x="18179" y="1022"/>
                </a:lnTo>
                <a:close/>
                <a:moveTo>
                  <a:pt x="26799" y="1022"/>
                </a:moveTo>
                <a:lnTo>
                  <a:pt x="25424" y="3181"/>
                </a:lnTo>
                <a:lnTo>
                  <a:pt x="20653" y="3181"/>
                </a:lnTo>
                <a:lnTo>
                  <a:pt x="22577" y="1022"/>
                </a:lnTo>
                <a:close/>
                <a:moveTo>
                  <a:pt x="31215" y="1022"/>
                </a:moveTo>
                <a:lnTo>
                  <a:pt x="30390" y="3181"/>
                </a:lnTo>
                <a:lnTo>
                  <a:pt x="25600" y="3181"/>
                </a:lnTo>
                <a:lnTo>
                  <a:pt x="26974" y="1022"/>
                </a:lnTo>
                <a:close/>
                <a:moveTo>
                  <a:pt x="35613" y="1022"/>
                </a:moveTo>
                <a:lnTo>
                  <a:pt x="35338" y="3181"/>
                </a:lnTo>
                <a:lnTo>
                  <a:pt x="30547" y="3181"/>
                </a:lnTo>
                <a:lnTo>
                  <a:pt x="31372" y="1022"/>
                </a:lnTo>
                <a:close/>
                <a:moveTo>
                  <a:pt x="40031" y="1022"/>
                </a:moveTo>
                <a:lnTo>
                  <a:pt x="40305" y="3181"/>
                </a:lnTo>
                <a:lnTo>
                  <a:pt x="35515" y="3181"/>
                </a:lnTo>
                <a:lnTo>
                  <a:pt x="35790" y="1022"/>
                </a:lnTo>
                <a:close/>
                <a:moveTo>
                  <a:pt x="44428" y="1022"/>
                </a:moveTo>
                <a:lnTo>
                  <a:pt x="45253" y="3181"/>
                </a:lnTo>
                <a:lnTo>
                  <a:pt x="40462" y="3181"/>
                </a:lnTo>
                <a:lnTo>
                  <a:pt x="40188" y="1022"/>
                </a:lnTo>
                <a:close/>
                <a:moveTo>
                  <a:pt x="48845" y="1022"/>
                </a:moveTo>
                <a:lnTo>
                  <a:pt x="50219" y="3181"/>
                </a:lnTo>
                <a:lnTo>
                  <a:pt x="45429" y="3181"/>
                </a:lnTo>
                <a:lnTo>
                  <a:pt x="44604" y="1022"/>
                </a:lnTo>
                <a:close/>
                <a:moveTo>
                  <a:pt x="53242" y="1022"/>
                </a:moveTo>
                <a:lnTo>
                  <a:pt x="55166" y="3181"/>
                </a:lnTo>
                <a:lnTo>
                  <a:pt x="50396" y="3181"/>
                </a:lnTo>
                <a:lnTo>
                  <a:pt x="49022" y="1022"/>
                </a:lnTo>
                <a:close/>
                <a:moveTo>
                  <a:pt x="57640" y="1022"/>
                </a:moveTo>
                <a:lnTo>
                  <a:pt x="60113" y="3181"/>
                </a:lnTo>
                <a:lnTo>
                  <a:pt x="55362" y="3181"/>
                </a:lnTo>
                <a:lnTo>
                  <a:pt x="53438" y="1022"/>
                </a:lnTo>
                <a:close/>
                <a:moveTo>
                  <a:pt x="62037" y="1022"/>
                </a:moveTo>
                <a:lnTo>
                  <a:pt x="65061" y="3181"/>
                </a:lnTo>
                <a:lnTo>
                  <a:pt x="60330" y="3181"/>
                </a:lnTo>
                <a:lnTo>
                  <a:pt x="57856" y="1022"/>
                </a:lnTo>
                <a:close/>
                <a:moveTo>
                  <a:pt x="66435" y="1022"/>
                </a:moveTo>
                <a:lnTo>
                  <a:pt x="70008" y="3181"/>
                </a:lnTo>
                <a:lnTo>
                  <a:pt x="65296" y="3181"/>
                </a:lnTo>
                <a:lnTo>
                  <a:pt x="62273" y="1022"/>
                </a:lnTo>
                <a:close/>
                <a:moveTo>
                  <a:pt x="70832" y="1022"/>
                </a:moveTo>
                <a:lnTo>
                  <a:pt x="74955" y="3181"/>
                </a:lnTo>
                <a:lnTo>
                  <a:pt x="70264" y="3181"/>
                </a:lnTo>
                <a:lnTo>
                  <a:pt x="66691" y="1022"/>
                </a:lnTo>
                <a:close/>
                <a:moveTo>
                  <a:pt x="2513" y="1"/>
                </a:moveTo>
                <a:lnTo>
                  <a:pt x="550" y="904"/>
                </a:lnTo>
                <a:lnTo>
                  <a:pt x="0" y="904"/>
                </a:lnTo>
                <a:lnTo>
                  <a:pt x="0" y="1022"/>
                </a:lnTo>
                <a:lnTo>
                  <a:pt x="275" y="1022"/>
                </a:lnTo>
                <a:lnTo>
                  <a:pt x="0" y="1158"/>
                </a:lnTo>
                <a:lnTo>
                  <a:pt x="0" y="1296"/>
                </a:lnTo>
                <a:lnTo>
                  <a:pt x="589" y="1022"/>
                </a:lnTo>
                <a:lnTo>
                  <a:pt x="4693" y="1022"/>
                </a:lnTo>
                <a:lnTo>
                  <a:pt x="570" y="3181"/>
                </a:lnTo>
                <a:lnTo>
                  <a:pt x="0" y="3181"/>
                </a:lnTo>
                <a:lnTo>
                  <a:pt x="0" y="3318"/>
                </a:lnTo>
                <a:lnTo>
                  <a:pt x="314" y="3318"/>
                </a:lnTo>
                <a:lnTo>
                  <a:pt x="0" y="3475"/>
                </a:lnTo>
                <a:lnTo>
                  <a:pt x="0" y="3632"/>
                </a:lnTo>
                <a:lnTo>
                  <a:pt x="609" y="3318"/>
                </a:lnTo>
                <a:lnTo>
                  <a:pt x="5321" y="3318"/>
                </a:lnTo>
                <a:lnTo>
                  <a:pt x="3534" y="4378"/>
                </a:lnTo>
                <a:lnTo>
                  <a:pt x="3809" y="4378"/>
                </a:lnTo>
                <a:lnTo>
                  <a:pt x="5596" y="3318"/>
                </a:lnTo>
                <a:lnTo>
                  <a:pt x="10326" y="3318"/>
                </a:lnTo>
                <a:lnTo>
                  <a:pt x="8816" y="4378"/>
                </a:lnTo>
                <a:lnTo>
                  <a:pt x="9051" y="4378"/>
                </a:lnTo>
                <a:lnTo>
                  <a:pt x="10562" y="3318"/>
                </a:lnTo>
                <a:lnTo>
                  <a:pt x="15333" y="3318"/>
                </a:lnTo>
                <a:lnTo>
                  <a:pt x="14096" y="4378"/>
                </a:lnTo>
                <a:lnTo>
                  <a:pt x="14313" y="4378"/>
                </a:lnTo>
                <a:lnTo>
                  <a:pt x="15549" y="3318"/>
                </a:lnTo>
                <a:lnTo>
                  <a:pt x="20339" y="3318"/>
                </a:lnTo>
                <a:lnTo>
                  <a:pt x="19378" y="4378"/>
                </a:lnTo>
                <a:lnTo>
                  <a:pt x="19574" y="4378"/>
                </a:lnTo>
                <a:lnTo>
                  <a:pt x="20535" y="3318"/>
                </a:lnTo>
                <a:lnTo>
                  <a:pt x="25325" y="3318"/>
                </a:lnTo>
                <a:lnTo>
                  <a:pt x="24639" y="4378"/>
                </a:lnTo>
                <a:lnTo>
                  <a:pt x="24835" y="4378"/>
                </a:lnTo>
                <a:lnTo>
                  <a:pt x="25522" y="3318"/>
                </a:lnTo>
                <a:lnTo>
                  <a:pt x="30332" y="3318"/>
                </a:lnTo>
                <a:lnTo>
                  <a:pt x="29919" y="4378"/>
                </a:lnTo>
                <a:lnTo>
                  <a:pt x="30097" y="4378"/>
                </a:lnTo>
                <a:lnTo>
                  <a:pt x="30508" y="3318"/>
                </a:lnTo>
                <a:lnTo>
                  <a:pt x="35319" y="3318"/>
                </a:lnTo>
                <a:lnTo>
                  <a:pt x="35181" y="4378"/>
                </a:lnTo>
                <a:lnTo>
                  <a:pt x="35358" y="4378"/>
                </a:lnTo>
                <a:lnTo>
                  <a:pt x="35495" y="3318"/>
                </a:lnTo>
                <a:lnTo>
                  <a:pt x="40324" y="3318"/>
                </a:lnTo>
                <a:lnTo>
                  <a:pt x="40462" y="4378"/>
                </a:lnTo>
                <a:lnTo>
                  <a:pt x="40620" y="4378"/>
                </a:lnTo>
                <a:lnTo>
                  <a:pt x="40481" y="3318"/>
                </a:lnTo>
                <a:lnTo>
                  <a:pt x="45311" y="3318"/>
                </a:lnTo>
                <a:lnTo>
                  <a:pt x="45724" y="4378"/>
                </a:lnTo>
                <a:lnTo>
                  <a:pt x="45881" y="4378"/>
                </a:lnTo>
                <a:lnTo>
                  <a:pt x="45468" y="3318"/>
                </a:lnTo>
                <a:lnTo>
                  <a:pt x="50297" y="3318"/>
                </a:lnTo>
                <a:lnTo>
                  <a:pt x="50985" y="4378"/>
                </a:lnTo>
                <a:lnTo>
                  <a:pt x="51161" y="4378"/>
                </a:lnTo>
                <a:lnTo>
                  <a:pt x="50475" y="3318"/>
                </a:lnTo>
                <a:lnTo>
                  <a:pt x="55284" y="3318"/>
                </a:lnTo>
                <a:lnTo>
                  <a:pt x="56247" y="4378"/>
                </a:lnTo>
                <a:lnTo>
                  <a:pt x="56443" y="4378"/>
                </a:lnTo>
                <a:lnTo>
                  <a:pt x="55480" y="3318"/>
                </a:lnTo>
                <a:lnTo>
                  <a:pt x="60252" y="3318"/>
                </a:lnTo>
                <a:lnTo>
                  <a:pt x="61488" y="4378"/>
                </a:lnTo>
                <a:lnTo>
                  <a:pt x="61704" y="4378"/>
                </a:lnTo>
                <a:lnTo>
                  <a:pt x="60467" y="3318"/>
                </a:lnTo>
                <a:lnTo>
                  <a:pt x="65238" y="3318"/>
                </a:lnTo>
                <a:lnTo>
                  <a:pt x="66749" y="4378"/>
                </a:lnTo>
                <a:lnTo>
                  <a:pt x="66985" y="4378"/>
                </a:lnTo>
                <a:lnTo>
                  <a:pt x="65474" y="3318"/>
                </a:lnTo>
                <a:lnTo>
                  <a:pt x="70225" y="3318"/>
                </a:lnTo>
                <a:lnTo>
                  <a:pt x="72010" y="4378"/>
                </a:lnTo>
                <a:lnTo>
                  <a:pt x="72266" y="4378"/>
                </a:lnTo>
                <a:lnTo>
                  <a:pt x="70479" y="3318"/>
                </a:lnTo>
                <a:lnTo>
                  <a:pt x="75191" y="3318"/>
                </a:lnTo>
                <a:lnTo>
                  <a:pt x="75819" y="3632"/>
                </a:lnTo>
                <a:lnTo>
                  <a:pt x="75819" y="3475"/>
                </a:lnTo>
                <a:lnTo>
                  <a:pt x="75486" y="3318"/>
                </a:lnTo>
                <a:lnTo>
                  <a:pt x="75819" y="3318"/>
                </a:lnTo>
                <a:lnTo>
                  <a:pt x="75819" y="3181"/>
                </a:lnTo>
                <a:lnTo>
                  <a:pt x="75250" y="3181"/>
                </a:lnTo>
                <a:lnTo>
                  <a:pt x="71107" y="1022"/>
                </a:lnTo>
                <a:lnTo>
                  <a:pt x="75211" y="1022"/>
                </a:lnTo>
                <a:lnTo>
                  <a:pt x="75819" y="1296"/>
                </a:lnTo>
                <a:lnTo>
                  <a:pt x="75819" y="1158"/>
                </a:lnTo>
                <a:lnTo>
                  <a:pt x="75544" y="1022"/>
                </a:lnTo>
                <a:lnTo>
                  <a:pt x="75819" y="1022"/>
                </a:lnTo>
                <a:lnTo>
                  <a:pt x="75819" y="904"/>
                </a:lnTo>
                <a:lnTo>
                  <a:pt x="75269" y="904"/>
                </a:lnTo>
                <a:lnTo>
                  <a:pt x="75054" y="805"/>
                </a:lnTo>
                <a:lnTo>
                  <a:pt x="74740" y="805"/>
                </a:lnTo>
                <a:lnTo>
                  <a:pt x="74740" y="668"/>
                </a:lnTo>
                <a:lnTo>
                  <a:pt x="73287" y="1"/>
                </a:lnTo>
                <a:lnTo>
                  <a:pt x="72973" y="1"/>
                </a:lnTo>
                <a:lnTo>
                  <a:pt x="74936" y="904"/>
                </a:lnTo>
                <a:lnTo>
                  <a:pt x="70872" y="904"/>
                </a:lnTo>
                <a:lnTo>
                  <a:pt x="69125" y="1"/>
                </a:lnTo>
                <a:lnTo>
                  <a:pt x="68830" y="1"/>
                </a:lnTo>
                <a:lnTo>
                  <a:pt x="70578" y="904"/>
                </a:lnTo>
                <a:lnTo>
                  <a:pt x="66474" y="904"/>
                </a:lnTo>
                <a:lnTo>
                  <a:pt x="64982" y="1"/>
                </a:lnTo>
                <a:lnTo>
                  <a:pt x="64707" y="1"/>
                </a:lnTo>
                <a:lnTo>
                  <a:pt x="66220" y="904"/>
                </a:lnTo>
                <a:lnTo>
                  <a:pt x="62097" y="904"/>
                </a:lnTo>
                <a:lnTo>
                  <a:pt x="60820" y="1"/>
                </a:lnTo>
                <a:lnTo>
                  <a:pt x="60585" y="1"/>
                </a:lnTo>
                <a:lnTo>
                  <a:pt x="61861" y="904"/>
                </a:lnTo>
                <a:lnTo>
                  <a:pt x="57699" y="904"/>
                </a:lnTo>
                <a:lnTo>
                  <a:pt x="56658" y="1"/>
                </a:lnTo>
                <a:lnTo>
                  <a:pt x="56443" y="1"/>
                </a:lnTo>
                <a:lnTo>
                  <a:pt x="57483" y="904"/>
                </a:lnTo>
                <a:lnTo>
                  <a:pt x="53321" y="904"/>
                </a:lnTo>
                <a:lnTo>
                  <a:pt x="52517" y="1"/>
                </a:lnTo>
                <a:lnTo>
                  <a:pt x="52300" y="1"/>
                </a:lnTo>
                <a:lnTo>
                  <a:pt x="53124" y="904"/>
                </a:lnTo>
                <a:lnTo>
                  <a:pt x="48943" y="904"/>
                </a:lnTo>
                <a:lnTo>
                  <a:pt x="48355" y="1"/>
                </a:lnTo>
                <a:lnTo>
                  <a:pt x="48177" y="1"/>
                </a:lnTo>
                <a:lnTo>
                  <a:pt x="48747" y="904"/>
                </a:lnTo>
                <a:lnTo>
                  <a:pt x="44546" y="904"/>
                </a:lnTo>
                <a:lnTo>
                  <a:pt x="44211" y="1"/>
                </a:lnTo>
                <a:lnTo>
                  <a:pt x="44035" y="1"/>
                </a:lnTo>
                <a:lnTo>
                  <a:pt x="44389" y="904"/>
                </a:lnTo>
                <a:lnTo>
                  <a:pt x="40167" y="904"/>
                </a:lnTo>
                <a:lnTo>
                  <a:pt x="40049" y="1"/>
                </a:lnTo>
                <a:lnTo>
                  <a:pt x="39892" y="1"/>
                </a:lnTo>
                <a:lnTo>
                  <a:pt x="40010" y="904"/>
                </a:lnTo>
                <a:lnTo>
                  <a:pt x="35790" y="904"/>
                </a:lnTo>
                <a:lnTo>
                  <a:pt x="35908" y="1"/>
                </a:lnTo>
                <a:lnTo>
                  <a:pt x="35751" y="1"/>
                </a:lnTo>
                <a:lnTo>
                  <a:pt x="35633" y="904"/>
                </a:lnTo>
                <a:lnTo>
                  <a:pt x="31432" y="904"/>
                </a:lnTo>
                <a:lnTo>
                  <a:pt x="31765" y="1"/>
                </a:lnTo>
                <a:lnTo>
                  <a:pt x="31608" y="1"/>
                </a:lnTo>
                <a:lnTo>
                  <a:pt x="31254" y="904"/>
                </a:lnTo>
                <a:lnTo>
                  <a:pt x="27053" y="904"/>
                </a:lnTo>
                <a:lnTo>
                  <a:pt x="27642" y="1"/>
                </a:lnTo>
                <a:lnTo>
                  <a:pt x="27446" y="1"/>
                </a:lnTo>
                <a:lnTo>
                  <a:pt x="26877" y="904"/>
                </a:lnTo>
                <a:lnTo>
                  <a:pt x="22695" y="904"/>
                </a:lnTo>
                <a:lnTo>
                  <a:pt x="23500" y="1"/>
                </a:lnTo>
                <a:lnTo>
                  <a:pt x="23304" y="1"/>
                </a:lnTo>
                <a:lnTo>
                  <a:pt x="22498" y="904"/>
                </a:lnTo>
                <a:lnTo>
                  <a:pt x="18317" y="904"/>
                </a:lnTo>
                <a:lnTo>
                  <a:pt x="19357" y="1"/>
                </a:lnTo>
                <a:lnTo>
                  <a:pt x="19142" y="1"/>
                </a:lnTo>
                <a:lnTo>
                  <a:pt x="18101" y="904"/>
                </a:lnTo>
                <a:lnTo>
                  <a:pt x="13959" y="904"/>
                </a:lnTo>
                <a:lnTo>
                  <a:pt x="15234" y="1"/>
                </a:lnTo>
                <a:lnTo>
                  <a:pt x="14999" y="1"/>
                </a:lnTo>
                <a:lnTo>
                  <a:pt x="13724" y="904"/>
                </a:lnTo>
                <a:lnTo>
                  <a:pt x="9601" y="904"/>
                </a:lnTo>
                <a:lnTo>
                  <a:pt x="11093" y="1"/>
                </a:lnTo>
                <a:lnTo>
                  <a:pt x="10837" y="1"/>
                </a:lnTo>
                <a:lnTo>
                  <a:pt x="9326" y="904"/>
                </a:lnTo>
                <a:lnTo>
                  <a:pt x="5222" y="904"/>
                </a:lnTo>
                <a:lnTo>
                  <a:pt x="6970" y="1"/>
                </a:lnTo>
                <a:lnTo>
                  <a:pt x="6675" y="1"/>
                </a:lnTo>
                <a:lnTo>
                  <a:pt x="4928" y="904"/>
                </a:lnTo>
                <a:lnTo>
                  <a:pt x="864" y="904"/>
                </a:lnTo>
                <a:lnTo>
                  <a:pt x="2847" y="1"/>
                </a:lnTo>
                <a:close/>
              </a:path>
            </a:pathLst>
          </a:custGeom>
          <a:solidFill>
            <a:srgbClr val="FFFFFF">
              <a:alpha val="1000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1032" name="Google Shape;1032;p27"/>
          <p:cNvGrpSpPr/>
          <p:nvPr/>
        </p:nvGrpSpPr>
        <p:grpSpPr>
          <a:xfrm flipH="1">
            <a:off x="10396834" y="4144526"/>
            <a:ext cx="1683377" cy="2350924"/>
            <a:chOff x="184251" y="2368040"/>
            <a:chExt cx="1786772" cy="2495320"/>
          </a:xfrm>
        </p:grpSpPr>
        <p:grpSp>
          <p:nvGrpSpPr>
            <p:cNvPr id="1033" name="Google Shape;1033;p27"/>
            <p:cNvGrpSpPr/>
            <p:nvPr/>
          </p:nvGrpSpPr>
          <p:grpSpPr>
            <a:xfrm flipH="1">
              <a:off x="868600" y="2998656"/>
              <a:ext cx="1102423" cy="1810818"/>
              <a:chOff x="456850" y="2998656"/>
              <a:chExt cx="1102423" cy="1810818"/>
            </a:xfrm>
          </p:grpSpPr>
          <p:sp>
            <p:nvSpPr>
              <p:cNvPr id="1034" name="Google Shape;1034;p27"/>
              <p:cNvSpPr/>
              <p:nvPr/>
            </p:nvSpPr>
            <p:spPr>
              <a:xfrm>
                <a:off x="676453" y="2998656"/>
                <a:ext cx="882755" cy="619678"/>
              </a:xfrm>
              <a:custGeom>
                <a:avLst/>
                <a:gdLst/>
                <a:ahLst/>
                <a:cxnLst/>
                <a:rect l="l" t="t" r="r" b="b"/>
                <a:pathLst>
                  <a:path w="59315" h="41638" extrusionOk="0">
                    <a:moveTo>
                      <a:pt x="2365" y="1"/>
                    </a:moveTo>
                    <a:lnTo>
                      <a:pt x="0" y="992"/>
                    </a:lnTo>
                    <a:lnTo>
                      <a:pt x="15571" y="38197"/>
                    </a:lnTo>
                    <a:lnTo>
                      <a:pt x="16817" y="41638"/>
                    </a:lnTo>
                    <a:lnTo>
                      <a:pt x="59315" y="41638"/>
                    </a:lnTo>
                    <a:lnTo>
                      <a:pt x="59315" y="39659"/>
                    </a:lnTo>
                    <a:lnTo>
                      <a:pt x="18366" y="38283"/>
                    </a:lnTo>
                    <a:lnTo>
                      <a:pt x="23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35" name="Google Shape;1035;p27"/>
              <p:cNvSpPr/>
              <p:nvPr/>
            </p:nvSpPr>
            <p:spPr>
              <a:xfrm>
                <a:off x="1024047" y="3400690"/>
                <a:ext cx="197848" cy="215097"/>
              </a:xfrm>
              <a:custGeom>
                <a:avLst/>
                <a:gdLst/>
                <a:ahLst/>
                <a:cxnLst/>
                <a:rect l="l" t="t" r="r" b="b"/>
                <a:pathLst>
                  <a:path w="13294" h="14453" extrusionOk="0">
                    <a:moveTo>
                      <a:pt x="10926" y="5551"/>
                    </a:moveTo>
                    <a:lnTo>
                      <a:pt x="10926" y="9422"/>
                    </a:lnTo>
                    <a:lnTo>
                      <a:pt x="9164" y="9422"/>
                    </a:lnTo>
                    <a:lnTo>
                      <a:pt x="9164" y="5551"/>
                    </a:lnTo>
                    <a:close/>
                    <a:moveTo>
                      <a:pt x="45" y="0"/>
                    </a:moveTo>
                    <a:lnTo>
                      <a:pt x="0" y="14453"/>
                    </a:lnTo>
                    <a:lnTo>
                      <a:pt x="9164" y="14453"/>
                    </a:lnTo>
                    <a:lnTo>
                      <a:pt x="9164" y="11184"/>
                    </a:lnTo>
                    <a:lnTo>
                      <a:pt x="13249" y="11184"/>
                    </a:lnTo>
                    <a:lnTo>
                      <a:pt x="13293" y="4260"/>
                    </a:lnTo>
                    <a:lnTo>
                      <a:pt x="9164" y="4260"/>
                    </a:lnTo>
                    <a:lnTo>
                      <a:pt x="91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nvGrpSpPr>
              <p:cNvPr id="1036" name="Google Shape;1036;p27"/>
              <p:cNvGrpSpPr/>
              <p:nvPr/>
            </p:nvGrpSpPr>
            <p:grpSpPr>
              <a:xfrm>
                <a:off x="456850" y="3615778"/>
                <a:ext cx="1102423" cy="1193696"/>
                <a:chOff x="456850" y="3615778"/>
                <a:chExt cx="1102423" cy="1193696"/>
              </a:xfrm>
            </p:grpSpPr>
            <p:sp>
              <p:nvSpPr>
                <p:cNvPr id="1037" name="Google Shape;1037;p27"/>
                <p:cNvSpPr/>
                <p:nvPr/>
              </p:nvSpPr>
              <p:spPr>
                <a:xfrm>
                  <a:off x="456850" y="3615786"/>
                  <a:ext cx="1102347" cy="1149125"/>
                </a:xfrm>
                <a:custGeom>
                  <a:avLst/>
                  <a:gdLst/>
                  <a:ahLst/>
                  <a:cxnLst/>
                  <a:rect l="l" t="t" r="r" b="b"/>
                  <a:pathLst>
                    <a:path w="74070" h="98892" extrusionOk="0">
                      <a:moveTo>
                        <a:pt x="0" y="1"/>
                      </a:moveTo>
                      <a:lnTo>
                        <a:pt x="0" y="15056"/>
                      </a:lnTo>
                      <a:lnTo>
                        <a:pt x="14583" y="15056"/>
                      </a:lnTo>
                      <a:lnTo>
                        <a:pt x="14583" y="98892"/>
                      </a:lnTo>
                      <a:lnTo>
                        <a:pt x="65168" y="98892"/>
                      </a:lnTo>
                      <a:lnTo>
                        <a:pt x="65168" y="15056"/>
                      </a:lnTo>
                      <a:lnTo>
                        <a:pt x="74070" y="15056"/>
                      </a:lnTo>
                      <a:lnTo>
                        <a:pt x="74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38" name="Google Shape;1038;p27"/>
                <p:cNvSpPr/>
                <p:nvPr/>
              </p:nvSpPr>
              <p:spPr>
                <a:xfrm>
                  <a:off x="456854" y="3615778"/>
                  <a:ext cx="1102347" cy="61480"/>
                </a:xfrm>
                <a:custGeom>
                  <a:avLst/>
                  <a:gdLst/>
                  <a:ahLst/>
                  <a:cxnLst/>
                  <a:rect l="l" t="t" r="r" b="b"/>
                  <a:pathLst>
                    <a:path w="74070" h="4131" extrusionOk="0">
                      <a:moveTo>
                        <a:pt x="0" y="1"/>
                      </a:moveTo>
                      <a:lnTo>
                        <a:pt x="0" y="4130"/>
                      </a:lnTo>
                      <a:lnTo>
                        <a:pt x="74070" y="4130"/>
                      </a:lnTo>
                      <a:lnTo>
                        <a:pt x="74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39" name="Google Shape;1039;p27"/>
                <p:cNvSpPr/>
                <p:nvPr/>
              </p:nvSpPr>
              <p:spPr>
                <a:xfrm>
                  <a:off x="456850" y="4735808"/>
                  <a:ext cx="1102423" cy="73666"/>
                </a:xfrm>
                <a:custGeom>
                  <a:avLst/>
                  <a:gdLst/>
                  <a:ahLst/>
                  <a:cxnLst/>
                  <a:rect l="l" t="t" r="r" b="b"/>
                  <a:pathLst>
                    <a:path w="58283" h="4949" extrusionOk="0">
                      <a:moveTo>
                        <a:pt x="1" y="0"/>
                      </a:moveTo>
                      <a:lnTo>
                        <a:pt x="1" y="4948"/>
                      </a:lnTo>
                      <a:lnTo>
                        <a:pt x="58283" y="4948"/>
                      </a:lnTo>
                      <a:lnTo>
                        <a:pt x="58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1040" name="Google Shape;1040;p27"/>
              <p:cNvSpPr/>
              <p:nvPr/>
            </p:nvSpPr>
            <p:spPr>
              <a:xfrm>
                <a:off x="1024716" y="3437198"/>
                <a:ext cx="135714" cy="20508"/>
              </a:xfrm>
              <a:custGeom>
                <a:avLst/>
                <a:gdLst/>
                <a:ahLst/>
                <a:cxnLst/>
                <a:rect l="l" t="t" r="r" b="b"/>
                <a:pathLst>
                  <a:path w="9119" h="1378" extrusionOk="0">
                    <a:moveTo>
                      <a:pt x="0" y="1"/>
                    </a:moveTo>
                    <a:lnTo>
                      <a:pt x="0" y="1332"/>
                    </a:lnTo>
                    <a:lnTo>
                      <a:pt x="9119" y="1377"/>
                    </a:lnTo>
                    <a:lnTo>
                      <a:pt x="9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1" name="Google Shape;1041;p27"/>
              <p:cNvSpPr/>
              <p:nvPr/>
            </p:nvSpPr>
            <p:spPr>
              <a:xfrm>
                <a:off x="1024047" y="3594689"/>
                <a:ext cx="136383" cy="14094"/>
              </a:xfrm>
              <a:custGeom>
                <a:avLst/>
                <a:gdLst/>
                <a:ahLst/>
                <a:cxnLst/>
                <a:rect l="l" t="t" r="r" b="b"/>
                <a:pathLst>
                  <a:path w="9164" h="947" extrusionOk="0">
                    <a:moveTo>
                      <a:pt x="45" y="0"/>
                    </a:moveTo>
                    <a:lnTo>
                      <a:pt x="0" y="946"/>
                    </a:lnTo>
                    <a:lnTo>
                      <a:pt x="9164" y="946"/>
                    </a:lnTo>
                    <a:lnTo>
                      <a:pt x="9164" y="41"/>
                    </a:lnTo>
                    <a:lnTo>
                      <a:pt x="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1042" name="Google Shape;1042;p27"/>
            <p:cNvGrpSpPr/>
            <p:nvPr/>
          </p:nvGrpSpPr>
          <p:grpSpPr>
            <a:xfrm flipH="1">
              <a:off x="184251" y="2368040"/>
              <a:ext cx="804574" cy="2495320"/>
              <a:chOff x="2486767" y="2118470"/>
              <a:chExt cx="885120" cy="2745127"/>
            </a:xfrm>
          </p:grpSpPr>
          <p:sp>
            <p:nvSpPr>
              <p:cNvPr id="1043" name="Google Shape;1043;p27"/>
              <p:cNvSpPr/>
              <p:nvPr/>
            </p:nvSpPr>
            <p:spPr>
              <a:xfrm>
                <a:off x="3095139" y="4661535"/>
                <a:ext cx="162078" cy="178384"/>
              </a:xfrm>
              <a:custGeom>
                <a:avLst/>
                <a:gdLst/>
                <a:ahLst/>
                <a:cxnLst/>
                <a:rect l="l" t="t" r="r" b="b"/>
                <a:pathLst>
                  <a:path w="3552" h="3910" extrusionOk="0">
                    <a:moveTo>
                      <a:pt x="62" y="3837"/>
                    </a:moveTo>
                    <a:cubicBezTo>
                      <a:pt x="54" y="3839"/>
                      <a:pt x="46" y="3841"/>
                      <a:pt x="38" y="3844"/>
                    </a:cubicBezTo>
                    <a:lnTo>
                      <a:pt x="77" y="3864"/>
                    </a:lnTo>
                    <a:cubicBezTo>
                      <a:pt x="72" y="3858"/>
                      <a:pt x="67" y="3849"/>
                      <a:pt x="62" y="3837"/>
                    </a:cubicBezTo>
                    <a:close/>
                    <a:moveTo>
                      <a:pt x="1895" y="1"/>
                    </a:moveTo>
                    <a:cubicBezTo>
                      <a:pt x="1711" y="1"/>
                      <a:pt x="1529" y="26"/>
                      <a:pt x="1392" y="95"/>
                    </a:cubicBezTo>
                    <a:cubicBezTo>
                      <a:pt x="1059" y="291"/>
                      <a:pt x="823" y="702"/>
                      <a:pt x="666" y="1056"/>
                    </a:cubicBezTo>
                    <a:cubicBezTo>
                      <a:pt x="392" y="1763"/>
                      <a:pt x="117" y="2451"/>
                      <a:pt x="18" y="3197"/>
                    </a:cubicBezTo>
                    <a:cubicBezTo>
                      <a:pt x="1" y="3320"/>
                      <a:pt x="15" y="3718"/>
                      <a:pt x="62" y="3837"/>
                    </a:cubicBezTo>
                    <a:lnTo>
                      <a:pt x="62" y="3837"/>
                    </a:lnTo>
                    <a:cubicBezTo>
                      <a:pt x="194" y="3798"/>
                      <a:pt x="343" y="3784"/>
                      <a:pt x="499" y="3784"/>
                    </a:cubicBezTo>
                    <a:cubicBezTo>
                      <a:pt x="851" y="3784"/>
                      <a:pt x="1236" y="3856"/>
                      <a:pt x="1530" y="3883"/>
                    </a:cubicBezTo>
                    <a:cubicBezTo>
                      <a:pt x="1722" y="3898"/>
                      <a:pt x="1924" y="3910"/>
                      <a:pt x="2128" y="3910"/>
                    </a:cubicBezTo>
                    <a:cubicBezTo>
                      <a:pt x="2468" y="3910"/>
                      <a:pt x="2813" y="3876"/>
                      <a:pt x="3120" y="3765"/>
                    </a:cubicBezTo>
                    <a:cubicBezTo>
                      <a:pt x="3552" y="3628"/>
                      <a:pt x="3454" y="3118"/>
                      <a:pt x="3454" y="2725"/>
                    </a:cubicBezTo>
                    <a:cubicBezTo>
                      <a:pt x="3454" y="2587"/>
                      <a:pt x="3473" y="2430"/>
                      <a:pt x="3454" y="2293"/>
                    </a:cubicBezTo>
                    <a:cubicBezTo>
                      <a:pt x="3434" y="2097"/>
                      <a:pt x="3297" y="1998"/>
                      <a:pt x="3219" y="1841"/>
                    </a:cubicBezTo>
                    <a:cubicBezTo>
                      <a:pt x="3140" y="1704"/>
                      <a:pt x="3120" y="1547"/>
                      <a:pt x="3041" y="1409"/>
                    </a:cubicBezTo>
                    <a:cubicBezTo>
                      <a:pt x="2944" y="1273"/>
                      <a:pt x="2806" y="1116"/>
                      <a:pt x="2766" y="938"/>
                    </a:cubicBezTo>
                    <a:cubicBezTo>
                      <a:pt x="2688" y="605"/>
                      <a:pt x="2904" y="114"/>
                      <a:pt x="2413" y="55"/>
                    </a:cubicBezTo>
                    <a:cubicBezTo>
                      <a:pt x="2266" y="26"/>
                      <a:pt x="2080" y="1"/>
                      <a:pt x="1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4" name="Google Shape;1044;p27"/>
              <p:cNvSpPr/>
              <p:nvPr/>
            </p:nvSpPr>
            <p:spPr>
              <a:xfrm>
                <a:off x="3067259" y="4571750"/>
                <a:ext cx="140723" cy="178338"/>
              </a:xfrm>
              <a:custGeom>
                <a:avLst/>
                <a:gdLst/>
                <a:ahLst/>
                <a:cxnLst/>
                <a:rect l="l" t="t" r="r" b="b"/>
                <a:pathLst>
                  <a:path w="3084" h="3909" extrusionOk="0">
                    <a:moveTo>
                      <a:pt x="100" y="1"/>
                    </a:moveTo>
                    <a:lnTo>
                      <a:pt x="1" y="3830"/>
                    </a:lnTo>
                    <a:lnTo>
                      <a:pt x="3005" y="3908"/>
                    </a:lnTo>
                    <a:lnTo>
                      <a:pt x="3084" y="79"/>
                    </a:lnTo>
                    <a:lnTo>
                      <a:pt x="1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5" name="Google Shape;1045;p27"/>
              <p:cNvSpPr/>
              <p:nvPr/>
            </p:nvSpPr>
            <p:spPr>
              <a:xfrm>
                <a:off x="2892637" y="3555245"/>
                <a:ext cx="360158" cy="1150052"/>
              </a:xfrm>
              <a:custGeom>
                <a:avLst/>
                <a:gdLst/>
                <a:ahLst/>
                <a:cxnLst/>
                <a:rect l="l" t="t" r="r" b="b"/>
                <a:pathLst>
                  <a:path w="7893" h="25208" extrusionOk="0">
                    <a:moveTo>
                      <a:pt x="1099" y="0"/>
                    </a:moveTo>
                    <a:lnTo>
                      <a:pt x="0" y="10758"/>
                    </a:lnTo>
                    <a:cubicBezTo>
                      <a:pt x="0" y="10758"/>
                      <a:pt x="79" y="11916"/>
                      <a:pt x="79" y="11936"/>
                    </a:cubicBezTo>
                    <a:cubicBezTo>
                      <a:pt x="961" y="15234"/>
                      <a:pt x="2199" y="25207"/>
                      <a:pt x="2199" y="25207"/>
                    </a:cubicBezTo>
                    <a:lnTo>
                      <a:pt x="7892" y="24540"/>
                    </a:lnTo>
                    <a:cubicBezTo>
                      <a:pt x="7892" y="24540"/>
                      <a:pt x="6929" y="17944"/>
                      <a:pt x="6400" y="15724"/>
                    </a:cubicBezTo>
                    <a:cubicBezTo>
                      <a:pt x="6144" y="14606"/>
                      <a:pt x="5065" y="11877"/>
                      <a:pt x="4594" y="10699"/>
                    </a:cubicBezTo>
                    <a:lnTo>
                      <a:pt x="7204" y="39"/>
                    </a:lnTo>
                    <a:lnTo>
                      <a:pt x="10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6" name="Google Shape;1046;p27"/>
              <p:cNvSpPr/>
              <p:nvPr/>
            </p:nvSpPr>
            <p:spPr>
              <a:xfrm>
                <a:off x="2913170" y="4669427"/>
                <a:ext cx="342271" cy="194169"/>
              </a:xfrm>
              <a:custGeom>
                <a:avLst/>
                <a:gdLst/>
                <a:ahLst/>
                <a:cxnLst/>
                <a:rect l="l" t="t" r="r" b="b"/>
                <a:pathLst>
                  <a:path w="7501" h="4256" extrusionOk="0">
                    <a:moveTo>
                      <a:pt x="6657" y="0"/>
                    </a:moveTo>
                    <a:cubicBezTo>
                      <a:pt x="6558" y="39"/>
                      <a:pt x="6461" y="236"/>
                      <a:pt x="6362" y="333"/>
                    </a:cubicBezTo>
                    <a:cubicBezTo>
                      <a:pt x="6244" y="471"/>
                      <a:pt x="6087" y="589"/>
                      <a:pt x="5930" y="687"/>
                    </a:cubicBezTo>
                    <a:cubicBezTo>
                      <a:pt x="5694" y="825"/>
                      <a:pt x="5440" y="961"/>
                      <a:pt x="5184" y="1060"/>
                    </a:cubicBezTo>
                    <a:cubicBezTo>
                      <a:pt x="5099" y="1086"/>
                      <a:pt x="5022" y="1098"/>
                      <a:pt x="4949" y="1098"/>
                    </a:cubicBezTo>
                    <a:cubicBezTo>
                      <a:pt x="4579" y="1098"/>
                      <a:pt x="4334" y="805"/>
                      <a:pt x="4006" y="608"/>
                    </a:cubicBezTo>
                    <a:cubicBezTo>
                      <a:pt x="3913" y="562"/>
                      <a:pt x="3800" y="522"/>
                      <a:pt x="3694" y="522"/>
                    </a:cubicBezTo>
                    <a:cubicBezTo>
                      <a:pt x="3643" y="522"/>
                      <a:pt x="3594" y="531"/>
                      <a:pt x="3550" y="553"/>
                    </a:cubicBezTo>
                    <a:lnTo>
                      <a:pt x="3550" y="553"/>
                    </a:lnTo>
                    <a:lnTo>
                      <a:pt x="3555" y="550"/>
                    </a:lnTo>
                    <a:lnTo>
                      <a:pt x="3555" y="550"/>
                    </a:lnTo>
                    <a:cubicBezTo>
                      <a:pt x="3552" y="552"/>
                      <a:pt x="3549" y="553"/>
                      <a:pt x="3546" y="555"/>
                    </a:cubicBezTo>
                    <a:lnTo>
                      <a:pt x="3546" y="555"/>
                    </a:lnTo>
                    <a:cubicBezTo>
                      <a:pt x="3528" y="564"/>
                      <a:pt x="3511" y="576"/>
                      <a:pt x="3495" y="589"/>
                    </a:cubicBezTo>
                    <a:lnTo>
                      <a:pt x="3517" y="575"/>
                    </a:lnTo>
                    <a:lnTo>
                      <a:pt x="3517" y="575"/>
                    </a:lnTo>
                    <a:cubicBezTo>
                      <a:pt x="3402" y="661"/>
                      <a:pt x="3331" y="817"/>
                      <a:pt x="3260" y="943"/>
                    </a:cubicBezTo>
                    <a:cubicBezTo>
                      <a:pt x="3162" y="1118"/>
                      <a:pt x="3045" y="1296"/>
                      <a:pt x="2927" y="1472"/>
                    </a:cubicBezTo>
                    <a:cubicBezTo>
                      <a:pt x="2730" y="1786"/>
                      <a:pt x="2514" y="2160"/>
                      <a:pt x="2220" y="2375"/>
                    </a:cubicBezTo>
                    <a:cubicBezTo>
                      <a:pt x="1807" y="2689"/>
                      <a:pt x="1356" y="2885"/>
                      <a:pt x="846" y="2925"/>
                    </a:cubicBezTo>
                    <a:cubicBezTo>
                      <a:pt x="629" y="2964"/>
                      <a:pt x="335" y="3042"/>
                      <a:pt x="197" y="3199"/>
                    </a:cubicBezTo>
                    <a:cubicBezTo>
                      <a:pt x="100" y="3317"/>
                      <a:pt x="21" y="3691"/>
                      <a:pt x="100" y="3848"/>
                    </a:cubicBezTo>
                    <a:cubicBezTo>
                      <a:pt x="90" y="3857"/>
                      <a:pt x="65" y="3857"/>
                      <a:pt x="45" y="3857"/>
                    </a:cubicBezTo>
                    <a:cubicBezTo>
                      <a:pt x="26" y="3857"/>
                      <a:pt x="11" y="3857"/>
                      <a:pt x="21" y="3867"/>
                    </a:cubicBezTo>
                    <a:cubicBezTo>
                      <a:pt x="1" y="3927"/>
                      <a:pt x="21" y="4084"/>
                      <a:pt x="40" y="4142"/>
                    </a:cubicBezTo>
                    <a:cubicBezTo>
                      <a:pt x="96" y="4212"/>
                      <a:pt x="230" y="4222"/>
                      <a:pt x="353" y="4222"/>
                    </a:cubicBezTo>
                    <a:cubicBezTo>
                      <a:pt x="403" y="4222"/>
                      <a:pt x="452" y="4220"/>
                      <a:pt x="492" y="4220"/>
                    </a:cubicBezTo>
                    <a:cubicBezTo>
                      <a:pt x="700" y="4240"/>
                      <a:pt x="917" y="4255"/>
                      <a:pt x="1134" y="4255"/>
                    </a:cubicBezTo>
                    <a:cubicBezTo>
                      <a:pt x="1349" y="4255"/>
                      <a:pt x="1563" y="4240"/>
                      <a:pt x="1768" y="4201"/>
                    </a:cubicBezTo>
                    <a:cubicBezTo>
                      <a:pt x="2613" y="4063"/>
                      <a:pt x="3477" y="3848"/>
                      <a:pt x="4262" y="3495"/>
                    </a:cubicBezTo>
                    <a:cubicBezTo>
                      <a:pt x="4595" y="3356"/>
                      <a:pt x="4870" y="3121"/>
                      <a:pt x="5184" y="2964"/>
                    </a:cubicBezTo>
                    <a:cubicBezTo>
                      <a:pt x="5276" y="2910"/>
                      <a:pt x="5453" y="2786"/>
                      <a:pt x="5572" y="2786"/>
                    </a:cubicBezTo>
                    <a:cubicBezTo>
                      <a:pt x="5580" y="2786"/>
                      <a:pt x="5589" y="2787"/>
                      <a:pt x="5597" y="2788"/>
                    </a:cubicBezTo>
                    <a:cubicBezTo>
                      <a:pt x="5733" y="2807"/>
                      <a:pt x="5754" y="3003"/>
                      <a:pt x="5754" y="3102"/>
                    </a:cubicBezTo>
                    <a:cubicBezTo>
                      <a:pt x="6087" y="3082"/>
                      <a:pt x="6362" y="3003"/>
                      <a:pt x="6636" y="2906"/>
                    </a:cubicBezTo>
                    <a:cubicBezTo>
                      <a:pt x="6872" y="2827"/>
                      <a:pt x="7186" y="2788"/>
                      <a:pt x="7364" y="2610"/>
                    </a:cubicBezTo>
                    <a:cubicBezTo>
                      <a:pt x="7500" y="2493"/>
                      <a:pt x="7442" y="2139"/>
                      <a:pt x="7383" y="1943"/>
                    </a:cubicBezTo>
                    <a:lnTo>
                      <a:pt x="7383" y="1904"/>
                    </a:lnTo>
                    <a:cubicBezTo>
                      <a:pt x="7383" y="1885"/>
                      <a:pt x="7403" y="1864"/>
                      <a:pt x="7403" y="1846"/>
                    </a:cubicBezTo>
                    <a:cubicBezTo>
                      <a:pt x="7442" y="1689"/>
                      <a:pt x="7304" y="1335"/>
                      <a:pt x="7265" y="1178"/>
                    </a:cubicBezTo>
                    <a:cubicBezTo>
                      <a:pt x="7167" y="746"/>
                      <a:pt x="6932" y="314"/>
                      <a:pt x="6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7" name="Google Shape;1047;p27"/>
              <p:cNvSpPr/>
              <p:nvPr/>
            </p:nvSpPr>
            <p:spPr>
              <a:xfrm>
                <a:off x="2952594" y="3554287"/>
                <a:ext cx="303759" cy="1149231"/>
              </a:xfrm>
              <a:custGeom>
                <a:avLst/>
                <a:gdLst/>
                <a:ahLst/>
                <a:cxnLst/>
                <a:rect l="l" t="t" r="r" b="b"/>
                <a:pathLst>
                  <a:path w="6657" h="25190" extrusionOk="0">
                    <a:moveTo>
                      <a:pt x="1532" y="1"/>
                    </a:moveTo>
                    <a:lnTo>
                      <a:pt x="1532" y="1"/>
                    </a:lnTo>
                    <a:cubicBezTo>
                      <a:pt x="1925" y="1218"/>
                      <a:pt x="2239" y="2573"/>
                      <a:pt x="2416" y="4045"/>
                    </a:cubicBezTo>
                    <a:cubicBezTo>
                      <a:pt x="1532" y="6460"/>
                      <a:pt x="1100" y="8895"/>
                      <a:pt x="1160" y="11505"/>
                    </a:cubicBezTo>
                    <a:cubicBezTo>
                      <a:pt x="1199" y="12939"/>
                      <a:pt x="1278" y="14332"/>
                      <a:pt x="1435" y="15745"/>
                    </a:cubicBezTo>
                    <a:cubicBezTo>
                      <a:pt x="1042" y="16923"/>
                      <a:pt x="550" y="17944"/>
                      <a:pt x="1" y="18789"/>
                    </a:cubicBezTo>
                    <a:cubicBezTo>
                      <a:pt x="492" y="22106"/>
                      <a:pt x="885" y="25189"/>
                      <a:pt x="885" y="25189"/>
                    </a:cubicBezTo>
                    <a:lnTo>
                      <a:pt x="6657" y="24522"/>
                    </a:lnTo>
                    <a:cubicBezTo>
                      <a:pt x="6657" y="24522"/>
                      <a:pt x="5675" y="17944"/>
                      <a:pt x="5144" y="15727"/>
                    </a:cubicBezTo>
                    <a:cubicBezTo>
                      <a:pt x="5125" y="15648"/>
                      <a:pt x="5105" y="15549"/>
                      <a:pt x="5066" y="15431"/>
                    </a:cubicBezTo>
                    <a:cubicBezTo>
                      <a:pt x="5086" y="14156"/>
                      <a:pt x="5105" y="12879"/>
                      <a:pt x="5026" y="11623"/>
                    </a:cubicBezTo>
                    <a:cubicBezTo>
                      <a:pt x="5008" y="11054"/>
                      <a:pt x="4772" y="10563"/>
                      <a:pt x="4673" y="10013"/>
                    </a:cubicBezTo>
                    <a:cubicBezTo>
                      <a:pt x="4576" y="9405"/>
                      <a:pt x="4654" y="9091"/>
                      <a:pt x="4791" y="8482"/>
                    </a:cubicBezTo>
                    <a:cubicBezTo>
                      <a:pt x="5165" y="6774"/>
                      <a:pt x="5576" y="3987"/>
                      <a:pt x="5479" y="1906"/>
                    </a:cubicBezTo>
                    <a:lnTo>
                      <a:pt x="5950" y="21"/>
                    </a:lnTo>
                    <a:lnTo>
                      <a:pt x="15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8" name="Google Shape;1048;p27"/>
              <p:cNvSpPr/>
              <p:nvPr/>
            </p:nvSpPr>
            <p:spPr>
              <a:xfrm>
                <a:off x="2932015" y="2227871"/>
                <a:ext cx="351214" cy="386833"/>
              </a:xfrm>
              <a:custGeom>
                <a:avLst/>
                <a:gdLst/>
                <a:ahLst/>
                <a:cxnLst/>
                <a:rect l="l" t="t" r="r" b="b"/>
                <a:pathLst>
                  <a:path w="7697" h="8479" extrusionOk="0">
                    <a:moveTo>
                      <a:pt x="4374" y="7"/>
                    </a:moveTo>
                    <a:cubicBezTo>
                      <a:pt x="4277" y="7"/>
                      <a:pt x="4181" y="12"/>
                      <a:pt x="4084" y="19"/>
                    </a:cubicBezTo>
                    <a:cubicBezTo>
                      <a:pt x="3671" y="40"/>
                      <a:pt x="3279" y="0"/>
                      <a:pt x="2886" y="79"/>
                    </a:cubicBezTo>
                    <a:cubicBezTo>
                      <a:pt x="2768" y="98"/>
                      <a:pt x="2650" y="137"/>
                      <a:pt x="2533" y="176"/>
                    </a:cubicBezTo>
                    <a:lnTo>
                      <a:pt x="2632" y="118"/>
                    </a:lnTo>
                    <a:lnTo>
                      <a:pt x="2632" y="118"/>
                    </a:lnTo>
                    <a:cubicBezTo>
                      <a:pt x="2003" y="393"/>
                      <a:pt x="1551" y="962"/>
                      <a:pt x="1315" y="1590"/>
                    </a:cubicBezTo>
                    <a:cubicBezTo>
                      <a:pt x="1218" y="1846"/>
                      <a:pt x="1179" y="2100"/>
                      <a:pt x="1158" y="2356"/>
                    </a:cubicBezTo>
                    <a:cubicBezTo>
                      <a:pt x="1119" y="2571"/>
                      <a:pt x="1001" y="2729"/>
                      <a:pt x="865" y="2886"/>
                    </a:cubicBezTo>
                    <a:cubicBezTo>
                      <a:pt x="668" y="3063"/>
                      <a:pt x="1" y="3357"/>
                      <a:pt x="197" y="3710"/>
                    </a:cubicBezTo>
                    <a:cubicBezTo>
                      <a:pt x="295" y="3867"/>
                      <a:pt x="511" y="3927"/>
                      <a:pt x="590" y="4103"/>
                    </a:cubicBezTo>
                    <a:cubicBezTo>
                      <a:pt x="668" y="4260"/>
                      <a:pt x="472" y="4378"/>
                      <a:pt x="569" y="4555"/>
                    </a:cubicBezTo>
                    <a:cubicBezTo>
                      <a:pt x="648" y="4673"/>
                      <a:pt x="648" y="4613"/>
                      <a:pt x="590" y="4751"/>
                    </a:cubicBezTo>
                    <a:cubicBezTo>
                      <a:pt x="530" y="4869"/>
                      <a:pt x="569" y="4927"/>
                      <a:pt x="629" y="5026"/>
                    </a:cubicBezTo>
                    <a:cubicBezTo>
                      <a:pt x="786" y="5223"/>
                      <a:pt x="609" y="5301"/>
                      <a:pt x="511" y="5477"/>
                    </a:cubicBezTo>
                    <a:cubicBezTo>
                      <a:pt x="412" y="5713"/>
                      <a:pt x="412" y="5987"/>
                      <a:pt x="609" y="6165"/>
                    </a:cubicBezTo>
                    <a:cubicBezTo>
                      <a:pt x="724" y="6280"/>
                      <a:pt x="924" y="6311"/>
                      <a:pt x="1109" y="6311"/>
                    </a:cubicBezTo>
                    <a:cubicBezTo>
                      <a:pt x="1175" y="6311"/>
                      <a:pt x="1239" y="6307"/>
                      <a:pt x="1297" y="6302"/>
                    </a:cubicBezTo>
                    <a:cubicBezTo>
                      <a:pt x="1319" y="6300"/>
                      <a:pt x="1343" y="6299"/>
                      <a:pt x="1366" y="6299"/>
                    </a:cubicBezTo>
                    <a:cubicBezTo>
                      <a:pt x="1588" y="6299"/>
                      <a:pt x="1841" y="6378"/>
                      <a:pt x="1983" y="6537"/>
                    </a:cubicBezTo>
                    <a:cubicBezTo>
                      <a:pt x="2179" y="6754"/>
                      <a:pt x="2160" y="7107"/>
                      <a:pt x="2219" y="7382"/>
                    </a:cubicBezTo>
                    <a:cubicBezTo>
                      <a:pt x="2278" y="7597"/>
                      <a:pt x="2317" y="7814"/>
                      <a:pt x="2376" y="8029"/>
                    </a:cubicBezTo>
                    <a:cubicBezTo>
                      <a:pt x="2396" y="8167"/>
                      <a:pt x="2435" y="8383"/>
                      <a:pt x="2553" y="8422"/>
                    </a:cubicBezTo>
                    <a:cubicBezTo>
                      <a:pt x="2651" y="8467"/>
                      <a:pt x="2777" y="8479"/>
                      <a:pt x="2905" y="8479"/>
                    </a:cubicBezTo>
                    <a:cubicBezTo>
                      <a:pt x="3061" y="8479"/>
                      <a:pt x="3220" y="8461"/>
                      <a:pt x="3338" y="8461"/>
                    </a:cubicBezTo>
                    <a:cubicBezTo>
                      <a:pt x="3411" y="8461"/>
                      <a:pt x="3492" y="8474"/>
                      <a:pt x="3570" y="8474"/>
                    </a:cubicBezTo>
                    <a:cubicBezTo>
                      <a:pt x="3661" y="8474"/>
                      <a:pt x="3746" y="8457"/>
                      <a:pt x="3810" y="8383"/>
                    </a:cubicBezTo>
                    <a:cubicBezTo>
                      <a:pt x="4182" y="7990"/>
                      <a:pt x="4556" y="7618"/>
                      <a:pt x="4849" y="7147"/>
                    </a:cubicBezTo>
                    <a:cubicBezTo>
                      <a:pt x="5163" y="6616"/>
                      <a:pt x="5262" y="5948"/>
                      <a:pt x="5773" y="5556"/>
                    </a:cubicBezTo>
                    <a:cubicBezTo>
                      <a:pt x="6244" y="5223"/>
                      <a:pt x="6833" y="5006"/>
                      <a:pt x="7147" y="4495"/>
                    </a:cubicBezTo>
                    <a:cubicBezTo>
                      <a:pt x="7461" y="3985"/>
                      <a:pt x="7697" y="3435"/>
                      <a:pt x="7697" y="2827"/>
                    </a:cubicBezTo>
                    <a:cubicBezTo>
                      <a:pt x="7697" y="2278"/>
                      <a:pt x="7637" y="1610"/>
                      <a:pt x="7323" y="1119"/>
                    </a:cubicBezTo>
                    <a:cubicBezTo>
                      <a:pt x="7048" y="687"/>
                      <a:pt x="6558" y="412"/>
                      <a:pt x="6066" y="275"/>
                    </a:cubicBezTo>
                    <a:cubicBezTo>
                      <a:pt x="5655" y="137"/>
                      <a:pt x="5223" y="118"/>
                      <a:pt x="4791" y="40"/>
                    </a:cubicBezTo>
                    <a:cubicBezTo>
                      <a:pt x="4652" y="17"/>
                      <a:pt x="4513" y="7"/>
                      <a:pt x="4374" y="7"/>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49" name="Google Shape;1049;p27"/>
              <p:cNvSpPr/>
              <p:nvPr/>
            </p:nvSpPr>
            <p:spPr>
              <a:xfrm>
                <a:off x="2951727" y="2233255"/>
                <a:ext cx="331502" cy="381450"/>
              </a:xfrm>
              <a:custGeom>
                <a:avLst/>
                <a:gdLst/>
                <a:ahLst/>
                <a:cxnLst/>
                <a:rect l="l" t="t" r="r" b="b"/>
                <a:pathLst>
                  <a:path w="7265" h="8361" extrusionOk="0">
                    <a:moveTo>
                      <a:pt x="4870" y="0"/>
                    </a:moveTo>
                    <a:lnTo>
                      <a:pt x="4870" y="0"/>
                    </a:lnTo>
                    <a:cubicBezTo>
                      <a:pt x="5105" y="825"/>
                      <a:pt x="5124" y="1747"/>
                      <a:pt x="4830" y="2650"/>
                    </a:cubicBezTo>
                    <a:cubicBezTo>
                      <a:pt x="4252" y="4499"/>
                      <a:pt x="2647" y="5709"/>
                      <a:pt x="971" y="5709"/>
                    </a:cubicBezTo>
                    <a:cubicBezTo>
                      <a:pt x="654" y="5709"/>
                      <a:pt x="335" y="5666"/>
                      <a:pt x="20" y="5576"/>
                    </a:cubicBezTo>
                    <a:lnTo>
                      <a:pt x="20" y="5576"/>
                    </a:lnTo>
                    <a:cubicBezTo>
                      <a:pt x="1" y="5733"/>
                      <a:pt x="40" y="5909"/>
                      <a:pt x="177" y="6047"/>
                    </a:cubicBezTo>
                    <a:cubicBezTo>
                      <a:pt x="292" y="6162"/>
                      <a:pt x="492" y="6193"/>
                      <a:pt x="677" y="6193"/>
                    </a:cubicBezTo>
                    <a:cubicBezTo>
                      <a:pt x="743" y="6193"/>
                      <a:pt x="807" y="6189"/>
                      <a:pt x="865" y="6184"/>
                    </a:cubicBezTo>
                    <a:cubicBezTo>
                      <a:pt x="887" y="6182"/>
                      <a:pt x="911" y="6181"/>
                      <a:pt x="934" y="6181"/>
                    </a:cubicBezTo>
                    <a:cubicBezTo>
                      <a:pt x="1156" y="6181"/>
                      <a:pt x="1409" y="6260"/>
                      <a:pt x="1551" y="6419"/>
                    </a:cubicBezTo>
                    <a:cubicBezTo>
                      <a:pt x="1747" y="6636"/>
                      <a:pt x="1728" y="6989"/>
                      <a:pt x="1787" y="7264"/>
                    </a:cubicBezTo>
                    <a:cubicBezTo>
                      <a:pt x="1846" y="7479"/>
                      <a:pt x="1885" y="7696"/>
                      <a:pt x="1944" y="7911"/>
                    </a:cubicBezTo>
                    <a:cubicBezTo>
                      <a:pt x="1964" y="8049"/>
                      <a:pt x="2003" y="8265"/>
                      <a:pt x="2121" y="8304"/>
                    </a:cubicBezTo>
                    <a:cubicBezTo>
                      <a:pt x="2219" y="8349"/>
                      <a:pt x="2345" y="8361"/>
                      <a:pt x="2473" y="8361"/>
                    </a:cubicBezTo>
                    <a:cubicBezTo>
                      <a:pt x="2629" y="8361"/>
                      <a:pt x="2788" y="8343"/>
                      <a:pt x="2906" y="8343"/>
                    </a:cubicBezTo>
                    <a:cubicBezTo>
                      <a:pt x="2979" y="8343"/>
                      <a:pt x="3060" y="8356"/>
                      <a:pt x="3138" y="8356"/>
                    </a:cubicBezTo>
                    <a:cubicBezTo>
                      <a:pt x="3229" y="8356"/>
                      <a:pt x="3314" y="8339"/>
                      <a:pt x="3378" y="8265"/>
                    </a:cubicBezTo>
                    <a:cubicBezTo>
                      <a:pt x="3750" y="7872"/>
                      <a:pt x="4124" y="7500"/>
                      <a:pt x="4417" y="7029"/>
                    </a:cubicBezTo>
                    <a:cubicBezTo>
                      <a:pt x="4731" y="6498"/>
                      <a:pt x="4830" y="5830"/>
                      <a:pt x="5341" y="5438"/>
                    </a:cubicBezTo>
                    <a:cubicBezTo>
                      <a:pt x="5812" y="5105"/>
                      <a:pt x="6401" y="4888"/>
                      <a:pt x="6715" y="4377"/>
                    </a:cubicBezTo>
                    <a:cubicBezTo>
                      <a:pt x="7029" y="3867"/>
                      <a:pt x="7265" y="3317"/>
                      <a:pt x="7265" y="2709"/>
                    </a:cubicBezTo>
                    <a:cubicBezTo>
                      <a:pt x="7265" y="2160"/>
                      <a:pt x="7205" y="1492"/>
                      <a:pt x="6891" y="1001"/>
                    </a:cubicBezTo>
                    <a:cubicBezTo>
                      <a:pt x="6616" y="569"/>
                      <a:pt x="6126" y="294"/>
                      <a:pt x="5634" y="157"/>
                    </a:cubicBezTo>
                    <a:cubicBezTo>
                      <a:pt x="5380" y="79"/>
                      <a:pt x="5124" y="40"/>
                      <a:pt x="4870" y="0"/>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0" name="Google Shape;1050;p27"/>
              <p:cNvSpPr/>
              <p:nvPr/>
            </p:nvSpPr>
            <p:spPr>
              <a:xfrm>
                <a:off x="3047548" y="2477743"/>
                <a:ext cx="152359" cy="136959"/>
              </a:xfrm>
              <a:custGeom>
                <a:avLst/>
                <a:gdLst/>
                <a:ahLst/>
                <a:cxnLst/>
                <a:rect l="l" t="t" r="r" b="b"/>
                <a:pathLst>
                  <a:path w="3339" h="3002" extrusionOk="0">
                    <a:moveTo>
                      <a:pt x="3319" y="0"/>
                    </a:moveTo>
                    <a:cubicBezTo>
                      <a:pt x="3201" y="39"/>
                      <a:pt x="3103" y="138"/>
                      <a:pt x="3005" y="196"/>
                    </a:cubicBezTo>
                    <a:cubicBezTo>
                      <a:pt x="2887" y="275"/>
                      <a:pt x="2749" y="335"/>
                      <a:pt x="2613" y="413"/>
                    </a:cubicBezTo>
                    <a:cubicBezTo>
                      <a:pt x="2317" y="628"/>
                      <a:pt x="2024" y="864"/>
                      <a:pt x="1768" y="1120"/>
                    </a:cubicBezTo>
                    <a:cubicBezTo>
                      <a:pt x="1414" y="1453"/>
                      <a:pt x="1160" y="1845"/>
                      <a:pt x="864" y="2219"/>
                    </a:cubicBezTo>
                    <a:cubicBezTo>
                      <a:pt x="649" y="2474"/>
                      <a:pt x="315" y="2827"/>
                      <a:pt x="1" y="2926"/>
                    </a:cubicBezTo>
                    <a:cubicBezTo>
                      <a:pt x="347" y="2967"/>
                      <a:pt x="698" y="3002"/>
                      <a:pt x="1049" y="3002"/>
                    </a:cubicBezTo>
                    <a:cubicBezTo>
                      <a:pt x="1376" y="3002"/>
                      <a:pt x="1702" y="2971"/>
                      <a:pt x="2024" y="2887"/>
                    </a:cubicBezTo>
                    <a:cubicBezTo>
                      <a:pt x="2317" y="2808"/>
                      <a:pt x="2691" y="2709"/>
                      <a:pt x="2945" y="2552"/>
                    </a:cubicBezTo>
                    <a:cubicBezTo>
                      <a:pt x="3005" y="2533"/>
                      <a:pt x="3103" y="2474"/>
                      <a:pt x="3142" y="2416"/>
                    </a:cubicBezTo>
                    <a:cubicBezTo>
                      <a:pt x="3201" y="2337"/>
                      <a:pt x="3181" y="2356"/>
                      <a:pt x="3162" y="2258"/>
                    </a:cubicBezTo>
                    <a:cubicBezTo>
                      <a:pt x="3142" y="2101"/>
                      <a:pt x="3084" y="1963"/>
                      <a:pt x="3063" y="1806"/>
                    </a:cubicBezTo>
                    <a:cubicBezTo>
                      <a:pt x="2985" y="1277"/>
                      <a:pt x="2749" y="353"/>
                      <a:pt x="3338" y="39"/>
                    </a:cubicBezTo>
                    <a:lnTo>
                      <a:pt x="3319" y="0"/>
                    </a:lnTo>
                    <a:close/>
                  </a:path>
                </a:pathLst>
              </a:custGeom>
              <a:solidFill>
                <a:srgbClr val="B67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1" name="Google Shape;1051;p27"/>
              <p:cNvSpPr/>
              <p:nvPr/>
            </p:nvSpPr>
            <p:spPr>
              <a:xfrm>
                <a:off x="2986633" y="2184348"/>
                <a:ext cx="326118" cy="323464"/>
              </a:xfrm>
              <a:custGeom>
                <a:avLst/>
                <a:gdLst/>
                <a:ahLst/>
                <a:cxnLst/>
                <a:rect l="l" t="t" r="r" b="b"/>
                <a:pathLst>
                  <a:path w="7147" h="7090" extrusionOk="0">
                    <a:moveTo>
                      <a:pt x="954" y="611"/>
                    </a:moveTo>
                    <a:lnTo>
                      <a:pt x="954" y="611"/>
                    </a:lnTo>
                    <a:cubicBezTo>
                      <a:pt x="934" y="624"/>
                      <a:pt x="916" y="634"/>
                      <a:pt x="904" y="640"/>
                    </a:cubicBezTo>
                    <a:lnTo>
                      <a:pt x="954" y="611"/>
                    </a:lnTo>
                    <a:close/>
                    <a:moveTo>
                      <a:pt x="2976" y="0"/>
                    </a:moveTo>
                    <a:cubicBezTo>
                      <a:pt x="2738" y="0"/>
                      <a:pt x="2493" y="20"/>
                      <a:pt x="2278" y="31"/>
                    </a:cubicBezTo>
                    <a:cubicBezTo>
                      <a:pt x="2082" y="51"/>
                      <a:pt x="1885" y="70"/>
                      <a:pt x="1689" y="149"/>
                    </a:cubicBezTo>
                    <a:cubicBezTo>
                      <a:pt x="1627" y="176"/>
                      <a:pt x="1483" y="268"/>
                      <a:pt x="1333" y="366"/>
                    </a:cubicBezTo>
                    <a:lnTo>
                      <a:pt x="1333" y="366"/>
                    </a:lnTo>
                    <a:cubicBezTo>
                      <a:pt x="1021" y="527"/>
                      <a:pt x="716" y="752"/>
                      <a:pt x="532" y="1013"/>
                    </a:cubicBezTo>
                    <a:cubicBezTo>
                      <a:pt x="315" y="1308"/>
                      <a:pt x="1" y="1916"/>
                      <a:pt x="335" y="2269"/>
                    </a:cubicBezTo>
                    <a:cubicBezTo>
                      <a:pt x="397" y="2331"/>
                      <a:pt x="466" y="2350"/>
                      <a:pt x="538" y="2350"/>
                    </a:cubicBezTo>
                    <a:cubicBezTo>
                      <a:pt x="646" y="2350"/>
                      <a:pt x="758" y="2307"/>
                      <a:pt x="856" y="2307"/>
                    </a:cubicBezTo>
                    <a:cubicBezTo>
                      <a:pt x="920" y="2307"/>
                      <a:pt x="977" y="2326"/>
                      <a:pt x="1022" y="2387"/>
                    </a:cubicBezTo>
                    <a:cubicBezTo>
                      <a:pt x="1120" y="2525"/>
                      <a:pt x="1100" y="2643"/>
                      <a:pt x="1238" y="2740"/>
                    </a:cubicBezTo>
                    <a:cubicBezTo>
                      <a:pt x="1395" y="2839"/>
                      <a:pt x="1592" y="2839"/>
                      <a:pt x="1749" y="2918"/>
                    </a:cubicBezTo>
                    <a:cubicBezTo>
                      <a:pt x="2003" y="3015"/>
                      <a:pt x="2298" y="3368"/>
                      <a:pt x="2357" y="3624"/>
                    </a:cubicBezTo>
                    <a:cubicBezTo>
                      <a:pt x="2416" y="3840"/>
                      <a:pt x="2278" y="4056"/>
                      <a:pt x="2239" y="4272"/>
                    </a:cubicBezTo>
                    <a:cubicBezTo>
                      <a:pt x="2199" y="4507"/>
                      <a:pt x="2278" y="4821"/>
                      <a:pt x="2553" y="4900"/>
                    </a:cubicBezTo>
                    <a:cubicBezTo>
                      <a:pt x="2666" y="4922"/>
                      <a:pt x="2753" y="4945"/>
                      <a:pt x="2841" y="4945"/>
                    </a:cubicBezTo>
                    <a:cubicBezTo>
                      <a:pt x="2905" y="4945"/>
                      <a:pt x="2969" y="4933"/>
                      <a:pt x="3044" y="4900"/>
                    </a:cubicBezTo>
                    <a:cubicBezTo>
                      <a:pt x="3359" y="4724"/>
                      <a:pt x="3652" y="4135"/>
                      <a:pt x="4026" y="4056"/>
                    </a:cubicBezTo>
                    <a:cubicBezTo>
                      <a:pt x="4073" y="4044"/>
                      <a:pt x="4119" y="4039"/>
                      <a:pt x="4161" y="4039"/>
                    </a:cubicBezTo>
                    <a:cubicBezTo>
                      <a:pt x="4471" y="4039"/>
                      <a:pt x="4645" y="4337"/>
                      <a:pt x="4576" y="4664"/>
                    </a:cubicBezTo>
                    <a:cubicBezTo>
                      <a:pt x="4536" y="4881"/>
                      <a:pt x="4280" y="5116"/>
                      <a:pt x="4144" y="5292"/>
                    </a:cubicBezTo>
                    <a:cubicBezTo>
                      <a:pt x="4045" y="5410"/>
                      <a:pt x="3966" y="5489"/>
                      <a:pt x="3888" y="5627"/>
                    </a:cubicBezTo>
                    <a:cubicBezTo>
                      <a:pt x="3673" y="5960"/>
                      <a:pt x="3888" y="6255"/>
                      <a:pt x="4045" y="6569"/>
                    </a:cubicBezTo>
                    <a:cubicBezTo>
                      <a:pt x="4123" y="6726"/>
                      <a:pt x="4202" y="6883"/>
                      <a:pt x="4301" y="7001"/>
                    </a:cubicBezTo>
                    <a:cubicBezTo>
                      <a:pt x="4350" y="7064"/>
                      <a:pt x="4379" y="7090"/>
                      <a:pt x="4401" y="7090"/>
                    </a:cubicBezTo>
                    <a:cubicBezTo>
                      <a:pt x="4439" y="7090"/>
                      <a:pt x="4454" y="7010"/>
                      <a:pt x="4516" y="6923"/>
                    </a:cubicBezTo>
                    <a:cubicBezTo>
                      <a:pt x="4791" y="6569"/>
                      <a:pt x="5223" y="6412"/>
                      <a:pt x="5615" y="6216"/>
                    </a:cubicBezTo>
                    <a:cubicBezTo>
                      <a:pt x="6204" y="5941"/>
                      <a:pt x="6578" y="5274"/>
                      <a:pt x="6793" y="4685"/>
                    </a:cubicBezTo>
                    <a:cubicBezTo>
                      <a:pt x="7010" y="4056"/>
                      <a:pt x="7147" y="3408"/>
                      <a:pt x="7029" y="2740"/>
                    </a:cubicBezTo>
                    <a:cubicBezTo>
                      <a:pt x="6793" y="1484"/>
                      <a:pt x="5812" y="620"/>
                      <a:pt x="4673" y="267"/>
                    </a:cubicBezTo>
                    <a:cubicBezTo>
                      <a:pt x="4301" y="149"/>
                      <a:pt x="3987" y="91"/>
                      <a:pt x="3417" y="31"/>
                    </a:cubicBezTo>
                    <a:cubicBezTo>
                      <a:pt x="3279" y="8"/>
                      <a:pt x="3129" y="0"/>
                      <a:pt x="2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2" name="Google Shape;1052;p27"/>
              <p:cNvSpPr/>
              <p:nvPr/>
            </p:nvSpPr>
            <p:spPr>
              <a:xfrm>
                <a:off x="2849609" y="2568212"/>
                <a:ext cx="455114" cy="1099000"/>
              </a:xfrm>
              <a:custGeom>
                <a:avLst/>
                <a:gdLst/>
                <a:ahLst/>
                <a:cxnLst/>
                <a:rect l="l" t="t" r="r" b="b"/>
                <a:pathLst>
                  <a:path w="9974" h="24089" extrusionOk="0">
                    <a:moveTo>
                      <a:pt x="7579" y="1"/>
                    </a:moveTo>
                    <a:cubicBezTo>
                      <a:pt x="7225" y="98"/>
                      <a:pt x="4849" y="530"/>
                      <a:pt x="4025" y="1158"/>
                    </a:cubicBezTo>
                    <a:cubicBezTo>
                      <a:pt x="3063" y="1885"/>
                      <a:pt x="1472" y="5026"/>
                      <a:pt x="1414" y="6087"/>
                    </a:cubicBezTo>
                    <a:cubicBezTo>
                      <a:pt x="943" y="12584"/>
                      <a:pt x="1" y="24088"/>
                      <a:pt x="1" y="24088"/>
                    </a:cubicBezTo>
                    <a:lnTo>
                      <a:pt x="9974" y="24088"/>
                    </a:lnTo>
                    <a:cubicBezTo>
                      <a:pt x="9974" y="24088"/>
                      <a:pt x="9424" y="12034"/>
                      <a:pt x="9581" y="8050"/>
                    </a:cubicBezTo>
                    <a:cubicBezTo>
                      <a:pt x="9620" y="7147"/>
                      <a:pt x="9385" y="3574"/>
                      <a:pt x="9385" y="3534"/>
                    </a:cubicBezTo>
                    <a:cubicBezTo>
                      <a:pt x="9385" y="3495"/>
                      <a:pt x="9071" y="1904"/>
                      <a:pt x="8835" y="1453"/>
                    </a:cubicBezTo>
                    <a:cubicBezTo>
                      <a:pt x="8618" y="1040"/>
                      <a:pt x="7579" y="1"/>
                      <a:pt x="75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3" name="Google Shape;1053;p27"/>
              <p:cNvSpPr/>
              <p:nvPr/>
            </p:nvSpPr>
            <p:spPr>
              <a:xfrm>
                <a:off x="2849609" y="2568212"/>
                <a:ext cx="455114" cy="1106163"/>
              </a:xfrm>
              <a:custGeom>
                <a:avLst/>
                <a:gdLst/>
                <a:ahLst/>
                <a:cxnLst/>
                <a:rect l="l" t="t" r="r" b="b"/>
                <a:pathLst>
                  <a:path w="9974" h="24246" extrusionOk="0">
                    <a:moveTo>
                      <a:pt x="7579" y="1"/>
                    </a:moveTo>
                    <a:lnTo>
                      <a:pt x="7579" y="1"/>
                    </a:lnTo>
                    <a:cubicBezTo>
                      <a:pt x="8482" y="2964"/>
                      <a:pt x="8501" y="7225"/>
                      <a:pt x="6676" y="10817"/>
                    </a:cubicBezTo>
                    <a:cubicBezTo>
                      <a:pt x="5163" y="13782"/>
                      <a:pt x="2946" y="16060"/>
                      <a:pt x="550" y="17355"/>
                    </a:cubicBezTo>
                    <a:cubicBezTo>
                      <a:pt x="236" y="21085"/>
                      <a:pt x="1" y="24245"/>
                      <a:pt x="1" y="24245"/>
                    </a:cubicBezTo>
                    <a:lnTo>
                      <a:pt x="9974" y="24245"/>
                    </a:lnTo>
                    <a:cubicBezTo>
                      <a:pt x="9974" y="24245"/>
                      <a:pt x="9424" y="11976"/>
                      <a:pt x="9581" y="7990"/>
                    </a:cubicBezTo>
                    <a:cubicBezTo>
                      <a:pt x="9620" y="7087"/>
                      <a:pt x="9385" y="3514"/>
                      <a:pt x="9385" y="3475"/>
                    </a:cubicBezTo>
                    <a:cubicBezTo>
                      <a:pt x="9385" y="3435"/>
                      <a:pt x="9071" y="1904"/>
                      <a:pt x="8835" y="1453"/>
                    </a:cubicBezTo>
                    <a:cubicBezTo>
                      <a:pt x="8658" y="1139"/>
                      <a:pt x="7951" y="216"/>
                      <a:pt x="75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4" name="Google Shape;1054;p27"/>
              <p:cNvSpPr/>
              <p:nvPr/>
            </p:nvSpPr>
            <p:spPr>
              <a:xfrm>
                <a:off x="2632825" y="2648689"/>
                <a:ext cx="584977" cy="644144"/>
              </a:xfrm>
              <a:custGeom>
                <a:avLst/>
                <a:gdLst/>
                <a:ahLst/>
                <a:cxnLst/>
                <a:rect l="l" t="t" r="r" b="b"/>
                <a:pathLst>
                  <a:path w="12820" h="14119" extrusionOk="0">
                    <a:moveTo>
                      <a:pt x="11119" y="0"/>
                    </a:moveTo>
                    <a:cubicBezTo>
                      <a:pt x="9950" y="0"/>
                      <a:pt x="9208" y="1326"/>
                      <a:pt x="8914" y="1849"/>
                    </a:cubicBezTo>
                    <a:cubicBezTo>
                      <a:pt x="7872" y="3694"/>
                      <a:pt x="5812" y="8877"/>
                      <a:pt x="5812" y="8877"/>
                    </a:cubicBezTo>
                    <a:lnTo>
                      <a:pt x="1" y="13000"/>
                    </a:lnTo>
                    <a:lnTo>
                      <a:pt x="766" y="14118"/>
                    </a:lnTo>
                    <a:cubicBezTo>
                      <a:pt x="766" y="14118"/>
                      <a:pt x="5616" y="14060"/>
                      <a:pt x="7500" y="12764"/>
                    </a:cubicBezTo>
                    <a:cubicBezTo>
                      <a:pt x="10249" y="10840"/>
                      <a:pt x="12605" y="1986"/>
                      <a:pt x="12605" y="1986"/>
                    </a:cubicBezTo>
                    <a:cubicBezTo>
                      <a:pt x="12605" y="1986"/>
                      <a:pt x="12820" y="611"/>
                      <a:pt x="11877" y="179"/>
                    </a:cubicBezTo>
                    <a:cubicBezTo>
                      <a:pt x="11607" y="54"/>
                      <a:pt x="11354" y="0"/>
                      <a:pt x="111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5" name="Google Shape;1055;p27"/>
              <p:cNvSpPr/>
              <p:nvPr/>
            </p:nvSpPr>
            <p:spPr>
              <a:xfrm>
                <a:off x="3010862" y="2118470"/>
                <a:ext cx="361025" cy="374469"/>
              </a:xfrm>
              <a:custGeom>
                <a:avLst/>
                <a:gdLst/>
                <a:ahLst/>
                <a:cxnLst/>
                <a:rect l="l" t="t" r="r" b="b"/>
                <a:pathLst>
                  <a:path w="7912" h="8208" extrusionOk="0">
                    <a:moveTo>
                      <a:pt x="3115" y="1"/>
                    </a:moveTo>
                    <a:cubicBezTo>
                      <a:pt x="2644" y="1"/>
                      <a:pt x="2356" y="114"/>
                      <a:pt x="2042" y="219"/>
                    </a:cubicBezTo>
                    <a:cubicBezTo>
                      <a:pt x="959" y="626"/>
                      <a:pt x="84" y="1547"/>
                      <a:pt x="59" y="2569"/>
                    </a:cubicBezTo>
                    <a:lnTo>
                      <a:pt x="59" y="2569"/>
                    </a:lnTo>
                    <a:lnTo>
                      <a:pt x="1" y="2595"/>
                    </a:lnTo>
                    <a:cubicBezTo>
                      <a:pt x="19" y="2597"/>
                      <a:pt x="39" y="2602"/>
                      <a:pt x="59" y="2608"/>
                    </a:cubicBezTo>
                    <a:lnTo>
                      <a:pt x="59" y="2608"/>
                    </a:lnTo>
                    <a:cubicBezTo>
                      <a:pt x="59" y="2610"/>
                      <a:pt x="59" y="2612"/>
                      <a:pt x="59" y="2614"/>
                    </a:cubicBezTo>
                    <a:cubicBezTo>
                      <a:pt x="78" y="2633"/>
                      <a:pt x="90" y="2640"/>
                      <a:pt x="98" y="2640"/>
                    </a:cubicBezTo>
                    <a:cubicBezTo>
                      <a:pt x="104" y="2640"/>
                      <a:pt x="108" y="2635"/>
                      <a:pt x="110" y="2628"/>
                    </a:cubicBezTo>
                    <a:lnTo>
                      <a:pt x="110" y="2628"/>
                    </a:lnTo>
                    <a:cubicBezTo>
                      <a:pt x="560" y="2829"/>
                      <a:pt x="1283" y="3827"/>
                      <a:pt x="1590" y="4244"/>
                    </a:cubicBezTo>
                    <a:cubicBezTo>
                      <a:pt x="1964" y="4773"/>
                      <a:pt x="2297" y="5362"/>
                      <a:pt x="2592" y="5951"/>
                    </a:cubicBezTo>
                    <a:cubicBezTo>
                      <a:pt x="3024" y="6757"/>
                      <a:pt x="3613" y="7639"/>
                      <a:pt x="4437" y="8032"/>
                    </a:cubicBezTo>
                    <a:cubicBezTo>
                      <a:pt x="4682" y="8152"/>
                      <a:pt x="4897" y="8207"/>
                      <a:pt x="5098" y="8207"/>
                    </a:cubicBezTo>
                    <a:cubicBezTo>
                      <a:pt x="5589" y="8207"/>
                      <a:pt x="5994" y="7875"/>
                      <a:pt x="6537" y="7346"/>
                    </a:cubicBezTo>
                    <a:cubicBezTo>
                      <a:pt x="7500" y="6422"/>
                      <a:pt x="7911" y="5087"/>
                      <a:pt x="7715" y="3812"/>
                    </a:cubicBezTo>
                    <a:cubicBezTo>
                      <a:pt x="7382" y="1810"/>
                      <a:pt x="5929" y="493"/>
                      <a:pt x="3985" y="101"/>
                    </a:cubicBezTo>
                    <a:cubicBezTo>
                      <a:pt x="3632" y="29"/>
                      <a:pt x="3350" y="1"/>
                      <a:pt x="31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6" name="Google Shape;1056;p27"/>
              <p:cNvSpPr/>
              <p:nvPr/>
            </p:nvSpPr>
            <p:spPr>
              <a:xfrm>
                <a:off x="3004565" y="2224267"/>
                <a:ext cx="172983" cy="234728"/>
              </a:xfrm>
              <a:custGeom>
                <a:avLst/>
                <a:gdLst/>
                <a:ahLst/>
                <a:cxnLst/>
                <a:rect l="l" t="t" r="r" b="b"/>
                <a:pathLst>
                  <a:path w="3791" h="5145" extrusionOk="0">
                    <a:moveTo>
                      <a:pt x="178" y="1"/>
                    </a:moveTo>
                    <a:cubicBezTo>
                      <a:pt x="139" y="119"/>
                      <a:pt x="79" y="237"/>
                      <a:pt x="0" y="373"/>
                    </a:cubicBezTo>
                    <a:cubicBezTo>
                      <a:pt x="217" y="629"/>
                      <a:pt x="471" y="865"/>
                      <a:pt x="727" y="1100"/>
                    </a:cubicBezTo>
                    <a:cubicBezTo>
                      <a:pt x="1356" y="1669"/>
                      <a:pt x="1905" y="2396"/>
                      <a:pt x="2356" y="3122"/>
                    </a:cubicBezTo>
                    <a:cubicBezTo>
                      <a:pt x="2788" y="3828"/>
                      <a:pt x="3220" y="4535"/>
                      <a:pt x="3790" y="5145"/>
                    </a:cubicBezTo>
                    <a:cubicBezTo>
                      <a:pt x="3555" y="4399"/>
                      <a:pt x="3024" y="3554"/>
                      <a:pt x="2612" y="2867"/>
                    </a:cubicBezTo>
                    <a:cubicBezTo>
                      <a:pt x="2317" y="2376"/>
                      <a:pt x="2003" y="1904"/>
                      <a:pt x="1670" y="1433"/>
                    </a:cubicBezTo>
                    <a:cubicBezTo>
                      <a:pt x="1356" y="1022"/>
                      <a:pt x="806" y="433"/>
                      <a:pt x="1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7" name="Google Shape;1057;p27"/>
              <p:cNvSpPr/>
              <p:nvPr/>
            </p:nvSpPr>
            <p:spPr>
              <a:xfrm>
                <a:off x="2908744" y="2346078"/>
                <a:ext cx="451554" cy="163055"/>
              </a:xfrm>
              <a:custGeom>
                <a:avLst/>
                <a:gdLst/>
                <a:ahLst/>
                <a:cxnLst/>
                <a:rect l="l" t="t" r="r" b="b"/>
                <a:pathLst>
                  <a:path w="9896" h="3574" extrusionOk="0">
                    <a:moveTo>
                      <a:pt x="1021" y="1"/>
                    </a:moveTo>
                    <a:cubicBezTo>
                      <a:pt x="844" y="236"/>
                      <a:pt x="216" y="825"/>
                      <a:pt x="216" y="825"/>
                    </a:cubicBezTo>
                    <a:lnTo>
                      <a:pt x="216" y="1433"/>
                    </a:lnTo>
                    <a:lnTo>
                      <a:pt x="0" y="1964"/>
                    </a:lnTo>
                    <a:lnTo>
                      <a:pt x="315" y="2475"/>
                    </a:lnTo>
                    <a:lnTo>
                      <a:pt x="315" y="3436"/>
                    </a:lnTo>
                    <a:lnTo>
                      <a:pt x="1178" y="3574"/>
                    </a:lnTo>
                    <a:lnTo>
                      <a:pt x="3632" y="2965"/>
                    </a:lnTo>
                    <a:lnTo>
                      <a:pt x="6126" y="3574"/>
                    </a:lnTo>
                    <a:lnTo>
                      <a:pt x="6283" y="3318"/>
                    </a:lnTo>
                    <a:cubicBezTo>
                      <a:pt x="6283" y="3318"/>
                      <a:pt x="4123" y="2650"/>
                      <a:pt x="3652" y="2553"/>
                    </a:cubicBezTo>
                    <a:lnTo>
                      <a:pt x="3592" y="1473"/>
                    </a:lnTo>
                    <a:lnTo>
                      <a:pt x="9856" y="551"/>
                    </a:lnTo>
                    <a:lnTo>
                      <a:pt x="9895" y="354"/>
                    </a:lnTo>
                    <a:lnTo>
                      <a:pt x="3574" y="1198"/>
                    </a:lnTo>
                    <a:lnTo>
                      <a:pt x="3553" y="884"/>
                    </a:lnTo>
                    <a:lnTo>
                      <a:pt x="10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58" name="Google Shape;1058;p27"/>
              <p:cNvSpPr/>
              <p:nvPr/>
            </p:nvSpPr>
            <p:spPr>
              <a:xfrm>
                <a:off x="2486767" y="3136937"/>
                <a:ext cx="326163" cy="228751"/>
              </a:xfrm>
              <a:custGeom>
                <a:avLst/>
                <a:gdLst/>
                <a:ahLst/>
                <a:cxnLst/>
                <a:rect l="l" t="t" r="r" b="b"/>
                <a:pathLst>
                  <a:path w="7148" h="5014" extrusionOk="0">
                    <a:moveTo>
                      <a:pt x="5969" y="0"/>
                    </a:moveTo>
                    <a:lnTo>
                      <a:pt x="2789" y="2631"/>
                    </a:lnTo>
                    <a:cubicBezTo>
                      <a:pt x="2632" y="2670"/>
                      <a:pt x="2495" y="2691"/>
                      <a:pt x="2338" y="2709"/>
                    </a:cubicBezTo>
                    <a:cubicBezTo>
                      <a:pt x="1729" y="2788"/>
                      <a:pt x="786" y="2612"/>
                      <a:pt x="375" y="3201"/>
                    </a:cubicBezTo>
                    <a:cubicBezTo>
                      <a:pt x="119" y="3554"/>
                      <a:pt x="1" y="4457"/>
                      <a:pt x="354" y="4790"/>
                    </a:cubicBezTo>
                    <a:cubicBezTo>
                      <a:pt x="499" y="4917"/>
                      <a:pt x="829" y="5014"/>
                      <a:pt x="1128" y="5014"/>
                    </a:cubicBezTo>
                    <a:cubicBezTo>
                      <a:pt x="1479" y="5014"/>
                      <a:pt x="1785" y="4879"/>
                      <a:pt x="1689" y="4497"/>
                    </a:cubicBezTo>
                    <a:cubicBezTo>
                      <a:pt x="1553" y="4457"/>
                      <a:pt x="1435" y="4398"/>
                      <a:pt x="1336" y="4300"/>
                    </a:cubicBezTo>
                    <a:cubicBezTo>
                      <a:pt x="1359" y="4299"/>
                      <a:pt x="1381" y="4298"/>
                      <a:pt x="1404" y="4298"/>
                    </a:cubicBezTo>
                    <a:cubicBezTo>
                      <a:pt x="1588" y="4298"/>
                      <a:pt x="1776" y="4337"/>
                      <a:pt x="1958" y="4337"/>
                    </a:cubicBezTo>
                    <a:cubicBezTo>
                      <a:pt x="2104" y="4337"/>
                      <a:pt x="2246" y="4312"/>
                      <a:pt x="2377" y="4222"/>
                    </a:cubicBezTo>
                    <a:cubicBezTo>
                      <a:pt x="2710" y="3966"/>
                      <a:pt x="2632" y="3790"/>
                      <a:pt x="3084" y="3652"/>
                    </a:cubicBezTo>
                    <a:lnTo>
                      <a:pt x="7147" y="3495"/>
                    </a:lnTo>
                    <a:lnTo>
                      <a:pt x="5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grpSp>
        <p:nvGrpSpPr>
          <p:cNvPr id="1059" name="Google Shape;1059;p27"/>
          <p:cNvGrpSpPr/>
          <p:nvPr/>
        </p:nvGrpSpPr>
        <p:grpSpPr>
          <a:xfrm>
            <a:off x="138484" y="4142273"/>
            <a:ext cx="814977" cy="2350865"/>
            <a:chOff x="5394075" y="2405534"/>
            <a:chExt cx="895842" cy="2584126"/>
          </a:xfrm>
        </p:grpSpPr>
        <p:sp>
          <p:nvSpPr>
            <p:cNvPr id="1060" name="Google Shape;1060;p27"/>
            <p:cNvSpPr/>
            <p:nvPr/>
          </p:nvSpPr>
          <p:spPr>
            <a:xfrm>
              <a:off x="5722787" y="2662705"/>
              <a:ext cx="124570" cy="69939"/>
            </a:xfrm>
            <a:custGeom>
              <a:avLst/>
              <a:gdLst/>
              <a:ahLst/>
              <a:cxnLst/>
              <a:rect l="l" t="t" r="r" b="b"/>
              <a:pathLst>
                <a:path w="2730" h="1533" extrusionOk="0">
                  <a:moveTo>
                    <a:pt x="2705" y="1482"/>
                  </a:moveTo>
                  <a:cubicBezTo>
                    <a:pt x="2716" y="1490"/>
                    <a:pt x="2725" y="1501"/>
                    <a:pt x="2730" y="1513"/>
                  </a:cubicBezTo>
                  <a:lnTo>
                    <a:pt x="2730" y="1493"/>
                  </a:lnTo>
                  <a:cubicBezTo>
                    <a:pt x="2721" y="1488"/>
                    <a:pt x="2712" y="1485"/>
                    <a:pt x="2705" y="1482"/>
                  </a:cubicBezTo>
                  <a:close/>
                  <a:moveTo>
                    <a:pt x="0" y="1"/>
                  </a:moveTo>
                  <a:lnTo>
                    <a:pt x="0" y="1"/>
                  </a:lnTo>
                  <a:cubicBezTo>
                    <a:pt x="21" y="296"/>
                    <a:pt x="60" y="629"/>
                    <a:pt x="275" y="885"/>
                  </a:cubicBezTo>
                  <a:cubicBezTo>
                    <a:pt x="492" y="1121"/>
                    <a:pt x="785" y="1278"/>
                    <a:pt x="1100" y="1375"/>
                  </a:cubicBezTo>
                  <a:cubicBezTo>
                    <a:pt x="1374" y="1454"/>
                    <a:pt x="1689" y="1532"/>
                    <a:pt x="1963" y="1532"/>
                  </a:cubicBezTo>
                  <a:lnTo>
                    <a:pt x="2278" y="1532"/>
                  </a:lnTo>
                  <a:cubicBezTo>
                    <a:pt x="2395" y="1532"/>
                    <a:pt x="2513" y="1474"/>
                    <a:pt x="2631" y="1474"/>
                  </a:cubicBezTo>
                  <a:cubicBezTo>
                    <a:pt x="2661" y="1474"/>
                    <a:pt x="2680" y="1474"/>
                    <a:pt x="2705" y="1482"/>
                  </a:cubicBezTo>
                  <a:lnTo>
                    <a:pt x="2705" y="1482"/>
                  </a:lnTo>
                  <a:cubicBezTo>
                    <a:pt x="2676" y="1463"/>
                    <a:pt x="2630" y="1456"/>
                    <a:pt x="2580" y="1456"/>
                  </a:cubicBezTo>
                  <a:cubicBezTo>
                    <a:pt x="2495" y="1456"/>
                    <a:pt x="2399" y="1474"/>
                    <a:pt x="2356" y="1474"/>
                  </a:cubicBezTo>
                  <a:cubicBezTo>
                    <a:pt x="2141" y="1474"/>
                    <a:pt x="1924" y="1474"/>
                    <a:pt x="1709" y="1414"/>
                  </a:cubicBezTo>
                  <a:cubicBezTo>
                    <a:pt x="1335" y="1336"/>
                    <a:pt x="943" y="1199"/>
                    <a:pt x="610" y="1003"/>
                  </a:cubicBezTo>
                  <a:cubicBezTo>
                    <a:pt x="236" y="767"/>
                    <a:pt x="39" y="414"/>
                    <a:pt x="0" y="1"/>
                  </a:cubicBezTo>
                  <a:close/>
                </a:path>
              </a:pathLst>
            </a:custGeom>
            <a:solidFill>
              <a:srgbClr val="905C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1" name="Google Shape;1061;p27"/>
            <p:cNvSpPr/>
            <p:nvPr/>
          </p:nvSpPr>
          <p:spPr>
            <a:xfrm>
              <a:off x="5785481" y="2609920"/>
              <a:ext cx="9947" cy="94986"/>
            </a:xfrm>
            <a:custGeom>
              <a:avLst/>
              <a:gdLst/>
              <a:ahLst/>
              <a:cxnLst/>
              <a:rect l="l" t="t" r="r" b="b"/>
              <a:pathLst>
                <a:path w="218" h="2082" extrusionOk="0">
                  <a:moveTo>
                    <a:pt x="79" y="0"/>
                  </a:moveTo>
                  <a:lnTo>
                    <a:pt x="0" y="2081"/>
                  </a:lnTo>
                  <a:lnTo>
                    <a:pt x="99" y="2081"/>
                  </a:lnTo>
                  <a:lnTo>
                    <a:pt x="217" y="0"/>
                  </a:lnTo>
                  <a:close/>
                </a:path>
              </a:pathLst>
            </a:custGeom>
            <a:solidFill>
              <a:srgbClr val="4C9C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2" name="Google Shape;1062;p27"/>
            <p:cNvSpPr/>
            <p:nvPr/>
          </p:nvSpPr>
          <p:spPr>
            <a:xfrm>
              <a:off x="5597353" y="3752388"/>
              <a:ext cx="375444" cy="1151329"/>
            </a:xfrm>
            <a:custGeom>
              <a:avLst/>
              <a:gdLst/>
              <a:ahLst/>
              <a:cxnLst/>
              <a:rect l="l" t="t" r="r" b="b"/>
              <a:pathLst>
                <a:path w="8228" h="25236" extrusionOk="0">
                  <a:moveTo>
                    <a:pt x="2372" y="0"/>
                  </a:moveTo>
                  <a:cubicBezTo>
                    <a:pt x="1982" y="0"/>
                    <a:pt x="1523" y="81"/>
                    <a:pt x="1317" y="420"/>
                  </a:cubicBezTo>
                  <a:cubicBezTo>
                    <a:pt x="1" y="2580"/>
                    <a:pt x="2160" y="10786"/>
                    <a:pt x="2160" y="10786"/>
                  </a:cubicBezTo>
                  <a:cubicBezTo>
                    <a:pt x="1984" y="11984"/>
                    <a:pt x="1592" y="14772"/>
                    <a:pt x="1592" y="15871"/>
                  </a:cubicBezTo>
                  <a:cubicBezTo>
                    <a:pt x="1611" y="18050"/>
                    <a:pt x="1317" y="25157"/>
                    <a:pt x="1317" y="25157"/>
                  </a:cubicBezTo>
                  <a:lnTo>
                    <a:pt x="8227" y="25235"/>
                  </a:lnTo>
                  <a:cubicBezTo>
                    <a:pt x="8227" y="25235"/>
                    <a:pt x="6539" y="14183"/>
                    <a:pt x="6617" y="10924"/>
                  </a:cubicBezTo>
                  <a:lnTo>
                    <a:pt x="6421" y="9825"/>
                  </a:lnTo>
                  <a:lnTo>
                    <a:pt x="3024" y="67"/>
                  </a:lnTo>
                  <a:cubicBezTo>
                    <a:pt x="3024" y="67"/>
                    <a:pt x="2726" y="0"/>
                    <a:pt x="23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3" name="Google Shape;1063;p27"/>
            <p:cNvSpPr/>
            <p:nvPr/>
          </p:nvSpPr>
          <p:spPr>
            <a:xfrm>
              <a:off x="5712977" y="4842755"/>
              <a:ext cx="338620" cy="138738"/>
            </a:xfrm>
            <a:custGeom>
              <a:avLst/>
              <a:gdLst/>
              <a:ahLst/>
              <a:cxnLst/>
              <a:rect l="l" t="t" r="r" b="b"/>
              <a:pathLst>
                <a:path w="7421" h="3041" extrusionOk="0">
                  <a:moveTo>
                    <a:pt x="3356" y="0"/>
                  </a:moveTo>
                  <a:lnTo>
                    <a:pt x="3377" y="21"/>
                  </a:lnTo>
                  <a:cubicBezTo>
                    <a:pt x="3348" y="8"/>
                    <a:pt x="3318" y="3"/>
                    <a:pt x="3287" y="3"/>
                  </a:cubicBezTo>
                  <a:cubicBezTo>
                    <a:pt x="3168" y="3"/>
                    <a:pt x="3038" y="84"/>
                    <a:pt x="2945" y="178"/>
                  </a:cubicBezTo>
                  <a:cubicBezTo>
                    <a:pt x="2645" y="458"/>
                    <a:pt x="2469" y="848"/>
                    <a:pt x="2009" y="848"/>
                  </a:cubicBezTo>
                  <a:cubicBezTo>
                    <a:pt x="1988" y="848"/>
                    <a:pt x="1966" y="847"/>
                    <a:pt x="1943" y="845"/>
                  </a:cubicBezTo>
                  <a:cubicBezTo>
                    <a:pt x="1688" y="825"/>
                    <a:pt x="1414" y="746"/>
                    <a:pt x="1178" y="668"/>
                  </a:cubicBezTo>
                  <a:cubicBezTo>
                    <a:pt x="1000" y="609"/>
                    <a:pt x="843" y="531"/>
                    <a:pt x="686" y="432"/>
                  </a:cubicBezTo>
                  <a:cubicBezTo>
                    <a:pt x="589" y="374"/>
                    <a:pt x="451" y="217"/>
                    <a:pt x="353" y="178"/>
                  </a:cubicBezTo>
                  <a:cubicBezTo>
                    <a:pt x="157" y="531"/>
                    <a:pt x="39" y="1002"/>
                    <a:pt x="39" y="1414"/>
                  </a:cubicBezTo>
                  <a:cubicBezTo>
                    <a:pt x="39" y="1571"/>
                    <a:pt x="0" y="1944"/>
                    <a:pt x="58" y="2062"/>
                  </a:cubicBezTo>
                  <a:cubicBezTo>
                    <a:pt x="79" y="2081"/>
                    <a:pt x="79" y="2102"/>
                    <a:pt x="97" y="2120"/>
                  </a:cubicBezTo>
                  <a:lnTo>
                    <a:pt x="97" y="2160"/>
                  </a:lnTo>
                  <a:cubicBezTo>
                    <a:pt x="97" y="2337"/>
                    <a:pt x="118" y="2690"/>
                    <a:pt x="275" y="2769"/>
                  </a:cubicBezTo>
                  <a:cubicBezTo>
                    <a:pt x="490" y="2906"/>
                    <a:pt x="785" y="2866"/>
                    <a:pt x="1021" y="2887"/>
                  </a:cubicBezTo>
                  <a:cubicBezTo>
                    <a:pt x="1169" y="2898"/>
                    <a:pt x="1330" y="2909"/>
                    <a:pt x="1501" y="2909"/>
                  </a:cubicBezTo>
                  <a:cubicBezTo>
                    <a:pt x="1625" y="2909"/>
                    <a:pt x="1753" y="2903"/>
                    <a:pt x="1885" y="2887"/>
                  </a:cubicBezTo>
                  <a:cubicBezTo>
                    <a:pt x="1845" y="2769"/>
                    <a:pt x="1825" y="2592"/>
                    <a:pt x="1963" y="2552"/>
                  </a:cubicBezTo>
                  <a:cubicBezTo>
                    <a:pt x="1982" y="2545"/>
                    <a:pt x="2006" y="2541"/>
                    <a:pt x="2032" y="2541"/>
                  </a:cubicBezTo>
                  <a:cubicBezTo>
                    <a:pt x="2141" y="2541"/>
                    <a:pt x="2296" y="2596"/>
                    <a:pt x="2375" y="2612"/>
                  </a:cubicBezTo>
                  <a:cubicBezTo>
                    <a:pt x="2689" y="2690"/>
                    <a:pt x="3023" y="2848"/>
                    <a:pt x="3356" y="2906"/>
                  </a:cubicBezTo>
                  <a:cubicBezTo>
                    <a:pt x="3857" y="3003"/>
                    <a:pt x="4373" y="3040"/>
                    <a:pt x="4889" y="3040"/>
                  </a:cubicBezTo>
                  <a:cubicBezTo>
                    <a:pt x="5204" y="3040"/>
                    <a:pt x="5518" y="3027"/>
                    <a:pt x="5830" y="3005"/>
                  </a:cubicBezTo>
                  <a:cubicBezTo>
                    <a:pt x="6223" y="2984"/>
                    <a:pt x="6636" y="2866"/>
                    <a:pt x="7008" y="2749"/>
                  </a:cubicBezTo>
                  <a:cubicBezTo>
                    <a:pt x="7146" y="2709"/>
                    <a:pt x="7361" y="2670"/>
                    <a:pt x="7401" y="2552"/>
                  </a:cubicBezTo>
                  <a:cubicBezTo>
                    <a:pt x="7421" y="2513"/>
                    <a:pt x="7401" y="2356"/>
                    <a:pt x="7361" y="2317"/>
                  </a:cubicBezTo>
                  <a:cubicBezTo>
                    <a:pt x="7369" y="2302"/>
                    <a:pt x="7363" y="2298"/>
                    <a:pt x="7352" y="2298"/>
                  </a:cubicBezTo>
                  <a:cubicBezTo>
                    <a:pt x="7341" y="2298"/>
                    <a:pt x="7323" y="2303"/>
                    <a:pt x="7313" y="2303"/>
                  </a:cubicBezTo>
                  <a:cubicBezTo>
                    <a:pt x="7307" y="2303"/>
                    <a:pt x="7303" y="2302"/>
                    <a:pt x="7303" y="2298"/>
                  </a:cubicBezTo>
                  <a:cubicBezTo>
                    <a:pt x="7342" y="2141"/>
                    <a:pt x="7165" y="1806"/>
                    <a:pt x="7068" y="1728"/>
                  </a:cubicBezTo>
                  <a:cubicBezTo>
                    <a:pt x="6928" y="1635"/>
                    <a:pt x="6716" y="1604"/>
                    <a:pt x="6537" y="1604"/>
                  </a:cubicBezTo>
                  <a:cubicBezTo>
                    <a:pt x="6488" y="1604"/>
                    <a:pt x="6442" y="1606"/>
                    <a:pt x="6400" y="1610"/>
                  </a:cubicBezTo>
                  <a:cubicBezTo>
                    <a:pt x="6281" y="1624"/>
                    <a:pt x="6165" y="1632"/>
                    <a:pt x="6051" y="1632"/>
                  </a:cubicBezTo>
                  <a:cubicBezTo>
                    <a:pt x="5691" y="1632"/>
                    <a:pt x="5349" y="1558"/>
                    <a:pt x="5005" y="1395"/>
                  </a:cubicBezTo>
                  <a:cubicBezTo>
                    <a:pt x="4672" y="1257"/>
                    <a:pt x="4398" y="982"/>
                    <a:pt x="4142" y="727"/>
                  </a:cubicBezTo>
                  <a:cubicBezTo>
                    <a:pt x="4005" y="589"/>
                    <a:pt x="3848" y="452"/>
                    <a:pt x="3710" y="295"/>
                  </a:cubicBezTo>
                  <a:cubicBezTo>
                    <a:pt x="3592" y="196"/>
                    <a:pt x="3495" y="39"/>
                    <a:pt x="3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endParaRPr>
            </a:p>
          </p:txBody>
        </p:sp>
        <p:sp>
          <p:nvSpPr>
            <p:cNvPr id="1064" name="Google Shape;1064;p27"/>
            <p:cNvSpPr/>
            <p:nvPr/>
          </p:nvSpPr>
          <p:spPr>
            <a:xfrm>
              <a:off x="5660047" y="3771549"/>
              <a:ext cx="516988" cy="1109813"/>
            </a:xfrm>
            <a:custGeom>
              <a:avLst/>
              <a:gdLst/>
              <a:ahLst/>
              <a:cxnLst/>
              <a:rect l="l" t="t" r="r" b="b"/>
              <a:pathLst>
                <a:path w="11330" h="24326" extrusionOk="0">
                  <a:moveTo>
                    <a:pt x="5597" y="0"/>
                  </a:moveTo>
                  <a:lnTo>
                    <a:pt x="1" y="1670"/>
                  </a:lnTo>
                  <a:lnTo>
                    <a:pt x="5262" y="10759"/>
                  </a:lnTo>
                  <a:cubicBezTo>
                    <a:pt x="5145" y="11957"/>
                    <a:pt x="4870" y="14764"/>
                    <a:pt x="4929" y="15844"/>
                  </a:cubicBezTo>
                  <a:cubicBezTo>
                    <a:pt x="5047" y="18022"/>
                    <a:pt x="5930" y="24325"/>
                    <a:pt x="5930" y="24325"/>
                  </a:cubicBezTo>
                  <a:lnTo>
                    <a:pt x="11329" y="23402"/>
                  </a:lnTo>
                  <a:cubicBezTo>
                    <a:pt x="11329" y="23402"/>
                    <a:pt x="9798" y="13939"/>
                    <a:pt x="9720" y="10680"/>
                  </a:cubicBezTo>
                  <a:cubicBezTo>
                    <a:pt x="9720" y="10661"/>
                    <a:pt x="9484" y="9581"/>
                    <a:pt x="9484" y="9581"/>
                  </a:cubicBezTo>
                  <a:lnTo>
                    <a:pt x="55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5" name="Google Shape;1065;p27"/>
            <p:cNvSpPr/>
            <p:nvPr/>
          </p:nvSpPr>
          <p:spPr>
            <a:xfrm>
              <a:off x="5949426" y="4851697"/>
              <a:ext cx="340491" cy="137962"/>
            </a:xfrm>
            <a:custGeom>
              <a:avLst/>
              <a:gdLst/>
              <a:ahLst/>
              <a:cxnLst/>
              <a:rect l="l" t="t" r="r" b="b"/>
              <a:pathLst>
                <a:path w="7462" h="3024" extrusionOk="0">
                  <a:moveTo>
                    <a:pt x="3279" y="0"/>
                  </a:moveTo>
                  <a:lnTo>
                    <a:pt x="3299" y="21"/>
                  </a:lnTo>
                  <a:cubicBezTo>
                    <a:pt x="3270" y="10"/>
                    <a:pt x="3240" y="5"/>
                    <a:pt x="3211" y="5"/>
                  </a:cubicBezTo>
                  <a:cubicBezTo>
                    <a:pt x="3084" y="5"/>
                    <a:pt x="2963" y="98"/>
                    <a:pt x="2867" y="178"/>
                  </a:cubicBezTo>
                  <a:cubicBezTo>
                    <a:pt x="2560" y="485"/>
                    <a:pt x="2421" y="904"/>
                    <a:pt x="1939" y="904"/>
                  </a:cubicBezTo>
                  <a:cubicBezTo>
                    <a:pt x="1928" y="904"/>
                    <a:pt x="1916" y="904"/>
                    <a:pt x="1904" y="903"/>
                  </a:cubicBezTo>
                  <a:cubicBezTo>
                    <a:pt x="1650" y="885"/>
                    <a:pt x="1375" y="825"/>
                    <a:pt x="1119" y="746"/>
                  </a:cubicBezTo>
                  <a:cubicBezTo>
                    <a:pt x="943" y="707"/>
                    <a:pt x="786" y="649"/>
                    <a:pt x="629" y="550"/>
                  </a:cubicBezTo>
                  <a:cubicBezTo>
                    <a:pt x="511" y="492"/>
                    <a:pt x="394" y="335"/>
                    <a:pt x="276" y="315"/>
                  </a:cubicBezTo>
                  <a:cubicBezTo>
                    <a:pt x="98" y="688"/>
                    <a:pt x="1" y="1159"/>
                    <a:pt x="20" y="1571"/>
                  </a:cubicBezTo>
                  <a:cubicBezTo>
                    <a:pt x="20" y="1728"/>
                    <a:pt x="1" y="2102"/>
                    <a:pt x="79" y="2220"/>
                  </a:cubicBezTo>
                  <a:cubicBezTo>
                    <a:pt x="98" y="2238"/>
                    <a:pt x="98" y="2259"/>
                    <a:pt x="119" y="2259"/>
                  </a:cubicBezTo>
                  <a:lnTo>
                    <a:pt x="119" y="2317"/>
                  </a:lnTo>
                  <a:cubicBezTo>
                    <a:pt x="138" y="2494"/>
                    <a:pt x="177" y="2827"/>
                    <a:pt x="334" y="2906"/>
                  </a:cubicBezTo>
                  <a:cubicBezTo>
                    <a:pt x="551" y="3024"/>
                    <a:pt x="825" y="2984"/>
                    <a:pt x="1080" y="3005"/>
                  </a:cubicBezTo>
                  <a:cubicBezTo>
                    <a:pt x="1336" y="3005"/>
                    <a:pt x="1630" y="3005"/>
                    <a:pt x="1944" y="2945"/>
                  </a:cubicBezTo>
                  <a:cubicBezTo>
                    <a:pt x="1904" y="2827"/>
                    <a:pt x="1865" y="2670"/>
                    <a:pt x="2003" y="2612"/>
                  </a:cubicBezTo>
                  <a:cubicBezTo>
                    <a:pt x="2029" y="2596"/>
                    <a:pt x="2064" y="2590"/>
                    <a:pt x="2102" y="2590"/>
                  </a:cubicBezTo>
                  <a:cubicBezTo>
                    <a:pt x="2208" y="2590"/>
                    <a:pt x="2343" y="2637"/>
                    <a:pt x="2415" y="2652"/>
                  </a:cubicBezTo>
                  <a:cubicBezTo>
                    <a:pt x="2749" y="2710"/>
                    <a:pt x="3063" y="2848"/>
                    <a:pt x="3396" y="2906"/>
                  </a:cubicBezTo>
                  <a:cubicBezTo>
                    <a:pt x="3744" y="2948"/>
                    <a:pt x="4095" y="2965"/>
                    <a:pt x="4447" y="2965"/>
                  </a:cubicBezTo>
                  <a:cubicBezTo>
                    <a:pt x="4930" y="2965"/>
                    <a:pt x="5414" y="2933"/>
                    <a:pt x="5890" y="2887"/>
                  </a:cubicBezTo>
                  <a:cubicBezTo>
                    <a:pt x="6283" y="2827"/>
                    <a:pt x="6695" y="2710"/>
                    <a:pt x="7068" y="2553"/>
                  </a:cubicBezTo>
                  <a:cubicBezTo>
                    <a:pt x="7186" y="2513"/>
                    <a:pt x="7401" y="2474"/>
                    <a:pt x="7441" y="2356"/>
                  </a:cubicBezTo>
                  <a:cubicBezTo>
                    <a:pt x="7461" y="2298"/>
                    <a:pt x="7422" y="2160"/>
                    <a:pt x="7383" y="2102"/>
                  </a:cubicBezTo>
                  <a:cubicBezTo>
                    <a:pt x="7387" y="2097"/>
                    <a:pt x="7386" y="2096"/>
                    <a:pt x="7383" y="2096"/>
                  </a:cubicBezTo>
                  <a:cubicBezTo>
                    <a:pt x="7374" y="2096"/>
                    <a:pt x="7346" y="2107"/>
                    <a:pt x="7331" y="2107"/>
                  </a:cubicBezTo>
                  <a:cubicBezTo>
                    <a:pt x="7326" y="2107"/>
                    <a:pt x="7323" y="2106"/>
                    <a:pt x="7323" y="2102"/>
                  </a:cubicBezTo>
                  <a:cubicBezTo>
                    <a:pt x="7343" y="1945"/>
                    <a:pt x="7166" y="1610"/>
                    <a:pt x="7068" y="1532"/>
                  </a:cubicBezTo>
                  <a:cubicBezTo>
                    <a:pt x="6960" y="1472"/>
                    <a:pt x="6800" y="1449"/>
                    <a:pt x="6648" y="1449"/>
                  </a:cubicBezTo>
                  <a:cubicBezTo>
                    <a:pt x="6551" y="1449"/>
                    <a:pt x="6457" y="1458"/>
                    <a:pt x="6381" y="1474"/>
                  </a:cubicBezTo>
                  <a:cubicBezTo>
                    <a:pt x="6243" y="1496"/>
                    <a:pt x="6106" y="1508"/>
                    <a:pt x="5970" y="1508"/>
                  </a:cubicBezTo>
                  <a:cubicBezTo>
                    <a:pt x="5637" y="1508"/>
                    <a:pt x="5307" y="1441"/>
                    <a:pt x="4987" y="1317"/>
                  </a:cubicBezTo>
                  <a:cubicBezTo>
                    <a:pt x="4653" y="1199"/>
                    <a:pt x="4359" y="924"/>
                    <a:pt x="4103" y="688"/>
                  </a:cubicBezTo>
                  <a:lnTo>
                    <a:pt x="3632" y="275"/>
                  </a:lnTo>
                  <a:cubicBezTo>
                    <a:pt x="3514" y="178"/>
                    <a:pt x="3417" y="40"/>
                    <a:pt x="3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endParaRPr>
            </a:p>
          </p:txBody>
        </p:sp>
        <p:sp>
          <p:nvSpPr>
            <p:cNvPr id="1066" name="Google Shape;1066;p27"/>
            <p:cNvSpPr/>
            <p:nvPr/>
          </p:nvSpPr>
          <p:spPr>
            <a:xfrm>
              <a:off x="5573215" y="2448692"/>
              <a:ext cx="346697" cy="380583"/>
            </a:xfrm>
            <a:custGeom>
              <a:avLst/>
              <a:gdLst/>
              <a:ahLst/>
              <a:cxnLst/>
              <a:rect l="l" t="t" r="r" b="b"/>
              <a:pathLst>
                <a:path w="7598" h="8342" extrusionOk="0">
                  <a:moveTo>
                    <a:pt x="3573" y="1"/>
                  </a:moveTo>
                  <a:cubicBezTo>
                    <a:pt x="3338" y="1"/>
                    <a:pt x="3121" y="1"/>
                    <a:pt x="2886" y="40"/>
                  </a:cubicBezTo>
                  <a:cubicBezTo>
                    <a:pt x="2454" y="98"/>
                    <a:pt x="2042" y="137"/>
                    <a:pt x="1629" y="255"/>
                  </a:cubicBezTo>
                  <a:cubicBezTo>
                    <a:pt x="1158" y="412"/>
                    <a:pt x="647" y="668"/>
                    <a:pt x="373" y="1100"/>
                  </a:cubicBezTo>
                  <a:cubicBezTo>
                    <a:pt x="79" y="1571"/>
                    <a:pt x="0" y="2218"/>
                    <a:pt x="19" y="2788"/>
                  </a:cubicBezTo>
                  <a:cubicBezTo>
                    <a:pt x="19" y="3377"/>
                    <a:pt x="255" y="3907"/>
                    <a:pt x="569" y="4417"/>
                  </a:cubicBezTo>
                  <a:cubicBezTo>
                    <a:pt x="883" y="4909"/>
                    <a:pt x="1453" y="5124"/>
                    <a:pt x="1904" y="5477"/>
                  </a:cubicBezTo>
                  <a:cubicBezTo>
                    <a:pt x="2414" y="5851"/>
                    <a:pt x="2513" y="6518"/>
                    <a:pt x="2827" y="7029"/>
                  </a:cubicBezTo>
                  <a:cubicBezTo>
                    <a:pt x="3121" y="7480"/>
                    <a:pt x="3475" y="7853"/>
                    <a:pt x="3848" y="8246"/>
                  </a:cubicBezTo>
                  <a:cubicBezTo>
                    <a:pt x="3901" y="8320"/>
                    <a:pt x="3982" y="8337"/>
                    <a:pt x="4071" y="8337"/>
                  </a:cubicBezTo>
                  <a:cubicBezTo>
                    <a:pt x="4146" y="8337"/>
                    <a:pt x="4227" y="8325"/>
                    <a:pt x="4299" y="8325"/>
                  </a:cubicBezTo>
                  <a:cubicBezTo>
                    <a:pt x="4427" y="8325"/>
                    <a:pt x="4585" y="8342"/>
                    <a:pt x="4733" y="8342"/>
                  </a:cubicBezTo>
                  <a:cubicBezTo>
                    <a:pt x="4858" y="8342"/>
                    <a:pt x="4976" y="8330"/>
                    <a:pt x="5065" y="8285"/>
                  </a:cubicBezTo>
                  <a:cubicBezTo>
                    <a:pt x="5202" y="8246"/>
                    <a:pt x="5223" y="8029"/>
                    <a:pt x="5262" y="7912"/>
                  </a:cubicBezTo>
                  <a:cubicBezTo>
                    <a:pt x="5320" y="7696"/>
                    <a:pt x="5359" y="7461"/>
                    <a:pt x="5398" y="7244"/>
                  </a:cubicBezTo>
                  <a:cubicBezTo>
                    <a:pt x="5458" y="6990"/>
                    <a:pt x="5458" y="6636"/>
                    <a:pt x="5654" y="6420"/>
                  </a:cubicBezTo>
                  <a:cubicBezTo>
                    <a:pt x="5792" y="6265"/>
                    <a:pt x="6020" y="6201"/>
                    <a:pt x="6233" y="6201"/>
                  </a:cubicBezTo>
                  <a:cubicBezTo>
                    <a:pt x="6263" y="6201"/>
                    <a:pt x="6293" y="6202"/>
                    <a:pt x="6322" y="6204"/>
                  </a:cubicBezTo>
                  <a:cubicBezTo>
                    <a:pt x="6377" y="6209"/>
                    <a:pt x="6438" y="6213"/>
                    <a:pt x="6501" y="6213"/>
                  </a:cubicBezTo>
                  <a:cubicBezTo>
                    <a:pt x="6681" y="6213"/>
                    <a:pt x="6878" y="6183"/>
                    <a:pt x="7008" y="6066"/>
                  </a:cubicBezTo>
                  <a:cubicBezTo>
                    <a:pt x="7186" y="5890"/>
                    <a:pt x="7186" y="5615"/>
                    <a:pt x="7087" y="5399"/>
                  </a:cubicBezTo>
                  <a:cubicBezTo>
                    <a:pt x="7008" y="5223"/>
                    <a:pt x="6832" y="5144"/>
                    <a:pt x="6969" y="4928"/>
                  </a:cubicBezTo>
                  <a:cubicBezTo>
                    <a:pt x="7029" y="4849"/>
                    <a:pt x="7068" y="4791"/>
                    <a:pt x="7008" y="4673"/>
                  </a:cubicBezTo>
                  <a:cubicBezTo>
                    <a:pt x="6969" y="4535"/>
                    <a:pt x="6950" y="4595"/>
                    <a:pt x="7029" y="4477"/>
                  </a:cubicBezTo>
                  <a:cubicBezTo>
                    <a:pt x="7126" y="4299"/>
                    <a:pt x="6950" y="4181"/>
                    <a:pt x="7008" y="4024"/>
                  </a:cubicBezTo>
                  <a:cubicBezTo>
                    <a:pt x="7087" y="3867"/>
                    <a:pt x="7322" y="3809"/>
                    <a:pt x="7401" y="3632"/>
                  </a:cubicBezTo>
                  <a:cubicBezTo>
                    <a:pt x="7597" y="3299"/>
                    <a:pt x="6950" y="3024"/>
                    <a:pt x="6754" y="2828"/>
                  </a:cubicBezTo>
                  <a:cubicBezTo>
                    <a:pt x="6597" y="2671"/>
                    <a:pt x="6498" y="2514"/>
                    <a:pt x="6459" y="2317"/>
                  </a:cubicBezTo>
                  <a:cubicBezTo>
                    <a:pt x="6440" y="2061"/>
                    <a:pt x="6380" y="1807"/>
                    <a:pt x="6302" y="1551"/>
                  </a:cubicBezTo>
                  <a:cubicBezTo>
                    <a:pt x="6074" y="963"/>
                    <a:pt x="5645" y="411"/>
                    <a:pt x="5066" y="145"/>
                  </a:cubicBezTo>
                  <a:lnTo>
                    <a:pt x="5066" y="145"/>
                  </a:lnTo>
                  <a:cubicBezTo>
                    <a:pt x="5079" y="149"/>
                    <a:pt x="5092" y="153"/>
                    <a:pt x="5105" y="158"/>
                  </a:cubicBezTo>
                  <a:lnTo>
                    <a:pt x="5006" y="118"/>
                  </a:lnTo>
                  <a:lnTo>
                    <a:pt x="5006" y="118"/>
                  </a:lnTo>
                  <a:cubicBezTo>
                    <a:pt x="5026" y="127"/>
                    <a:pt x="5046" y="136"/>
                    <a:pt x="5066" y="145"/>
                  </a:cubicBezTo>
                  <a:lnTo>
                    <a:pt x="5066" y="145"/>
                  </a:lnTo>
                  <a:cubicBezTo>
                    <a:pt x="4961" y="110"/>
                    <a:pt x="4856" y="77"/>
                    <a:pt x="4751" y="59"/>
                  </a:cubicBezTo>
                  <a:cubicBezTo>
                    <a:pt x="4359" y="1"/>
                    <a:pt x="3985" y="20"/>
                    <a:pt x="3573" y="1"/>
                  </a:cubicBezTo>
                  <a:close/>
                </a:path>
              </a:pathLst>
            </a:custGeom>
            <a:solidFill>
              <a:srgbClr val="D492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7" name="Google Shape;1067;p27"/>
            <p:cNvSpPr/>
            <p:nvPr/>
          </p:nvSpPr>
          <p:spPr>
            <a:xfrm>
              <a:off x="5573215" y="2454075"/>
              <a:ext cx="326985" cy="375199"/>
            </a:xfrm>
            <a:custGeom>
              <a:avLst/>
              <a:gdLst/>
              <a:ahLst/>
              <a:cxnLst/>
              <a:rect l="l" t="t" r="r" b="b"/>
              <a:pathLst>
                <a:path w="7166" h="8224" extrusionOk="0">
                  <a:moveTo>
                    <a:pt x="2375" y="0"/>
                  </a:moveTo>
                  <a:lnTo>
                    <a:pt x="2375" y="0"/>
                  </a:lnTo>
                  <a:cubicBezTo>
                    <a:pt x="2121" y="19"/>
                    <a:pt x="1865" y="59"/>
                    <a:pt x="1629" y="137"/>
                  </a:cubicBezTo>
                  <a:cubicBezTo>
                    <a:pt x="1158" y="294"/>
                    <a:pt x="647" y="550"/>
                    <a:pt x="373" y="982"/>
                  </a:cubicBezTo>
                  <a:cubicBezTo>
                    <a:pt x="79" y="1453"/>
                    <a:pt x="0" y="2100"/>
                    <a:pt x="19" y="2670"/>
                  </a:cubicBezTo>
                  <a:cubicBezTo>
                    <a:pt x="19" y="3259"/>
                    <a:pt x="255" y="3789"/>
                    <a:pt x="569" y="4299"/>
                  </a:cubicBezTo>
                  <a:cubicBezTo>
                    <a:pt x="883" y="4791"/>
                    <a:pt x="1453" y="5006"/>
                    <a:pt x="1904" y="5359"/>
                  </a:cubicBezTo>
                  <a:cubicBezTo>
                    <a:pt x="2414" y="5733"/>
                    <a:pt x="2513" y="6400"/>
                    <a:pt x="2827" y="6911"/>
                  </a:cubicBezTo>
                  <a:cubicBezTo>
                    <a:pt x="3121" y="7362"/>
                    <a:pt x="3475" y="7735"/>
                    <a:pt x="3848" y="8128"/>
                  </a:cubicBezTo>
                  <a:cubicBezTo>
                    <a:pt x="3901" y="8202"/>
                    <a:pt x="3982" y="8219"/>
                    <a:pt x="4071" y="8219"/>
                  </a:cubicBezTo>
                  <a:cubicBezTo>
                    <a:pt x="4146" y="8219"/>
                    <a:pt x="4227" y="8207"/>
                    <a:pt x="4299" y="8207"/>
                  </a:cubicBezTo>
                  <a:cubicBezTo>
                    <a:pt x="4427" y="8207"/>
                    <a:pt x="4585" y="8224"/>
                    <a:pt x="4733" y="8224"/>
                  </a:cubicBezTo>
                  <a:cubicBezTo>
                    <a:pt x="4858" y="8224"/>
                    <a:pt x="4976" y="8212"/>
                    <a:pt x="5065" y="8167"/>
                  </a:cubicBezTo>
                  <a:cubicBezTo>
                    <a:pt x="5202" y="8128"/>
                    <a:pt x="5223" y="7911"/>
                    <a:pt x="5262" y="7794"/>
                  </a:cubicBezTo>
                  <a:cubicBezTo>
                    <a:pt x="5320" y="7578"/>
                    <a:pt x="5359" y="7343"/>
                    <a:pt x="5398" y="7126"/>
                  </a:cubicBezTo>
                  <a:cubicBezTo>
                    <a:pt x="5458" y="6872"/>
                    <a:pt x="5458" y="6518"/>
                    <a:pt x="5654" y="6302"/>
                  </a:cubicBezTo>
                  <a:cubicBezTo>
                    <a:pt x="5792" y="6147"/>
                    <a:pt x="6020" y="6083"/>
                    <a:pt x="6233" y="6083"/>
                  </a:cubicBezTo>
                  <a:cubicBezTo>
                    <a:pt x="6263" y="6083"/>
                    <a:pt x="6293" y="6084"/>
                    <a:pt x="6322" y="6086"/>
                  </a:cubicBezTo>
                  <a:cubicBezTo>
                    <a:pt x="6377" y="6091"/>
                    <a:pt x="6438" y="6095"/>
                    <a:pt x="6501" y="6095"/>
                  </a:cubicBezTo>
                  <a:cubicBezTo>
                    <a:pt x="6681" y="6095"/>
                    <a:pt x="6878" y="6065"/>
                    <a:pt x="7008" y="5948"/>
                  </a:cubicBezTo>
                  <a:cubicBezTo>
                    <a:pt x="7126" y="5812"/>
                    <a:pt x="7165" y="5634"/>
                    <a:pt x="7146" y="5477"/>
                  </a:cubicBezTo>
                  <a:lnTo>
                    <a:pt x="7146" y="5477"/>
                  </a:lnTo>
                  <a:cubicBezTo>
                    <a:pt x="6838" y="5564"/>
                    <a:pt x="6526" y="5606"/>
                    <a:pt x="6217" y="5606"/>
                  </a:cubicBezTo>
                  <a:cubicBezTo>
                    <a:pt x="4572" y="5606"/>
                    <a:pt x="2993" y="4428"/>
                    <a:pt x="2414" y="2611"/>
                  </a:cubicBezTo>
                  <a:cubicBezTo>
                    <a:pt x="2121" y="1708"/>
                    <a:pt x="2140" y="786"/>
                    <a:pt x="2375" y="0"/>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8" name="Google Shape;1068;p27"/>
            <p:cNvSpPr/>
            <p:nvPr/>
          </p:nvSpPr>
          <p:spPr>
            <a:xfrm>
              <a:off x="5656488" y="2694093"/>
              <a:ext cx="149666" cy="135179"/>
            </a:xfrm>
            <a:custGeom>
              <a:avLst/>
              <a:gdLst/>
              <a:ahLst/>
              <a:cxnLst/>
              <a:rect l="l" t="t" r="r" b="b"/>
              <a:pathLst>
                <a:path w="3280" h="2963" extrusionOk="0">
                  <a:moveTo>
                    <a:pt x="21" y="1"/>
                  </a:moveTo>
                  <a:lnTo>
                    <a:pt x="0" y="40"/>
                  </a:lnTo>
                  <a:cubicBezTo>
                    <a:pt x="571" y="354"/>
                    <a:pt x="354" y="1257"/>
                    <a:pt x="256" y="1787"/>
                  </a:cubicBezTo>
                  <a:cubicBezTo>
                    <a:pt x="236" y="1925"/>
                    <a:pt x="178" y="2082"/>
                    <a:pt x="157" y="2218"/>
                  </a:cubicBezTo>
                  <a:cubicBezTo>
                    <a:pt x="157" y="2336"/>
                    <a:pt x="139" y="2297"/>
                    <a:pt x="197" y="2396"/>
                  </a:cubicBezTo>
                  <a:cubicBezTo>
                    <a:pt x="236" y="2435"/>
                    <a:pt x="315" y="2493"/>
                    <a:pt x="374" y="2533"/>
                  </a:cubicBezTo>
                  <a:cubicBezTo>
                    <a:pt x="629" y="2671"/>
                    <a:pt x="982" y="2768"/>
                    <a:pt x="1277" y="2847"/>
                  </a:cubicBezTo>
                  <a:cubicBezTo>
                    <a:pt x="1598" y="2932"/>
                    <a:pt x="1919" y="2962"/>
                    <a:pt x="2239" y="2962"/>
                  </a:cubicBezTo>
                  <a:cubicBezTo>
                    <a:pt x="2586" y="2962"/>
                    <a:pt x="2933" y="2927"/>
                    <a:pt x="3280" y="2886"/>
                  </a:cubicBezTo>
                  <a:cubicBezTo>
                    <a:pt x="2966" y="2789"/>
                    <a:pt x="2631" y="2454"/>
                    <a:pt x="2435" y="2200"/>
                  </a:cubicBezTo>
                  <a:cubicBezTo>
                    <a:pt x="2141" y="1826"/>
                    <a:pt x="1885" y="1433"/>
                    <a:pt x="1552" y="1119"/>
                  </a:cubicBezTo>
                  <a:cubicBezTo>
                    <a:pt x="1277" y="865"/>
                    <a:pt x="1002" y="629"/>
                    <a:pt x="707" y="412"/>
                  </a:cubicBezTo>
                  <a:cubicBezTo>
                    <a:pt x="571" y="334"/>
                    <a:pt x="453" y="276"/>
                    <a:pt x="315" y="197"/>
                  </a:cubicBezTo>
                  <a:cubicBezTo>
                    <a:pt x="217" y="137"/>
                    <a:pt x="118" y="40"/>
                    <a:pt x="21" y="1"/>
                  </a:cubicBezTo>
                  <a:close/>
                </a:path>
              </a:pathLst>
            </a:custGeom>
            <a:solidFill>
              <a:srgbClr val="B67E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69" name="Google Shape;1069;p27"/>
            <p:cNvSpPr/>
            <p:nvPr/>
          </p:nvSpPr>
          <p:spPr>
            <a:xfrm>
              <a:off x="5560667" y="2782737"/>
              <a:ext cx="433622" cy="1049774"/>
            </a:xfrm>
            <a:custGeom>
              <a:avLst/>
              <a:gdLst/>
              <a:ahLst/>
              <a:cxnLst/>
              <a:rect l="l" t="t" r="r" b="b"/>
              <a:pathLst>
                <a:path w="9503" h="23010" extrusionOk="0">
                  <a:moveTo>
                    <a:pt x="2278" y="1"/>
                  </a:moveTo>
                  <a:cubicBezTo>
                    <a:pt x="2278" y="1"/>
                    <a:pt x="1276" y="1003"/>
                    <a:pt x="1061" y="1414"/>
                  </a:cubicBezTo>
                  <a:cubicBezTo>
                    <a:pt x="844" y="1827"/>
                    <a:pt x="550" y="3358"/>
                    <a:pt x="550" y="3398"/>
                  </a:cubicBezTo>
                  <a:cubicBezTo>
                    <a:pt x="550" y="3437"/>
                    <a:pt x="315" y="6833"/>
                    <a:pt x="354" y="7696"/>
                  </a:cubicBezTo>
                  <a:cubicBezTo>
                    <a:pt x="511" y="11505"/>
                    <a:pt x="1" y="23009"/>
                    <a:pt x="1" y="23009"/>
                  </a:cubicBezTo>
                  <a:lnTo>
                    <a:pt x="9502" y="23009"/>
                  </a:lnTo>
                  <a:cubicBezTo>
                    <a:pt x="9502" y="23009"/>
                    <a:pt x="7990" y="13371"/>
                    <a:pt x="9110" y="6165"/>
                  </a:cubicBezTo>
                  <a:cubicBezTo>
                    <a:pt x="9267" y="5165"/>
                    <a:pt x="6734" y="2887"/>
                    <a:pt x="5673" y="1120"/>
                  </a:cubicBezTo>
                  <a:cubicBezTo>
                    <a:pt x="5144" y="257"/>
                    <a:pt x="2611" y="118"/>
                    <a:pt x="2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0" name="Google Shape;1070;p27"/>
            <p:cNvSpPr/>
            <p:nvPr/>
          </p:nvSpPr>
          <p:spPr>
            <a:xfrm>
              <a:off x="5560667" y="2782737"/>
              <a:ext cx="629785" cy="2123682"/>
            </a:xfrm>
            <a:custGeom>
              <a:avLst/>
              <a:gdLst/>
              <a:ahLst/>
              <a:cxnLst/>
              <a:rect l="l" t="t" r="r" b="b"/>
              <a:pathLst>
                <a:path w="13802" h="46549" extrusionOk="0">
                  <a:moveTo>
                    <a:pt x="2278" y="1"/>
                  </a:moveTo>
                  <a:lnTo>
                    <a:pt x="2278" y="1"/>
                  </a:lnTo>
                  <a:cubicBezTo>
                    <a:pt x="1904" y="217"/>
                    <a:pt x="1237" y="1100"/>
                    <a:pt x="1061" y="1414"/>
                  </a:cubicBezTo>
                  <a:cubicBezTo>
                    <a:pt x="844" y="1827"/>
                    <a:pt x="550" y="3299"/>
                    <a:pt x="550" y="3338"/>
                  </a:cubicBezTo>
                  <a:cubicBezTo>
                    <a:pt x="550" y="3377"/>
                    <a:pt x="315" y="6793"/>
                    <a:pt x="354" y="7638"/>
                  </a:cubicBezTo>
                  <a:cubicBezTo>
                    <a:pt x="511" y="11466"/>
                    <a:pt x="1" y="23462"/>
                    <a:pt x="1" y="23462"/>
                  </a:cubicBezTo>
                  <a:lnTo>
                    <a:pt x="2179" y="23462"/>
                  </a:lnTo>
                  <a:lnTo>
                    <a:pt x="7362" y="32433"/>
                  </a:lnTo>
                  <a:cubicBezTo>
                    <a:pt x="7244" y="33631"/>
                    <a:pt x="6990" y="36419"/>
                    <a:pt x="7048" y="37518"/>
                  </a:cubicBezTo>
                  <a:cubicBezTo>
                    <a:pt x="7165" y="39696"/>
                    <a:pt x="8343" y="46549"/>
                    <a:pt x="8343" y="46549"/>
                  </a:cubicBezTo>
                  <a:lnTo>
                    <a:pt x="13801" y="46411"/>
                  </a:lnTo>
                  <a:cubicBezTo>
                    <a:pt x="13801" y="46411"/>
                    <a:pt x="12958" y="42131"/>
                    <a:pt x="12526" y="38971"/>
                  </a:cubicBezTo>
                  <a:cubicBezTo>
                    <a:pt x="10406" y="37165"/>
                    <a:pt x="8383" y="33728"/>
                    <a:pt x="7147" y="29527"/>
                  </a:cubicBezTo>
                  <a:cubicBezTo>
                    <a:pt x="6537" y="27407"/>
                    <a:pt x="6184" y="25326"/>
                    <a:pt x="6105" y="23462"/>
                  </a:cubicBezTo>
                  <a:lnTo>
                    <a:pt x="9502" y="23462"/>
                  </a:lnTo>
                  <a:cubicBezTo>
                    <a:pt x="9502" y="23462"/>
                    <a:pt x="9267" y="20163"/>
                    <a:pt x="8992" y="16590"/>
                  </a:cubicBezTo>
                  <a:cubicBezTo>
                    <a:pt x="6694" y="15353"/>
                    <a:pt x="4574" y="13174"/>
                    <a:pt x="3121" y="10327"/>
                  </a:cubicBezTo>
                  <a:cubicBezTo>
                    <a:pt x="1394" y="6911"/>
                    <a:pt x="1414" y="2848"/>
                    <a:pt x="22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1" name="Google Shape;1071;p27"/>
            <p:cNvSpPr/>
            <p:nvPr/>
          </p:nvSpPr>
          <p:spPr>
            <a:xfrm>
              <a:off x="5394075" y="3439284"/>
              <a:ext cx="507908" cy="316164"/>
            </a:xfrm>
            <a:custGeom>
              <a:avLst/>
              <a:gdLst/>
              <a:ahLst/>
              <a:cxnLst/>
              <a:rect l="l" t="t" r="r" b="b"/>
              <a:pathLst>
                <a:path w="11131" h="6930" extrusionOk="0">
                  <a:moveTo>
                    <a:pt x="0" y="1"/>
                  </a:moveTo>
                  <a:lnTo>
                    <a:pt x="0" y="6930"/>
                  </a:lnTo>
                  <a:lnTo>
                    <a:pt x="11131" y="6930"/>
                  </a:lnTo>
                  <a:lnTo>
                    <a:pt x="11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2" name="Google Shape;1072;p27"/>
            <p:cNvSpPr/>
            <p:nvPr/>
          </p:nvSpPr>
          <p:spPr>
            <a:xfrm>
              <a:off x="5419126" y="3457213"/>
              <a:ext cx="461365" cy="274967"/>
            </a:xfrm>
            <a:custGeom>
              <a:avLst/>
              <a:gdLst/>
              <a:ahLst/>
              <a:cxnLst/>
              <a:rect l="l" t="t" r="r" b="b"/>
              <a:pathLst>
                <a:path w="10111" h="6027" extrusionOk="0">
                  <a:moveTo>
                    <a:pt x="1" y="0"/>
                  </a:moveTo>
                  <a:lnTo>
                    <a:pt x="1" y="6026"/>
                  </a:lnTo>
                  <a:lnTo>
                    <a:pt x="10110" y="6026"/>
                  </a:lnTo>
                  <a:lnTo>
                    <a:pt x="101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3" name="Google Shape;1073;p27"/>
            <p:cNvSpPr/>
            <p:nvPr/>
          </p:nvSpPr>
          <p:spPr>
            <a:xfrm>
              <a:off x="5867887" y="3525281"/>
              <a:ext cx="57403" cy="127241"/>
            </a:xfrm>
            <a:custGeom>
              <a:avLst/>
              <a:gdLst/>
              <a:ahLst/>
              <a:cxnLst/>
              <a:rect l="l" t="t" r="r" b="b"/>
              <a:pathLst>
                <a:path w="1258" h="2789" extrusionOk="0">
                  <a:moveTo>
                    <a:pt x="1" y="0"/>
                  </a:moveTo>
                  <a:lnTo>
                    <a:pt x="1" y="2788"/>
                  </a:lnTo>
                  <a:lnTo>
                    <a:pt x="1257" y="2788"/>
                  </a:lnTo>
                  <a:lnTo>
                    <a:pt x="12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4" name="Google Shape;1074;p27"/>
            <p:cNvSpPr/>
            <p:nvPr/>
          </p:nvSpPr>
          <p:spPr>
            <a:xfrm>
              <a:off x="5630525" y="3548549"/>
              <a:ext cx="154138" cy="223048"/>
            </a:xfrm>
            <a:custGeom>
              <a:avLst/>
              <a:gdLst/>
              <a:ahLst/>
              <a:cxnLst/>
              <a:rect l="l" t="t" r="r" b="b"/>
              <a:pathLst>
                <a:path w="3378" h="4889" extrusionOk="0">
                  <a:moveTo>
                    <a:pt x="1140" y="1"/>
                  </a:moveTo>
                  <a:cubicBezTo>
                    <a:pt x="805" y="98"/>
                    <a:pt x="295" y="393"/>
                    <a:pt x="1" y="629"/>
                  </a:cubicBezTo>
                  <a:cubicBezTo>
                    <a:pt x="433" y="1119"/>
                    <a:pt x="786" y="1747"/>
                    <a:pt x="1119" y="2317"/>
                  </a:cubicBezTo>
                  <a:cubicBezTo>
                    <a:pt x="1336" y="2690"/>
                    <a:pt x="1158" y="2788"/>
                    <a:pt x="1237" y="3161"/>
                  </a:cubicBezTo>
                  <a:cubicBezTo>
                    <a:pt x="1297" y="3534"/>
                    <a:pt x="1669" y="3652"/>
                    <a:pt x="1886" y="3907"/>
                  </a:cubicBezTo>
                  <a:cubicBezTo>
                    <a:pt x="1768" y="3907"/>
                    <a:pt x="1630" y="3867"/>
                    <a:pt x="1512" y="3809"/>
                  </a:cubicBezTo>
                  <a:lnTo>
                    <a:pt x="1512" y="3809"/>
                  </a:lnTo>
                  <a:cubicBezTo>
                    <a:pt x="923" y="4182"/>
                    <a:pt x="1846" y="4869"/>
                    <a:pt x="2239" y="4888"/>
                  </a:cubicBezTo>
                  <a:cubicBezTo>
                    <a:pt x="2246" y="4889"/>
                    <a:pt x="2252" y="4889"/>
                    <a:pt x="2259" y="4889"/>
                  </a:cubicBezTo>
                  <a:cubicBezTo>
                    <a:pt x="2724" y="4889"/>
                    <a:pt x="3221" y="4196"/>
                    <a:pt x="3279" y="3809"/>
                  </a:cubicBezTo>
                  <a:cubicBezTo>
                    <a:pt x="3378" y="3121"/>
                    <a:pt x="2632" y="2631"/>
                    <a:pt x="2239" y="2160"/>
                  </a:cubicBezTo>
                  <a:cubicBezTo>
                    <a:pt x="1787" y="1590"/>
                    <a:pt x="1454" y="786"/>
                    <a:pt x="1257" y="59"/>
                  </a:cubicBezTo>
                  <a:lnTo>
                    <a:pt x="1140" y="1"/>
                  </a:lnTo>
                  <a:close/>
                </a:path>
              </a:pathLst>
            </a:custGeom>
            <a:solidFill>
              <a:srgbClr val="EBC6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5" name="Google Shape;1075;p27"/>
            <p:cNvSpPr/>
            <p:nvPr/>
          </p:nvSpPr>
          <p:spPr>
            <a:xfrm>
              <a:off x="5462975" y="2843597"/>
              <a:ext cx="323471" cy="817875"/>
            </a:xfrm>
            <a:custGeom>
              <a:avLst/>
              <a:gdLst/>
              <a:ahLst/>
              <a:cxnLst/>
              <a:rect l="l" t="t" r="r" b="b"/>
              <a:pathLst>
                <a:path w="7089" h="17927" extrusionOk="0">
                  <a:moveTo>
                    <a:pt x="5597" y="0"/>
                  </a:moveTo>
                  <a:cubicBezTo>
                    <a:pt x="4831" y="0"/>
                    <a:pt x="4241" y="807"/>
                    <a:pt x="4241" y="807"/>
                  </a:cubicBezTo>
                  <a:cubicBezTo>
                    <a:pt x="4241" y="807"/>
                    <a:pt x="1" y="8464"/>
                    <a:pt x="610" y="11624"/>
                  </a:cubicBezTo>
                  <a:cubicBezTo>
                    <a:pt x="1042" y="13744"/>
                    <a:pt x="3084" y="17926"/>
                    <a:pt x="3084" y="17926"/>
                  </a:cubicBezTo>
                  <a:lnTo>
                    <a:pt x="5832" y="16689"/>
                  </a:lnTo>
                  <a:lnTo>
                    <a:pt x="4340" y="10053"/>
                  </a:lnTo>
                  <a:cubicBezTo>
                    <a:pt x="4340" y="10053"/>
                    <a:pt x="5262" y="7836"/>
                    <a:pt x="6008" y="5773"/>
                  </a:cubicBezTo>
                  <a:cubicBezTo>
                    <a:pt x="6362" y="4831"/>
                    <a:pt x="6676" y="3928"/>
                    <a:pt x="6853" y="3281"/>
                  </a:cubicBezTo>
                  <a:lnTo>
                    <a:pt x="6853" y="3242"/>
                  </a:lnTo>
                  <a:cubicBezTo>
                    <a:pt x="6872" y="3221"/>
                    <a:pt x="6872" y="3202"/>
                    <a:pt x="6872" y="3182"/>
                  </a:cubicBezTo>
                  <a:cubicBezTo>
                    <a:pt x="6951" y="2888"/>
                    <a:pt x="7089" y="2357"/>
                    <a:pt x="7089" y="1828"/>
                  </a:cubicBezTo>
                  <a:cubicBezTo>
                    <a:pt x="7089" y="1140"/>
                    <a:pt x="6853" y="433"/>
                    <a:pt x="6029" y="101"/>
                  </a:cubicBezTo>
                  <a:cubicBezTo>
                    <a:pt x="6008" y="80"/>
                    <a:pt x="5969" y="80"/>
                    <a:pt x="5950" y="80"/>
                  </a:cubicBezTo>
                  <a:cubicBezTo>
                    <a:pt x="5930" y="61"/>
                    <a:pt x="5911" y="61"/>
                    <a:pt x="5891" y="61"/>
                  </a:cubicBezTo>
                  <a:lnTo>
                    <a:pt x="5891" y="41"/>
                  </a:lnTo>
                  <a:cubicBezTo>
                    <a:pt x="5790" y="13"/>
                    <a:pt x="5692" y="0"/>
                    <a:pt x="55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6" name="Google Shape;1076;p27"/>
            <p:cNvSpPr/>
            <p:nvPr/>
          </p:nvSpPr>
          <p:spPr>
            <a:xfrm>
              <a:off x="5544560" y="2405534"/>
              <a:ext cx="321600" cy="387153"/>
            </a:xfrm>
            <a:custGeom>
              <a:avLst/>
              <a:gdLst/>
              <a:ahLst/>
              <a:cxnLst/>
              <a:rect l="l" t="t" r="r" b="b"/>
              <a:pathLst>
                <a:path w="7048" h="8486" extrusionOk="0">
                  <a:moveTo>
                    <a:pt x="4148" y="1"/>
                  </a:moveTo>
                  <a:cubicBezTo>
                    <a:pt x="3987" y="1"/>
                    <a:pt x="3827" y="7"/>
                    <a:pt x="3671" y="23"/>
                  </a:cubicBezTo>
                  <a:cubicBezTo>
                    <a:pt x="3121" y="83"/>
                    <a:pt x="2807" y="141"/>
                    <a:pt x="2453" y="259"/>
                  </a:cubicBezTo>
                  <a:cubicBezTo>
                    <a:pt x="1315" y="612"/>
                    <a:pt x="354" y="1457"/>
                    <a:pt x="118" y="2693"/>
                  </a:cubicBezTo>
                  <a:cubicBezTo>
                    <a:pt x="0" y="3342"/>
                    <a:pt x="137" y="4009"/>
                    <a:pt x="372" y="4617"/>
                  </a:cubicBezTo>
                  <a:cubicBezTo>
                    <a:pt x="412" y="4735"/>
                    <a:pt x="471" y="4873"/>
                    <a:pt x="529" y="4991"/>
                  </a:cubicBezTo>
                  <a:lnTo>
                    <a:pt x="529" y="5010"/>
                  </a:lnTo>
                  <a:cubicBezTo>
                    <a:pt x="529" y="5010"/>
                    <a:pt x="550" y="5030"/>
                    <a:pt x="550" y="5049"/>
                  </a:cubicBezTo>
                  <a:cubicBezTo>
                    <a:pt x="707" y="5541"/>
                    <a:pt x="864" y="6208"/>
                    <a:pt x="785" y="6737"/>
                  </a:cubicBezTo>
                  <a:cubicBezTo>
                    <a:pt x="726" y="7169"/>
                    <a:pt x="176" y="7739"/>
                    <a:pt x="176" y="8132"/>
                  </a:cubicBezTo>
                  <a:cubicBezTo>
                    <a:pt x="184" y="8312"/>
                    <a:pt x="233" y="8363"/>
                    <a:pt x="301" y="8363"/>
                  </a:cubicBezTo>
                  <a:cubicBezTo>
                    <a:pt x="394" y="8363"/>
                    <a:pt x="523" y="8265"/>
                    <a:pt x="635" y="8265"/>
                  </a:cubicBezTo>
                  <a:cubicBezTo>
                    <a:pt x="646" y="8265"/>
                    <a:pt x="657" y="8266"/>
                    <a:pt x="668" y="8269"/>
                  </a:cubicBezTo>
                  <a:cubicBezTo>
                    <a:pt x="961" y="8328"/>
                    <a:pt x="1040" y="8485"/>
                    <a:pt x="1374" y="8485"/>
                  </a:cubicBezTo>
                  <a:cubicBezTo>
                    <a:pt x="1629" y="8485"/>
                    <a:pt x="1885" y="8368"/>
                    <a:pt x="2139" y="8347"/>
                  </a:cubicBezTo>
                  <a:cubicBezTo>
                    <a:pt x="2172" y="8345"/>
                    <a:pt x="2205" y="8343"/>
                    <a:pt x="2239" y="8343"/>
                  </a:cubicBezTo>
                  <a:cubicBezTo>
                    <a:pt x="2446" y="8343"/>
                    <a:pt x="2666" y="8386"/>
                    <a:pt x="2885" y="8386"/>
                  </a:cubicBezTo>
                  <a:cubicBezTo>
                    <a:pt x="2964" y="8397"/>
                    <a:pt x="3038" y="8402"/>
                    <a:pt x="3102" y="8402"/>
                  </a:cubicBezTo>
                  <a:cubicBezTo>
                    <a:pt x="3166" y="8402"/>
                    <a:pt x="3220" y="8397"/>
                    <a:pt x="3259" y="8386"/>
                  </a:cubicBezTo>
                  <a:cubicBezTo>
                    <a:pt x="3298" y="7640"/>
                    <a:pt x="3239" y="6876"/>
                    <a:pt x="3220" y="6130"/>
                  </a:cubicBezTo>
                  <a:cubicBezTo>
                    <a:pt x="3317" y="5933"/>
                    <a:pt x="3356" y="5737"/>
                    <a:pt x="3220" y="5541"/>
                  </a:cubicBezTo>
                  <a:cubicBezTo>
                    <a:pt x="3141" y="5402"/>
                    <a:pt x="3063" y="5324"/>
                    <a:pt x="2984" y="5226"/>
                  </a:cubicBezTo>
                  <a:cubicBezTo>
                    <a:pt x="2827" y="5049"/>
                    <a:pt x="2592" y="4795"/>
                    <a:pt x="2552" y="4578"/>
                  </a:cubicBezTo>
                  <a:cubicBezTo>
                    <a:pt x="2482" y="4262"/>
                    <a:pt x="2647" y="3977"/>
                    <a:pt x="2964" y="3977"/>
                  </a:cubicBezTo>
                  <a:cubicBezTo>
                    <a:pt x="3001" y="3977"/>
                    <a:pt x="3040" y="3981"/>
                    <a:pt x="3082" y="3989"/>
                  </a:cubicBezTo>
                  <a:cubicBezTo>
                    <a:pt x="3435" y="4067"/>
                    <a:pt x="3730" y="4656"/>
                    <a:pt x="4063" y="4813"/>
                  </a:cubicBezTo>
                  <a:cubicBezTo>
                    <a:pt x="4127" y="4853"/>
                    <a:pt x="4184" y="4867"/>
                    <a:pt x="4242" y="4867"/>
                  </a:cubicBezTo>
                  <a:cubicBezTo>
                    <a:pt x="4328" y="4867"/>
                    <a:pt x="4417" y="4837"/>
                    <a:pt x="4534" y="4813"/>
                  </a:cubicBezTo>
                  <a:cubicBezTo>
                    <a:pt x="4809" y="4755"/>
                    <a:pt x="4888" y="4421"/>
                    <a:pt x="4830" y="4206"/>
                  </a:cubicBezTo>
                  <a:cubicBezTo>
                    <a:pt x="4790" y="3989"/>
                    <a:pt x="4673" y="3774"/>
                    <a:pt x="4731" y="3557"/>
                  </a:cubicBezTo>
                  <a:cubicBezTo>
                    <a:pt x="4790" y="3303"/>
                    <a:pt x="5084" y="2968"/>
                    <a:pt x="5320" y="2871"/>
                  </a:cubicBezTo>
                  <a:cubicBezTo>
                    <a:pt x="5477" y="2792"/>
                    <a:pt x="5673" y="2792"/>
                    <a:pt x="5830" y="2693"/>
                  </a:cubicBezTo>
                  <a:cubicBezTo>
                    <a:pt x="5968" y="2615"/>
                    <a:pt x="5948" y="2478"/>
                    <a:pt x="6026" y="2360"/>
                  </a:cubicBezTo>
                  <a:cubicBezTo>
                    <a:pt x="6081" y="2288"/>
                    <a:pt x="6146" y="2267"/>
                    <a:pt x="6217" y="2267"/>
                  </a:cubicBezTo>
                  <a:cubicBezTo>
                    <a:pt x="6310" y="2267"/>
                    <a:pt x="6413" y="2303"/>
                    <a:pt x="6512" y="2303"/>
                  </a:cubicBezTo>
                  <a:cubicBezTo>
                    <a:pt x="6582" y="2303"/>
                    <a:pt x="6652" y="2285"/>
                    <a:pt x="6714" y="2222"/>
                  </a:cubicBezTo>
                  <a:cubicBezTo>
                    <a:pt x="7047" y="1889"/>
                    <a:pt x="6733" y="1280"/>
                    <a:pt x="6518" y="986"/>
                  </a:cubicBezTo>
                  <a:cubicBezTo>
                    <a:pt x="6419" y="848"/>
                    <a:pt x="6301" y="730"/>
                    <a:pt x="6144" y="612"/>
                  </a:cubicBezTo>
                  <a:cubicBezTo>
                    <a:pt x="6144" y="612"/>
                    <a:pt x="6125" y="612"/>
                    <a:pt x="6105" y="593"/>
                  </a:cubicBezTo>
                  <a:lnTo>
                    <a:pt x="6105" y="593"/>
                  </a:lnTo>
                  <a:lnTo>
                    <a:pt x="6144" y="612"/>
                  </a:lnTo>
                  <a:cubicBezTo>
                    <a:pt x="6026" y="534"/>
                    <a:pt x="5909" y="455"/>
                    <a:pt x="5772" y="377"/>
                  </a:cubicBezTo>
                  <a:cubicBezTo>
                    <a:pt x="5615" y="279"/>
                    <a:pt x="5458" y="180"/>
                    <a:pt x="5379" y="141"/>
                  </a:cubicBezTo>
                  <a:cubicBezTo>
                    <a:pt x="5202" y="62"/>
                    <a:pt x="5006" y="44"/>
                    <a:pt x="4809" y="23"/>
                  </a:cubicBezTo>
                  <a:cubicBezTo>
                    <a:pt x="4593" y="12"/>
                    <a:pt x="4370" y="1"/>
                    <a:pt x="41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7" name="Google Shape;1077;p27"/>
            <p:cNvSpPr/>
            <p:nvPr/>
          </p:nvSpPr>
          <p:spPr>
            <a:xfrm>
              <a:off x="5789998" y="2569591"/>
              <a:ext cx="158564" cy="163055"/>
            </a:xfrm>
            <a:custGeom>
              <a:avLst/>
              <a:gdLst/>
              <a:ahLst/>
              <a:cxnLst/>
              <a:rect l="l" t="t" r="r" b="b"/>
              <a:pathLst>
                <a:path w="3475" h="3574" extrusionOk="0">
                  <a:moveTo>
                    <a:pt x="2532" y="0"/>
                  </a:moveTo>
                  <a:lnTo>
                    <a:pt x="118" y="884"/>
                  </a:lnTo>
                  <a:lnTo>
                    <a:pt x="0" y="2965"/>
                  </a:lnTo>
                  <a:lnTo>
                    <a:pt x="2375" y="3573"/>
                  </a:lnTo>
                  <a:lnTo>
                    <a:pt x="3181" y="3437"/>
                  </a:lnTo>
                  <a:lnTo>
                    <a:pt x="3181" y="2474"/>
                  </a:lnTo>
                  <a:lnTo>
                    <a:pt x="3474" y="1963"/>
                  </a:lnTo>
                  <a:lnTo>
                    <a:pt x="3278" y="1434"/>
                  </a:lnTo>
                  <a:lnTo>
                    <a:pt x="3278" y="825"/>
                  </a:lnTo>
                  <a:cubicBezTo>
                    <a:pt x="3278" y="825"/>
                    <a:pt x="2670" y="236"/>
                    <a:pt x="2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8" name="Google Shape;1078;p27"/>
            <p:cNvSpPr/>
            <p:nvPr/>
          </p:nvSpPr>
          <p:spPr>
            <a:xfrm>
              <a:off x="5668169" y="2685151"/>
              <a:ext cx="137985" cy="47493"/>
            </a:xfrm>
            <a:custGeom>
              <a:avLst/>
              <a:gdLst/>
              <a:ahLst/>
              <a:cxnLst/>
              <a:rect l="l" t="t" r="r" b="b"/>
              <a:pathLst>
                <a:path w="3024" h="1041" extrusionOk="0">
                  <a:moveTo>
                    <a:pt x="3024" y="1"/>
                  </a:moveTo>
                  <a:cubicBezTo>
                    <a:pt x="2906" y="1"/>
                    <a:pt x="530" y="589"/>
                    <a:pt x="0" y="747"/>
                  </a:cubicBezTo>
                  <a:cubicBezTo>
                    <a:pt x="19" y="844"/>
                    <a:pt x="19" y="943"/>
                    <a:pt x="40" y="1040"/>
                  </a:cubicBezTo>
                  <a:lnTo>
                    <a:pt x="2964" y="472"/>
                  </a:lnTo>
                  <a:lnTo>
                    <a:pt x="3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79" name="Google Shape;1079;p27"/>
            <p:cNvSpPr/>
            <p:nvPr/>
          </p:nvSpPr>
          <p:spPr>
            <a:xfrm>
              <a:off x="5561530" y="2613489"/>
              <a:ext cx="269697" cy="17055"/>
            </a:xfrm>
            <a:custGeom>
              <a:avLst/>
              <a:gdLst/>
              <a:ahLst/>
              <a:cxnLst/>
              <a:rect l="l" t="t" r="r" b="b"/>
              <a:pathLst>
                <a:path w="5105" h="374" extrusionOk="0">
                  <a:moveTo>
                    <a:pt x="5086" y="1"/>
                  </a:moveTo>
                  <a:lnTo>
                    <a:pt x="0" y="59"/>
                  </a:lnTo>
                  <a:cubicBezTo>
                    <a:pt x="118" y="354"/>
                    <a:pt x="40" y="59"/>
                    <a:pt x="99" y="373"/>
                  </a:cubicBezTo>
                  <a:lnTo>
                    <a:pt x="118" y="373"/>
                  </a:lnTo>
                  <a:lnTo>
                    <a:pt x="5105" y="255"/>
                  </a:lnTo>
                  <a:lnTo>
                    <a:pt x="50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80" name="Google Shape;1080;p27"/>
            <p:cNvSpPr/>
            <p:nvPr/>
          </p:nvSpPr>
          <p:spPr>
            <a:xfrm>
              <a:off x="5394075" y="3749194"/>
              <a:ext cx="14373" cy="6250"/>
            </a:xfrm>
            <a:custGeom>
              <a:avLst/>
              <a:gdLst/>
              <a:ahLst/>
              <a:cxnLst/>
              <a:rect l="l" t="t" r="r" b="b"/>
              <a:pathLst>
                <a:path w="315" h="137" extrusionOk="0">
                  <a:moveTo>
                    <a:pt x="0" y="0"/>
                  </a:moveTo>
                  <a:lnTo>
                    <a:pt x="0" y="137"/>
                  </a:lnTo>
                  <a:lnTo>
                    <a:pt x="314" y="137"/>
                  </a:lnTo>
                  <a:lnTo>
                    <a:pt x="0" y="0"/>
                  </a:lnTo>
                  <a:close/>
                </a:path>
              </a:pathLst>
            </a:custGeom>
            <a:solidFill>
              <a:srgbClr val="2D4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368298066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901000" y="1147200"/>
            <a:ext cx="3331200" cy="3590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5200"/>
              <a:buNone/>
              <a:defRPr sz="9466"/>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7901000" y="4879833"/>
            <a:ext cx="3331200" cy="6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267"/>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11" name="Google Shape;11;p2"/>
          <p:cNvSpPr/>
          <p:nvPr/>
        </p:nvSpPr>
        <p:spPr>
          <a:xfrm flipH="1">
            <a:off x="-2006441" y="2376912"/>
            <a:ext cx="9061197" cy="4495305"/>
          </a:xfrm>
          <a:custGeom>
            <a:avLst/>
            <a:gdLst/>
            <a:ahLst/>
            <a:cxnLst/>
            <a:rect l="l" t="t" r="r" b="b"/>
            <a:pathLst>
              <a:path w="182796" h="90686" extrusionOk="0">
                <a:moveTo>
                  <a:pt x="42095" y="260"/>
                </a:moveTo>
                <a:cubicBezTo>
                  <a:pt x="32418" y="893"/>
                  <a:pt x="23619" y="6668"/>
                  <a:pt x="17167" y="14056"/>
                </a:cubicBezTo>
                <a:cubicBezTo>
                  <a:pt x="14287" y="17340"/>
                  <a:pt x="11810" y="20954"/>
                  <a:pt x="9563" y="24699"/>
                </a:cubicBezTo>
                <a:cubicBezTo>
                  <a:pt x="4782" y="32677"/>
                  <a:pt x="1469" y="39878"/>
                  <a:pt x="649" y="49224"/>
                </a:cubicBezTo>
                <a:cubicBezTo>
                  <a:pt x="1" y="56857"/>
                  <a:pt x="821" y="64561"/>
                  <a:pt x="3068" y="71892"/>
                </a:cubicBezTo>
                <a:cubicBezTo>
                  <a:pt x="4695" y="77249"/>
                  <a:pt x="6985" y="82376"/>
                  <a:pt x="9894" y="87157"/>
                </a:cubicBezTo>
                <a:cubicBezTo>
                  <a:pt x="10125" y="87517"/>
                  <a:pt x="10974" y="89159"/>
                  <a:pt x="11853" y="90541"/>
                </a:cubicBezTo>
                <a:cubicBezTo>
                  <a:pt x="11954" y="90685"/>
                  <a:pt x="170022" y="90426"/>
                  <a:pt x="170022" y="90426"/>
                </a:cubicBezTo>
                <a:cubicBezTo>
                  <a:pt x="178562" y="73087"/>
                  <a:pt x="182796" y="57346"/>
                  <a:pt x="181442" y="44313"/>
                </a:cubicBezTo>
                <a:cubicBezTo>
                  <a:pt x="179973" y="30243"/>
                  <a:pt x="177727" y="16980"/>
                  <a:pt x="159048" y="8483"/>
                </a:cubicBezTo>
                <a:cubicBezTo>
                  <a:pt x="140370" y="1"/>
                  <a:pt x="120438" y="14661"/>
                  <a:pt x="102019" y="14920"/>
                </a:cubicBezTo>
                <a:cubicBezTo>
                  <a:pt x="95294" y="15007"/>
                  <a:pt x="89173" y="12443"/>
                  <a:pt x="82851" y="10514"/>
                </a:cubicBezTo>
                <a:cubicBezTo>
                  <a:pt x="76039" y="8440"/>
                  <a:pt x="69213" y="6294"/>
                  <a:pt x="62416" y="4105"/>
                </a:cubicBezTo>
                <a:cubicBezTo>
                  <a:pt x="56410" y="2161"/>
                  <a:pt x="50247" y="202"/>
                  <a:pt x="43982" y="202"/>
                </a:cubicBezTo>
                <a:cubicBezTo>
                  <a:pt x="43348" y="202"/>
                  <a:pt x="42729" y="231"/>
                  <a:pt x="42095" y="274"/>
                </a:cubicBezTo>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2" name="Google Shape;12;p2"/>
          <p:cNvSpPr/>
          <p:nvPr/>
        </p:nvSpPr>
        <p:spPr>
          <a:xfrm flipH="1">
            <a:off x="-1929" y="3738995"/>
            <a:ext cx="6867527" cy="3128213"/>
          </a:xfrm>
          <a:custGeom>
            <a:avLst/>
            <a:gdLst/>
            <a:ahLst/>
            <a:cxnLst/>
            <a:rect l="l" t="t" r="r" b="b"/>
            <a:pathLst>
              <a:path w="138542" h="63107" extrusionOk="0">
                <a:moveTo>
                  <a:pt x="37084" y="1498"/>
                </a:moveTo>
                <a:cubicBezTo>
                  <a:pt x="30834" y="4018"/>
                  <a:pt x="25966" y="9116"/>
                  <a:pt x="22193" y="14704"/>
                </a:cubicBezTo>
                <a:cubicBezTo>
                  <a:pt x="18406" y="20277"/>
                  <a:pt x="15554" y="26427"/>
                  <a:pt x="12055" y="32173"/>
                </a:cubicBezTo>
                <a:cubicBezTo>
                  <a:pt x="8123" y="38653"/>
                  <a:pt x="7331" y="42153"/>
                  <a:pt x="1916" y="47452"/>
                </a:cubicBezTo>
                <a:cubicBezTo>
                  <a:pt x="1" y="49325"/>
                  <a:pt x="103892" y="63020"/>
                  <a:pt x="103892" y="63020"/>
                </a:cubicBezTo>
                <a:lnTo>
                  <a:pt x="129540" y="63107"/>
                </a:lnTo>
                <a:lnTo>
                  <a:pt x="138541" y="63107"/>
                </a:lnTo>
                <a:lnTo>
                  <a:pt x="138541" y="42225"/>
                </a:lnTo>
                <a:cubicBezTo>
                  <a:pt x="136885" y="41591"/>
                  <a:pt x="134955" y="41116"/>
                  <a:pt x="133040" y="41289"/>
                </a:cubicBezTo>
                <a:cubicBezTo>
                  <a:pt x="132262" y="41361"/>
                  <a:pt x="131484" y="41490"/>
                  <a:pt x="130721" y="41692"/>
                </a:cubicBezTo>
                <a:cubicBezTo>
                  <a:pt x="125119" y="43190"/>
                  <a:pt x="119013" y="42426"/>
                  <a:pt x="114333" y="38812"/>
                </a:cubicBezTo>
                <a:cubicBezTo>
                  <a:pt x="109364" y="34981"/>
                  <a:pt x="106513" y="28644"/>
                  <a:pt x="100997" y="25620"/>
                </a:cubicBezTo>
                <a:cubicBezTo>
                  <a:pt x="96259" y="23013"/>
                  <a:pt x="90599" y="23373"/>
                  <a:pt x="84997" y="23734"/>
                </a:cubicBezTo>
                <a:cubicBezTo>
                  <a:pt x="78805" y="24137"/>
                  <a:pt x="72684" y="24540"/>
                  <a:pt x="67917" y="20968"/>
                </a:cubicBezTo>
                <a:cubicBezTo>
                  <a:pt x="62373" y="16821"/>
                  <a:pt x="61091" y="8843"/>
                  <a:pt x="56036" y="4119"/>
                </a:cubicBezTo>
                <a:cubicBezTo>
                  <a:pt x="53012" y="1296"/>
                  <a:pt x="48922" y="0"/>
                  <a:pt x="44760" y="0"/>
                </a:cubicBezTo>
                <a:cubicBezTo>
                  <a:pt x="42125" y="0"/>
                  <a:pt x="39518" y="504"/>
                  <a:pt x="37084" y="1484"/>
                </a:cubicBezTo>
              </a:path>
            </a:pathLst>
          </a:custGeom>
          <a:gradFill>
            <a:gsLst>
              <a:gs pos="0">
                <a:srgbClr val="E3FFD5"/>
              </a:gs>
              <a:gs pos="100000">
                <a:srgbClr val="90EBBA"/>
              </a:gs>
            </a:gsLst>
            <a:lin ang="10800025"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3" name="Google Shape;13;p2"/>
          <p:cNvSpPr/>
          <p:nvPr/>
        </p:nvSpPr>
        <p:spPr>
          <a:xfrm flipH="1">
            <a:off x="757633" y="4808370"/>
            <a:ext cx="6207156" cy="2061716"/>
          </a:xfrm>
          <a:custGeom>
            <a:avLst/>
            <a:gdLst/>
            <a:ahLst/>
            <a:cxnLst/>
            <a:rect l="l" t="t" r="r" b="b"/>
            <a:pathLst>
              <a:path w="125220" h="41592" extrusionOk="0">
                <a:moveTo>
                  <a:pt x="44111" y="3658"/>
                </a:moveTo>
                <a:cubicBezTo>
                  <a:pt x="40165" y="6654"/>
                  <a:pt x="37184" y="10758"/>
                  <a:pt x="33670" y="14286"/>
                </a:cubicBezTo>
                <a:cubicBezTo>
                  <a:pt x="30156" y="17815"/>
                  <a:pt x="25750" y="20897"/>
                  <a:pt x="20810" y="20954"/>
                </a:cubicBezTo>
                <a:cubicBezTo>
                  <a:pt x="17973" y="20997"/>
                  <a:pt x="15222" y="20018"/>
                  <a:pt x="12486" y="19039"/>
                </a:cubicBezTo>
                <a:cubicBezTo>
                  <a:pt x="9375" y="17915"/>
                  <a:pt x="6265" y="16807"/>
                  <a:pt x="3024" y="17195"/>
                </a:cubicBezTo>
                <a:cubicBezTo>
                  <a:pt x="1987" y="17325"/>
                  <a:pt x="965" y="17599"/>
                  <a:pt x="0" y="18016"/>
                </a:cubicBezTo>
                <a:cubicBezTo>
                  <a:pt x="346" y="19644"/>
                  <a:pt x="778" y="21257"/>
                  <a:pt x="1253" y="22855"/>
                </a:cubicBezTo>
                <a:cubicBezTo>
                  <a:pt x="2880" y="28212"/>
                  <a:pt x="5170" y="33339"/>
                  <a:pt x="8079" y="38106"/>
                </a:cubicBezTo>
                <a:cubicBezTo>
                  <a:pt x="8310" y="38481"/>
                  <a:pt x="9174" y="40137"/>
                  <a:pt x="10052" y="41519"/>
                </a:cubicBezTo>
                <a:cubicBezTo>
                  <a:pt x="10124" y="41591"/>
                  <a:pt x="125162" y="41418"/>
                  <a:pt x="125219" y="41505"/>
                </a:cubicBezTo>
                <a:cubicBezTo>
                  <a:pt x="124859" y="41217"/>
                  <a:pt x="124557" y="40886"/>
                  <a:pt x="124297" y="40511"/>
                </a:cubicBezTo>
                <a:cubicBezTo>
                  <a:pt x="122526" y="38106"/>
                  <a:pt x="119099" y="37818"/>
                  <a:pt x="116161" y="38120"/>
                </a:cubicBezTo>
                <a:cubicBezTo>
                  <a:pt x="113223" y="38437"/>
                  <a:pt x="110127" y="39114"/>
                  <a:pt x="107419" y="37919"/>
                </a:cubicBezTo>
                <a:cubicBezTo>
                  <a:pt x="102134" y="35571"/>
                  <a:pt x="101558" y="27766"/>
                  <a:pt x="96921" y="24281"/>
                </a:cubicBezTo>
                <a:cubicBezTo>
                  <a:pt x="93695" y="21847"/>
                  <a:pt x="89605" y="22164"/>
                  <a:pt x="85457" y="22481"/>
                </a:cubicBezTo>
                <a:cubicBezTo>
                  <a:pt x="81943" y="22740"/>
                  <a:pt x="78386" y="23014"/>
                  <a:pt x="75276" y="21602"/>
                </a:cubicBezTo>
                <a:cubicBezTo>
                  <a:pt x="66952" y="17843"/>
                  <a:pt x="66347" y="4450"/>
                  <a:pt x="57965" y="836"/>
                </a:cubicBezTo>
                <a:cubicBezTo>
                  <a:pt x="56655" y="274"/>
                  <a:pt x="55258" y="0"/>
                  <a:pt x="53846" y="15"/>
                </a:cubicBezTo>
                <a:cubicBezTo>
                  <a:pt x="50419" y="15"/>
                  <a:pt x="46919" y="1527"/>
                  <a:pt x="44111" y="3658"/>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4" name="Google Shape;14;p2"/>
          <p:cNvSpPr/>
          <p:nvPr/>
        </p:nvSpPr>
        <p:spPr>
          <a:xfrm flipH="1">
            <a:off x="-691776" y="3428995"/>
            <a:ext cx="1734749" cy="1777616"/>
          </a:xfrm>
          <a:custGeom>
            <a:avLst/>
            <a:gdLst/>
            <a:ahLst/>
            <a:cxnLst/>
            <a:rect l="l" t="t" r="r" b="b"/>
            <a:pathLst>
              <a:path w="15194" h="15569" extrusionOk="0">
                <a:moveTo>
                  <a:pt x="13955" y="5502"/>
                </a:moveTo>
                <a:cubicBezTo>
                  <a:pt x="12343" y="2204"/>
                  <a:pt x="7936" y="0"/>
                  <a:pt x="4436" y="3687"/>
                </a:cubicBezTo>
                <a:cubicBezTo>
                  <a:pt x="1" y="8367"/>
                  <a:pt x="5416" y="15568"/>
                  <a:pt x="11176" y="12875"/>
                </a:cubicBezTo>
                <a:cubicBezTo>
                  <a:pt x="14805" y="11190"/>
                  <a:pt x="15194" y="8022"/>
                  <a:pt x="13955" y="5502"/>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0124877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07200" y="3377233"/>
            <a:ext cx="6768000" cy="82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7" name="Google Shape;17;p3"/>
          <p:cNvSpPr txBox="1">
            <a:spLocks noGrp="1"/>
          </p:cNvSpPr>
          <p:nvPr>
            <p:ph type="title" idx="2" hasCustomPrompt="1"/>
          </p:nvPr>
        </p:nvSpPr>
        <p:spPr>
          <a:xfrm>
            <a:off x="2707400" y="2045797"/>
            <a:ext cx="6768000" cy="127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94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8" name="Google Shape;18;p3"/>
          <p:cNvSpPr txBox="1">
            <a:spLocks noGrp="1"/>
          </p:cNvSpPr>
          <p:nvPr>
            <p:ph type="subTitle" idx="1"/>
          </p:nvPr>
        </p:nvSpPr>
        <p:spPr>
          <a:xfrm>
            <a:off x="2707000" y="4423425"/>
            <a:ext cx="6768000" cy="38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9" name="Google Shape;19;p3"/>
          <p:cNvSpPr/>
          <p:nvPr/>
        </p:nvSpPr>
        <p:spPr>
          <a:xfrm rot="10800000">
            <a:off x="-153" y="-101"/>
            <a:ext cx="6096153" cy="3335929"/>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0" name="Google Shape;20;p3"/>
          <p:cNvSpPr/>
          <p:nvPr/>
        </p:nvSpPr>
        <p:spPr>
          <a:xfrm>
            <a:off x="6919585" y="4386036"/>
            <a:ext cx="5272308" cy="2478928"/>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5190206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4"/>
          <p:cNvSpPr txBox="1">
            <a:spLocks noGrp="1"/>
          </p:cNvSpPr>
          <p:nvPr>
            <p:ph type="body" idx="1"/>
          </p:nvPr>
        </p:nvSpPr>
        <p:spPr>
          <a:xfrm>
            <a:off x="960000" y="1147200"/>
            <a:ext cx="7832800" cy="4987200"/>
          </a:xfrm>
          <a:prstGeom prst="rect">
            <a:avLst/>
          </a:prstGeom>
        </p:spPr>
        <p:txBody>
          <a:bodyPr spcFirstLastPara="1" wrap="square" lIns="91425" tIns="91425" rIns="91425" bIns="91425" anchor="b" anchorCtr="0">
            <a:noAutofit/>
          </a:bodyPr>
          <a:lstStyle>
            <a:lvl1pPr marL="609585" lvl="0" indent="-389457" rtl="0">
              <a:lnSpc>
                <a:spcPct val="200000"/>
              </a:lnSpc>
              <a:spcBef>
                <a:spcPts val="0"/>
              </a:spcBef>
              <a:spcAft>
                <a:spcPts val="0"/>
              </a:spcAft>
              <a:buSzPts val="1000"/>
              <a:buFont typeface="Pompiere"/>
              <a:buChar char="●"/>
              <a:defRPr sz="1600"/>
            </a:lvl1pPr>
            <a:lvl2pPr marL="1219170" lvl="1" indent="-389457" rtl="0">
              <a:spcBef>
                <a:spcPts val="2133"/>
              </a:spcBef>
              <a:spcAft>
                <a:spcPts val="0"/>
              </a:spcAft>
              <a:buClr>
                <a:srgbClr val="434343"/>
              </a:buClr>
              <a:buSzPts val="1000"/>
              <a:buFont typeface="Roboto Condensed Light"/>
              <a:buChar char="○"/>
              <a:defRPr sz="1333"/>
            </a:lvl2pPr>
            <a:lvl3pPr marL="1828754" lvl="2" indent="-389457" rtl="0">
              <a:spcBef>
                <a:spcPts val="2133"/>
              </a:spcBef>
              <a:spcAft>
                <a:spcPts val="0"/>
              </a:spcAft>
              <a:buClr>
                <a:srgbClr val="434343"/>
              </a:buClr>
              <a:buSzPts val="1000"/>
              <a:buFont typeface="Roboto Condensed Light"/>
              <a:buChar char="■"/>
              <a:defRPr sz="1333"/>
            </a:lvl3pPr>
            <a:lvl4pPr marL="2438339" lvl="3" indent="-389457" rtl="0">
              <a:spcBef>
                <a:spcPts val="2133"/>
              </a:spcBef>
              <a:spcAft>
                <a:spcPts val="0"/>
              </a:spcAft>
              <a:buClr>
                <a:srgbClr val="434343"/>
              </a:buClr>
              <a:buSzPts val="1000"/>
              <a:buFont typeface="Roboto Condensed Light"/>
              <a:buChar char="●"/>
              <a:defRPr sz="1333"/>
            </a:lvl4pPr>
            <a:lvl5pPr marL="3047924" lvl="4" indent="-389457" rtl="0">
              <a:spcBef>
                <a:spcPts val="2133"/>
              </a:spcBef>
              <a:spcAft>
                <a:spcPts val="0"/>
              </a:spcAft>
              <a:buClr>
                <a:srgbClr val="434343"/>
              </a:buClr>
              <a:buSzPts val="1000"/>
              <a:buFont typeface="Roboto Condensed Light"/>
              <a:buChar char="○"/>
              <a:defRPr sz="1333"/>
            </a:lvl5pPr>
            <a:lvl6pPr marL="3657509" lvl="5" indent="-389457" rtl="0">
              <a:spcBef>
                <a:spcPts val="2133"/>
              </a:spcBef>
              <a:spcAft>
                <a:spcPts val="0"/>
              </a:spcAft>
              <a:buClr>
                <a:srgbClr val="434343"/>
              </a:buClr>
              <a:buSzPts val="1000"/>
              <a:buFont typeface="Roboto Condensed Light"/>
              <a:buChar char="■"/>
              <a:defRPr sz="1333"/>
            </a:lvl6pPr>
            <a:lvl7pPr marL="4267093" lvl="6" indent="-389457" rtl="0">
              <a:spcBef>
                <a:spcPts val="2133"/>
              </a:spcBef>
              <a:spcAft>
                <a:spcPts val="0"/>
              </a:spcAft>
              <a:buClr>
                <a:srgbClr val="434343"/>
              </a:buClr>
              <a:buSzPts val="1000"/>
              <a:buFont typeface="Roboto Condensed Light"/>
              <a:buChar char="●"/>
              <a:defRPr sz="1333"/>
            </a:lvl7pPr>
            <a:lvl8pPr marL="4876678" lvl="7" indent="-389457" rtl="0">
              <a:spcBef>
                <a:spcPts val="2133"/>
              </a:spcBef>
              <a:spcAft>
                <a:spcPts val="0"/>
              </a:spcAft>
              <a:buClr>
                <a:srgbClr val="434343"/>
              </a:buClr>
              <a:buSzPts val="1000"/>
              <a:buFont typeface="Roboto Condensed Light"/>
              <a:buChar char="○"/>
              <a:defRPr sz="1333"/>
            </a:lvl8pPr>
            <a:lvl9pPr marL="5486263" lvl="8" indent="-389457" rtl="0">
              <a:spcBef>
                <a:spcPts val="2133"/>
              </a:spcBef>
              <a:spcAft>
                <a:spcPts val="2133"/>
              </a:spcAft>
              <a:buClr>
                <a:srgbClr val="434343"/>
              </a:buClr>
              <a:buSzPts val="1000"/>
              <a:buFont typeface="Roboto Condensed Light"/>
              <a:buChar char="■"/>
              <a:defRPr sz="1333"/>
            </a:lvl9pPr>
          </a:lstStyle>
          <a:p>
            <a:endParaRPr/>
          </a:p>
        </p:txBody>
      </p:sp>
      <p:sp>
        <p:nvSpPr>
          <p:cNvPr id="23" name="Google Shape;23;p4"/>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 name="Google Shape;24;p4"/>
          <p:cNvSpPr/>
          <p:nvPr/>
        </p:nvSpPr>
        <p:spPr>
          <a:xfrm>
            <a:off x="7518702" y="3316100"/>
            <a:ext cx="4678029" cy="3547656"/>
          </a:xfrm>
          <a:custGeom>
            <a:avLst/>
            <a:gdLst/>
            <a:ahLst/>
            <a:cxnLst/>
            <a:rect l="l" t="t" r="r" b="b"/>
            <a:pathLst>
              <a:path w="95457" h="92115" extrusionOk="0">
                <a:moveTo>
                  <a:pt x="95456" y="17"/>
                </a:moveTo>
                <a:cubicBezTo>
                  <a:pt x="88205" y="318"/>
                  <a:pt x="75924" y="5414"/>
                  <a:pt x="69274" y="34169"/>
                </a:cubicBezTo>
                <a:cubicBezTo>
                  <a:pt x="61588" y="67336"/>
                  <a:pt x="39482" y="71780"/>
                  <a:pt x="30176" y="72148"/>
                </a:cubicBezTo>
                <a:cubicBezTo>
                  <a:pt x="24729" y="72365"/>
                  <a:pt x="19365" y="73551"/>
                  <a:pt x="14486" y="75857"/>
                </a:cubicBezTo>
                <a:cubicBezTo>
                  <a:pt x="8070" y="78864"/>
                  <a:pt x="1136" y="83961"/>
                  <a:pt x="0" y="92114"/>
                </a:cubicBezTo>
                <a:lnTo>
                  <a:pt x="95439" y="92114"/>
                </a:lnTo>
                <a:cubicBezTo>
                  <a:pt x="95439" y="92114"/>
                  <a:pt x="95439" y="0"/>
                  <a:pt x="95456" y="17"/>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4194702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p5"/>
          <p:cNvSpPr txBox="1">
            <a:spLocks noGrp="1"/>
          </p:cNvSpPr>
          <p:nvPr>
            <p:ph type="body" idx="1"/>
          </p:nvPr>
        </p:nvSpPr>
        <p:spPr>
          <a:xfrm>
            <a:off x="960000" y="2977200"/>
            <a:ext cx="3684000" cy="2101200"/>
          </a:xfrm>
          <a:prstGeom prst="rect">
            <a:avLst/>
          </a:prstGeom>
        </p:spPr>
        <p:txBody>
          <a:bodyPr spcFirstLastPara="1" wrap="square" lIns="91425" tIns="91425" rIns="91425" bIns="91425" anchor="t" anchorCtr="0">
            <a:noAutofit/>
          </a:bodyPr>
          <a:lstStyle>
            <a:lvl1pPr marL="609585" lvl="0" indent="-389457" algn="ctr" rtl="0">
              <a:lnSpc>
                <a:spcPct val="100000"/>
              </a:lnSpc>
              <a:spcBef>
                <a:spcPts val="0"/>
              </a:spcBef>
              <a:spcAft>
                <a:spcPts val="0"/>
              </a:spcAft>
              <a:buSzPts val="1000"/>
              <a:buFont typeface="Pompiere"/>
              <a:buAutoNum type="arabicPeriod"/>
              <a:defRPr sz="1600"/>
            </a:lvl1pPr>
            <a:lvl2pPr marL="1219170" lvl="1" indent="-389457" rtl="0">
              <a:spcBef>
                <a:spcPts val="2133"/>
              </a:spcBef>
              <a:spcAft>
                <a:spcPts val="0"/>
              </a:spcAft>
              <a:buClr>
                <a:srgbClr val="434343"/>
              </a:buClr>
              <a:buSzPts val="1000"/>
              <a:buFont typeface="Roboto Condensed Light"/>
              <a:buAutoNum type="alphaLcPeriod"/>
              <a:defRPr sz="1333"/>
            </a:lvl2pPr>
            <a:lvl3pPr marL="1828754" lvl="2" indent="-389457" rtl="0">
              <a:spcBef>
                <a:spcPts val="2133"/>
              </a:spcBef>
              <a:spcAft>
                <a:spcPts val="0"/>
              </a:spcAft>
              <a:buClr>
                <a:srgbClr val="434343"/>
              </a:buClr>
              <a:buSzPts val="1000"/>
              <a:buFont typeface="Roboto Condensed Light"/>
              <a:buAutoNum type="romanLcPeriod"/>
              <a:defRPr sz="1333"/>
            </a:lvl3pPr>
            <a:lvl4pPr marL="2438339" lvl="3" indent="-389457" rtl="0">
              <a:spcBef>
                <a:spcPts val="2133"/>
              </a:spcBef>
              <a:spcAft>
                <a:spcPts val="0"/>
              </a:spcAft>
              <a:buClr>
                <a:srgbClr val="434343"/>
              </a:buClr>
              <a:buSzPts val="1000"/>
              <a:buFont typeface="Roboto Condensed Light"/>
              <a:buAutoNum type="arabicPeriod"/>
              <a:defRPr sz="1333"/>
            </a:lvl4pPr>
            <a:lvl5pPr marL="3047924" lvl="4" indent="-389457" rtl="0">
              <a:spcBef>
                <a:spcPts val="2133"/>
              </a:spcBef>
              <a:spcAft>
                <a:spcPts val="0"/>
              </a:spcAft>
              <a:buClr>
                <a:srgbClr val="434343"/>
              </a:buClr>
              <a:buSzPts val="1000"/>
              <a:buFont typeface="Roboto Condensed Light"/>
              <a:buAutoNum type="alphaLcPeriod"/>
              <a:defRPr sz="1333"/>
            </a:lvl5pPr>
            <a:lvl6pPr marL="3657509" lvl="5" indent="-389457" rtl="0">
              <a:spcBef>
                <a:spcPts val="2133"/>
              </a:spcBef>
              <a:spcAft>
                <a:spcPts val="0"/>
              </a:spcAft>
              <a:buClr>
                <a:srgbClr val="434343"/>
              </a:buClr>
              <a:buSzPts val="1000"/>
              <a:buFont typeface="Roboto Condensed Light"/>
              <a:buAutoNum type="romanLcPeriod"/>
              <a:defRPr sz="1333"/>
            </a:lvl6pPr>
            <a:lvl7pPr marL="4267093" lvl="6" indent="-389457" rtl="0">
              <a:spcBef>
                <a:spcPts val="2133"/>
              </a:spcBef>
              <a:spcAft>
                <a:spcPts val="0"/>
              </a:spcAft>
              <a:buClr>
                <a:srgbClr val="434343"/>
              </a:buClr>
              <a:buSzPts val="1000"/>
              <a:buFont typeface="Roboto Condensed Light"/>
              <a:buAutoNum type="arabicPeriod"/>
              <a:defRPr sz="1333"/>
            </a:lvl7pPr>
            <a:lvl8pPr marL="4876678" lvl="7" indent="-389457" rtl="0">
              <a:spcBef>
                <a:spcPts val="2133"/>
              </a:spcBef>
              <a:spcAft>
                <a:spcPts val="0"/>
              </a:spcAft>
              <a:buClr>
                <a:srgbClr val="434343"/>
              </a:buClr>
              <a:buSzPts val="1000"/>
              <a:buFont typeface="Roboto Condensed Light"/>
              <a:buAutoNum type="alphaLcPeriod"/>
              <a:defRPr sz="1333"/>
            </a:lvl8pPr>
            <a:lvl9pPr marL="5486263" lvl="8" indent="-389457" rtl="0">
              <a:spcBef>
                <a:spcPts val="2133"/>
              </a:spcBef>
              <a:spcAft>
                <a:spcPts val="2133"/>
              </a:spcAft>
              <a:buClr>
                <a:srgbClr val="434343"/>
              </a:buClr>
              <a:buSzPts val="1000"/>
              <a:buFont typeface="Roboto Condensed Light"/>
              <a:buAutoNum type="romanLcPeriod"/>
              <a:defRPr sz="1333"/>
            </a:lvl9pPr>
          </a:lstStyle>
          <a:p>
            <a:endParaRPr/>
          </a:p>
        </p:txBody>
      </p:sp>
      <p:sp>
        <p:nvSpPr>
          <p:cNvPr id="27" name="Google Shape;27;p5"/>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8" name="Google Shape;28;p5"/>
          <p:cNvSpPr txBox="1">
            <a:spLocks noGrp="1"/>
          </p:cNvSpPr>
          <p:nvPr>
            <p:ph type="body" idx="2"/>
          </p:nvPr>
        </p:nvSpPr>
        <p:spPr>
          <a:xfrm>
            <a:off x="7545267" y="2977200"/>
            <a:ext cx="3684000" cy="2101200"/>
          </a:xfrm>
          <a:prstGeom prst="rect">
            <a:avLst/>
          </a:prstGeom>
        </p:spPr>
        <p:txBody>
          <a:bodyPr spcFirstLastPara="1" wrap="square" lIns="91425" tIns="91425" rIns="91425" bIns="91425" anchor="t" anchorCtr="0">
            <a:noAutofit/>
          </a:bodyPr>
          <a:lstStyle>
            <a:lvl1pPr marL="609585" lvl="0" indent="-389457" algn="ctr" rtl="0">
              <a:lnSpc>
                <a:spcPct val="100000"/>
              </a:lnSpc>
              <a:spcBef>
                <a:spcPts val="0"/>
              </a:spcBef>
              <a:spcAft>
                <a:spcPts val="0"/>
              </a:spcAft>
              <a:buSzPts val="1000"/>
              <a:buFont typeface="Pompiere"/>
              <a:buAutoNum type="arabicPeriod"/>
              <a:defRPr sz="1600"/>
            </a:lvl1pPr>
            <a:lvl2pPr marL="1219170" lvl="1" indent="-389457" rtl="0">
              <a:spcBef>
                <a:spcPts val="2133"/>
              </a:spcBef>
              <a:spcAft>
                <a:spcPts val="0"/>
              </a:spcAft>
              <a:buClr>
                <a:srgbClr val="434343"/>
              </a:buClr>
              <a:buSzPts val="1000"/>
              <a:buFont typeface="Roboto Condensed Light"/>
              <a:buAutoNum type="alphaLcPeriod"/>
              <a:defRPr sz="1333"/>
            </a:lvl2pPr>
            <a:lvl3pPr marL="1828754" lvl="2" indent="-389457" rtl="0">
              <a:spcBef>
                <a:spcPts val="2133"/>
              </a:spcBef>
              <a:spcAft>
                <a:spcPts val="0"/>
              </a:spcAft>
              <a:buClr>
                <a:srgbClr val="434343"/>
              </a:buClr>
              <a:buSzPts val="1000"/>
              <a:buFont typeface="Roboto Condensed Light"/>
              <a:buAutoNum type="romanLcPeriod"/>
              <a:defRPr sz="1333"/>
            </a:lvl3pPr>
            <a:lvl4pPr marL="2438339" lvl="3" indent="-389457" rtl="0">
              <a:spcBef>
                <a:spcPts val="2133"/>
              </a:spcBef>
              <a:spcAft>
                <a:spcPts val="0"/>
              </a:spcAft>
              <a:buClr>
                <a:srgbClr val="434343"/>
              </a:buClr>
              <a:buSzPts val="1000"/>
              <a:buFont typeface="Roboto Condensed Light"/>
              <a:buAutoNum type="arabicPeriod"/>
              <a:defRPr sz="1333"/>
            </a:lvl4pPr>
            <a:lvl5pPr marL="3047924" lvl="4" indent="-389457" rtl="0">
              <a:spcBef>
                <a:spcPts val="2133"/>
              </a:spcBef>
              <a:spcAft>
                <a:spcPts val="0"/>
              </a:spcAft>
              <a:buClr>
                <a:srgbClr val="434343"/>
              </a:buClr>
              <a:buSzPts val="1000"/>
              <a:buFont typeface="Roboto Condensed Light"/>
              <a:buAutoNum type="alphaLcPeriod"/>
              <a:defRPr sz="1333"/>
            </a:lvl5pPr>
            <a:lvl6pPr marL="3657509" lvl="5" indent="-389457" rtl="0">
              <a:spcBef>
                <a:spcPts val="2133"/>
              </a:spcBef>
              <a:spcAft>
                <a:spcPts val="0"/>
              </a:spcAft>
              <a:buClr>
                <a:srgbClr val="434343"/>
              </a:buClr>
              <a:buSzPts val="1000"/>
              <a:buFont typeface="Roboto Condensed Light"/>
              <a:buAutoNum type="romanLcPeriod"/>
              <a:defRPr sz="1333"/>
            </a:lvl6pPr>
            <a:lvl7pPr marL="4267093" lvl="6" indent="-389457" rtl="0">
              <a:spcBef>
                <a:spcPts val="2133"/>
              </a:spcBef>
              <a:spcAft>
                <a:spcPts val="0"/>
              </a:spcAft>
              <a:buClr>
                <a:srgbClr val="434343"/>
              </a:buClr>
              <a:buSzPts val="1000"/>
              <a:buFont typeface="Roboto Condensed Light"/>
              <a:buAutoNum type="arabicPeriod"/>
              <a:defRPr sz="1333"/>
            </a:lvl7pPr>
            <a:lvl8pPr marL="4876678" lvl="7" indent="-389457" rtl="0">
              <a:spcBef>
                <a:spcPts val="2133"/>
              </a:spcBef>
              <a:spcAft>
                <a:spcPts val="0"/>
              </a:spcAft>
              <a:buClr>
                <a:srgbClr val="434343"/>
              </a:buClr>
              <a:buSzPts val="1000"/>
              <a:buFont typeface="Roboto Condensed Light"/>
              <a:buAutoNum type="alphaLcPeriod"/>
              <a:defRPr sz="1333"/>
            </a:lvl8pPr>
            <a:lvl9pPr marL="5486263" lvl="8" indent="-389457" rtl="0">
              <a:spcBef>
                <a:spcPts val="2133"/>
              </a:spcBef>
              <a:spcAft>
                <a:spcPts val="2133"/>
              </a:spcAft>
              <a:buClr>
                <a:srgbClr val="434343"/>
              </a:buClr>
              <a:buSzPts val="1000"/>
              <a:buFont typeface="Roboto Condensed Light"/>
              <a:buAutoNum type="romanLcPeriod"/>
              <a:defRPr sz="1333"/>
            </a:lvl9pPr>
          </a:lstStyle>
          <a:p>
            <a:endParaRPr/>
          </a:p>
        </p:txBody>
      </p:sp>
      <p:sp>
        <p:nvSpPr>
          <p:cNvPr id="29" name="Google Shape;29;p5"/>
          <p:cNvSpPr txBox="1">
            <a:spLocks noGrp="1"/>
          </p:cNvSpPr>
          <p:nvPr>
            <p:ph type="subTitle" idx="3"/>
          </p:nvPr>
        </p:nvSpPr>
        <p:spPr>
          <a:xfrm>
            <a:off x="960000" y="2525333"/>
            <a:ext cx="3684000" cy="452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0" name="Google Shape;30;p5"/>
          <p:cNvSpPr txBox="1">
            <a:spLocks noGrp="1"/>
          </p:cNvSpPr>
          <p:nvPr>
            <p:ph type="subTitle" idx="4"/>
          </p:nvPr>
        </p:nvSpPr>
        <p:spPr>
          <a:xfrm>
            <a:off x="7545200" y="2525367"/>
            <a:ext cx="3684000" cy="452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1" name="Google Shape;31;p5"/>
          <p:cNvSpPr/>
          <p:nvPr/>
        </p:nvSpPr>
        <p:spPr>
          <a:xfrm>
            <a:off x="2223400" y="5241466"/>
            <a:ext cx="7745423" cy="1616557"/>
          </a:xfrm>
          <a:custGeom>
            <a:avLst/>
            <a:gdLst/>
            <a:ahLst/>
            <a:cxnLst/>
            <a:rect l="l" t="t" r="r" b="b"/>
            <a:pathLst>
              <a:path w="176059" h="46952" extrusionOk="0">
                <a:moveTo>
                  <a:pt x="1" y="46951"/>
                </a:moveTo>
                <a:cubicBezTo>
                  <a:pt x="1" y="46951"/>
                  <a:pt x="4211" y="34119"/>
                  <a:pt x="27603" y="31395"/>
                </a:cubicBezTo>
                <a:cubicBezTo>
                  <a:pt x="41471" y="29791"/>
                  <a:pt x="48506" y="23609"/>
                  <a:pt x="51948" y="18864"/>
                </a:cubicBezTo>
                <a:cubicBezTo>
                  <a:pt x="55924" y="13367"/>
                  <a:pt x="61338" y="9090"/>
                  <a:pt x="67604" y="6500"/>
                </a:cubicBezTo>
                <a:cubicBezTo>
                  <a:pt x="72399" y="4511"/>
                  <a:pt x="78163" y="2607"/>
                  <a:pt x="84195" y="1754"/>
                </a:cubicBezTo>
                <a:cubicBezTo>
                  <a:pt x="96760" y="0"/>
                  <a:pt x="108807" y="7352"/>
                  <a:pt x="112984" y="19332"/>
                </a:cubicBezTo>
                <a:cubicBezTo>
                  <a:pt x="114287" y="23108"/>
                  <a:pt x="118849" y="27051"/>
                  <a:pt x="123460" y="27853"/>
                </a:cubicBezTo>
                <a:cubicBezTo>
                  <a:pt x="134321" y="29725"/>
                  <a:pt x="153536" y="33902"/>
                  <a:pt x="153536" y="33902"/>
                </a:cubicBezTo>
                <a:cubicBezTo>
                  <a:pt x="153536" y="33902"/>
                  <a:pt x="173920" y="37661"/>
                  <a:pt x="176059" y="46951"/>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5606123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extLst>
      <p:ext uri="{BB962C8B-B14F-4D97-AF65-F5344CB8AC3E}">
        <p14:creationId xmlns:p14="http://schemas.microsoft.com/office/powerpoint/2010/main" val="89151232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4"/>
        <p:cNvGrpSpPr/>
        <p:nvPr/>
      </p:nvGrpSpPr>
      <p:grpSpPr>
        <a:xfrm>
          <a:off x="0" y="0"/>
          <a:ext cx="0" cy="0"/>
          <a:chOff x="0" y="0"/>
          <a:chExt cx="0" cy="0"/>
        </a:xfrm>
      </p:grpSpPr>
      <p:grpSp>
        <p:nvGrpSpPr>
          <p:cNvPr id="35" name="Google Shape;35;p7"/>
          <p:cNvGrpSpPr/>
          <p:nvPr/>
        </p:nvGrpSpPr>
        <p:grpSpPr>
          <a:xfrm>
            <a:off x="4703975" y="1915621"/>
            <a:ext cx="7488589" cy="4941683"/>
            <a:chOff x="3527981" y="1436716"/>
            <a:chExt cx="5616442" cy="3706262"/>
          </a:xfrm>
        </p:grpSpPr>
        <p:sp>
          <p:nvSpPr>
            <p:cNvPr id="36" name="Google Shape;36;p7"/>
            <p:cNvSpPr/>
            <p:nvPr/>
          </p:nvSpPr>
          <p:spPr>
            <a:xfrm>
              <a:off x="8037512" y="1436716"/>
              <a:ext cx="1106911" cy="1352702"/>
            </a:xfrm>
            <a:custGeom>
              <a:avLst/>
              <a:gdLst/>
              <a:ahLst/>
              <a:cxnLst/>
              <a:rect l="l" t="t" r="r" b="b"/>
              <a:pathLst>
                <a:path w="34537" h="42206" extrusionOk="0">
                  <a:moveTo>
                    <a:pt x="33000" y="36174"/>
                  </a:moveTo>
                  <a:cubicBezTo>
                    <a:pt x="33501" y="35773"/>
                    <a:pt x="33986" y="35322"/>
                    <a:pt x="34437" y="34871"/>
                  </a:cubicBezTo>
                  <a:cubicBezTo>
                    <a:pt x="34336" y="34821"/>
                    <a:pt x="34537" y="11011"/>
                    <a:pt x="34537" y="10944"/>
                  </a:cubicBezTo>
                  <a:cubicBezTo>
                    <a:pt x="33668" y="10242"/>
                    <a:pt x="32749" y="9608"/>
                    <a:pt x="31780" y="9039"/>
                  </a:cubicBezTo>
                  <a:cubicBezTo>
                    <a:pt x="16091" y="0"/>
                    <a:pt x="0" y="19432"/>
                    <a:pt x="11078" y="33400"/>
                  </a:cubicBezTo>
                  <a:cubicBezTo>
                    <a:pt x="18079" y="42206"/>
                    <a:pt x="26951" y="41187"/>
                    <a:pt x="33000" y="36174"/>
                  </a:cubicBezTo>
                </a:path>
              </a:pathLst>
            </a:custGeom>
            <a:gradFill>
              <a:gsLst>
                <a:gs pos="0">
                  <a:srgbClr val="E3FFD5"/>
                </a:gs>
                <a:gs pos="100000">
                  <a:srgbClr val="90EBB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7" name="Google Shape;37;p7"/>
            <p:cNvSpPr/>
            <p:nvPr/>
          </p:nvSpPr>
          <p:spPr>
            <a:xfrm>
              <a:off x="3527981" y="4113725"/>
              <a:ext cx="1150851" cy="1029254"/>
            </a:xfrm>
            <a:custGeom>
              <a:avLst/>
              <a:gdLst/>
              <a:ahLst/>
              <a:cxnLst/>
              <a:rect l="l" t="t" r="r" b="b"/>
              <a:pathLst>
                <a:path w="35908" h="32114" extrusionOk="0">
                  <a:moveTo>
                    <a:pt x="33267" y="15455"/>
                  </a:moveTo>
                  <a:cubicBezTo>
                    <a:pt x="28739" y="6165"/>
                    <a:pt x="16375" y="0"/>
                    <a:pt x="6600" y="10326"/>
                  </a:cubicBezTo>
                  <a:cubicBezTo>
                    <a:pt x="0" y="17310"/>
                    <a:pt x="1170" y="26283"/>
                    <a:pt x="6149" y="32030"/>
                  </a:cubicBezTo>
                  <a:cubicBezTo>
                    <a:pt x="6066" y="32114"/>
                    <a:pt x="31346" y="32114"/>
                    <a:pt x="31245" y="32114"/>
                  </a:cubicBezTo>
                  <a:cubicBezTo>
                    <a:pt x="35907" y="27252"/>
                    <a:pt x="35907" y="20836"/>
                    <a:pt x="33267" y="15455"/>
                  </a:cubicBezTo>
                </a:path>
              </a:pathLst>
            </a:custGeom>
            <a:gradFill>
              <a:gsLst>
                <a:gs pos="0">
                  <a:srgbClr val="E3FFD5"/>
                </a:gs>
                <a:gs pos="100000">
                  <a:srgbClr val="90EBB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8" name="Google Shape;38;p7"/>
            <p:cNvSpPr/>
            <p:nvPr/>
          </p:nvSpPr>
          <p:spPr>
            <a:xfrm>
              <a:off x="4108471" y="2028456"/>
              <a:ext cx="5035952" cy="3114523"/>
            </a:xfrm>
            <a:custGeom>
              <a:avLst/>
              <a:gdLst/>
              <a:ahLst/>
              <a:cxnLst/>
              <a:rect l="l" t="t" r="r" b="b"/>
              <a:pathLst>
                <a:path w="157128" h="97177" extrusionOk="0">
                  <a:moveTo>
                    <a:pt x="47737" y="67"/>
                  </a:moveTo>
                  <a:cubicBezTo>
                    <a:pt x="36759" y="769"/>
                    <a:pt x="26784" y="7185"/>
                    <a:pt x="19466" y="15389"/>
                  </a:cubicBezTo>
                  <a:cubicBezTo>
                    <a:pt x="16208" y="19048"/>
                    <a:pt x="13401" y="23058"/>
                    <a:pt x="10844" y="27235"/>
                  </a:cubicBezTo>
                  <a:cubicBezTo>
                    <a:pt x="5431" y="36107"/>
                    <a:pt x="1671" y="44111"/>
                    <a:pt x="736" y="54503"/>
                  </a:cubicBezTo>
                  <a:cubicBezTo>
                    <a:pt x="0" y="63008"/>
                    <a:pt x="936" y="71579"/>
                    <a:pt x="3493" y="79716"/>
                  </a:cubicBezTo>
                  <a:cubicBezTo>
                    <a:pt x="5330" y="85665"/>
                    <a:pt x="8054" y="91880"/>
                    <a:pt x="11346" y="97177"/>
                  </a:cubicBezTo>
                  <a:lnTo>
                    <a:pt x="157128" y="97177"/>
                  </a:lnTo>
                  <a:cubicBezTo>
                    <a:pt x="157128" y="97177"/>
                    <a:pt x="156927" y="6951"/>
                    <a:pt x="157028" y="7068"/>
                  </a:cubicBezTo>
                  <a:cubicBezTo>
                    <a:pt x="143093" y="9440"/>
                    <a:pt x="129024" y="16174"/>
                    <a:pt x="115674" y="16358"/>
                  </a:cubicBezTo>
                  <a:cubicBezTo>
                    <a:pt x="108038" y="16458"/>
                    <a:pt x="101121" y="13601"/>
                    <a:pt x="93953" y="11462"/>
                  </a:cubicBezTo>
                  <a:cubicBezTo>
                    <a:pt x="86217" y="9156"/>
                    <a:pt x="78481" y="6767"/>
                    <a:pt x="70761" y="4328"/>
                  </a:cubicBezTo>
                  <a:cubicBezTo>
                    <a:pt x="63961" y="2172"/>
                    <a:pt x="56977" y="0"/>
                    <a:pt x="49876" y="0"/>
                  </a:cubicBezTo>
                  <a:cubicBezTo>
                    <a:pt x="49157" y="0"/>
                    <a:pt x="48455" y="17"/>
                    <a:pt x="47737" y="67"/>
                  </a:cubicBezTo>
                </a:path>
              </a:pathLst>
            </a:custGeom>
            <a:gradFill>
              <a:gsLst>
                <a:gs pos="0">
                  <a:srgbClr val="E3FFD5"/>
                </a:gs>
                <a:gs pos="100000">
                  <a:srgbClr val="90EBB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39" name="Google Shape;39;p7"/>
          <p:cNvSpPr txBox="1">
            <a:spLocks noGrp="1"/>
          </p:cNvSpPr>
          <p:nvPr>
            <p:ph type="title"/>
          </p:nvPr>
        </p:nvSpPr>
        <p:spPr>
          <a:xfrm>
            <a:off x="960000" y="2356800"/>
            <a:ext cx="4182000" cy="12000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 name="Google Shape;40;p7"/>
          <p:cNvSpPr txBox="1">
            <a:spLocks noGrp="1"/>
          </p:cNvSpPr>
          <p:nvPr>
            <p:ph type="body" idx="1"/>
          </p:nvPr>
        </p:nvSpPr>
        <p:spPr>
          <a:xfrm>
            <a:off x="960000" y="3556800"/>
            <a:ext cx="4182000" cy="1896000"/>
          </a:xfrm>
          <a:prstGeom prst="rect">
            <a:avLst/>
          </a:prstGeom>
        </p:spPr>
        <p:txBody>
          <a:bodyPr spcFirstLastPara="1" wrap="square" lIns="91425" tIns="91425" rIns="91425" bIns="91425" anchor="t" anchorCtr="0">
            <a:noAutofit/>
          </a:bodyPr>
          <a:lstStyle>
            <a:lvl1pPr marL="609585" lvl="0" indent="-389457" rtl="0">
              <a:spcBef>
                <a:spcPts val="0"/>
              </a:spcBef>
              <a:spcAft>
                <a:spcPts val="0"/>
              </a:spcAft>
              <a:buSzPts val="1000"/>
              <a:buChar char="●"/>
              <a:defRPr sz="1600"/>
            </a:lvl1pPr>
            <a:lvl2pPr marL="1219170" lvl="1" indent="-389457" rtl="0">
              <a:spcBef>
                <a:spcPts val="2133"/>
              </a:spcBef>
              <a:spcAft>
                <a:spcPts val="0"/>
              </a:spcAft>
              <a:buSzPts val="1000"/>
              <a:buChar char="○"/>
              <a:defRPr sz="1333"/>
            </a:lvl2pPr>
            <a:lvl3pPr marL="1828754" lvl="2" indent="-389457" rtl="0">
              <a:spcBef>
                <a:spcPts val="2133"/>
              </a:spcBef>
              <a:spcAft>
                <a:spcPts val="0"/>
              </a:spcAft>
              <a:buSzPts val="1000"/>
              <a:buChar char="■"/>
              <a:defRPr sz="1333"/>
            </a:lvl3pPr>
            <a:lvl4pPr marL="2438339" lvl="3" indent="-389457" rtl="0">
              <a:spcBef>
                <a:spcPts val="2133"/>
              </a:spcBef>
              <a:spcAft>
                <a:spcPts val="0"/>
              </a:spcAft>
              <a:buSzPts val="1000"/>
              <a:buChar char="●"/>
              <a:defRPr sz="1333"/>
            </a:lvl4pPr>
            <a:lvl5pPr marL="3047924" lvl="4" indent="-389457" rtl="0">
              <a:spcBef>
                <a:spcPts val="2133"/>
              </a:spcBef>
              <a:spcAft>
                <a:spcPts val="0"/>
              </a:spcAft>
              <a:buSzPts val="1000"/>
              <a:buChar char="○"/>
              <a:defRPr sz="1333"/>
            </a:lvl5pPr>
            <a:lvl6pPr marL="3657509" lvl="5" indent="-389457" rtl="0">
              <a:spcBef>
                <a:spcPts val="2133"/>
              </a:spcBef>
              <a:spcAft>
                <a:spcPts val="0"/>
              </a:spcAft>
              <a:buSzPts val="1000"/>
              <a:buChar char="■"/>
              <a:defRPr sz="1333"/>
            </a:lvl6pPr>
            <a:lvl7pPr marL="4267093" lvl="6" indent="-389457" rtl="0">
              <a:spcBef>
                <a:spcPts val="2133"/>
              </a:spcBef>
              <a:spcAft>
                <a:spcPts val="0"/>
              </a:spcAft>
              <a:buSzPts val="1000"/>
              <a:buChar char="●"/>
              <a:defRPr sz="1333"/>
            </a:lvl7pPr>
            <a:lvl8pPr marL="4876678" lvl="7" indent="-389457" rtl="0">
              <a:spcBef>
                <a:spcPts val="2133"/>
              </a:spcBef>
              <a:spcAft>
                <a:spcPts val="0"/>
              </a:spcAft>
              <a:buSzPts val="1000"/>
              <a:buChar char="○"/>
              <a:defRPr sz="1333"/>
            </a:lvl8pPr>
            <a:lvl9pPr marL="5486263" lvl="8" indent="-389457" rtl="0">
              <a:spcBef>
                <a:spcPts val="2133"/>
              </a:spcBef>
              <a:spcAft>
                <a:spcPts val="2133"/>
              </a:spcAft>
              <a:buSzPts val="1000"/>
              <a:buChar char="■"/>
              <a:defRPr sz="1333"/>
            </a:lvl9pPr>
          </a:lstStyle>
          <a:p>
            <a:endParaRPr/>
          </a:p>
        </p:txBody>
      </p:sp>
      <p:sp>
        <p:nvSpPr>
          <p:cNvPr id="41" name="Google Shape;41;p7"/>
          <p:cNvSpPr/>
          <p:nvPr/>
        </p:nvSpPr>
        <p:spPr>
          <a:xfrm>
            <a:off x="-13" y="-2658"/>
            <a:ext cx="4276239" cy="2365547"/>
          </a:xfrm>
          <a:custGeom>
            <a:avLst/>
            <a:gdLst/>
            <a:ahLst/>
            <a:cxnLst/>
            <a:rect l="l" t="t" r="r" b="b"/>
            <a:pathLst>
              <a:path w="100068" h="55356" extrusionOk="0">
                <a:moveTo>
                  <a:pt x="0" y="55339"/>
                </a:moveTo>
                <a:cubicBezTo>
                  <a:pt x="7151" y="55155"/>
                  <a:pt x="19315" y="52097"/>
                  <a:pt x="25898" y="34821"/>
                </a:cubicBezTo>
                <a:cubicBezTo>
                  <a:pt x="35606" y="9323"/>
                  <a:pt x="69608" y="17210"/>
                  <a:pt x="69608" y="17210"/>
                </a:cubicBezTo>
                <a:cubicBezTo>
                  <a:pt x="69608" y="17210"/>
                  <a:pt x="100068" y="18897"/>
                  <a:pt x="94387" y="0"/>
                </a:cubicBezTo>
                <a:lnTo>
                  <a:pt x="0" y="0"/>
                </a:lnTo>
                <a:cubicBezTo>
                  <a:pt x="0" y="0"/>
                  <a:pt x="0" y="55355"/>
                  <a:pt x="0" y="55339"/>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02355536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7257600" y="2356800"/>
            <a:ext cx="3974400" cy="238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44" name="Google Shape;44;p8"/>
          <p:cNvSpPr/>
          <p:nvPr/>
        </p:nvSpPr>
        <p:spPr>
          <a:xfrm flipH="1">
            <a:off x="-19453" y="-239105"/>
            <a:ext cx="6700192" cy="7115996"/>
          </a:xfrm>
          <a:custGeom>
            <a:avLst/>
            <a:gdLst/>
            <a:ahLst/>
            <a:cxnLst/>
            <a:rect l="l" t="t" r="r" b="b"/>
            <a:pathLst>
              <a:path w="154870" h="164481" extrusionOk="0">
                <a:moveTo>
                  <a:pt x="28" y="164344"/>
                </a:moveTo>
                <a:cubicBezTo>
                  <a:pt x="1561" y="153364"/>
                  <a:pt x="9830" y="132554"/>
                  <a:pt x="48712" y="118946"/>
                </a:cubicBezTo>
                <a:cubicBezTo>
                  <a:pt x="103639" y="99724"/>
                  <a:pt x="93946" y="55284"/>
                  <a:pt x="93946" y="55284"/>
                </a:cubicBezTo>
                <a:cubicBezTo>
                  <a:pt x="93946" y="55284"/>
                  <a:pt x="83869" y="1"/>
                  <a:pt x="154869" y="3834"/>
                </a:cubicBezTo>
                <a:cubicBezTo>
                  <a:pt x="154705" y="3971"/>
                  <a:pt x="154705" y="164152"/>
                  <a:pt x="154705" y="164152"/>
                </a:cubicBezTo>
                <a:cubicBezTo>
                  <a:pt x="154705" y="164152"/>
                  <a:pt x="0" y="164481"/>
                  <a:pt x="28" y="16434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47070117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a:off x="6096000" y="-167"/>
            <a:ext cx="6096000" cy="6858000"/>
          </a:xfrm>
          <a:prstGeom prst="rect">
            <a:avLst/>
          </a:pr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47" name="Google Shape;47;p9"/>
          <p:cNvSpPr txBox="1">
            <a:spLocks noGrp="1"/>
          </p:cNvSpPr>
          <p:nvPr>
            <p:ph type="title"/>
          </p:nvPr>
        </p:nvSpPr>
        <p:spPr>
          <a:xfrm>
            <a:off x="960000" y="1644233"/>
            <a:ext cx="4787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8" name="Google Shape;48;p9"/>
          <p:cNvSpPr txBox="1">
            <a:spLocks noGrp="1"/>
          </p:cNvSpPr>
          <p:nvPr>
            <p:ph type="subTitle" idx="1"/>
          </p:nvPr>
        </p:nvSpPr>
        <p:spPr>
          <a:xfrm>
            <a:off x="960000" y="3737433"/>
            <a:ext cx="47876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49" name="Google Shape;49;p9"/>
          <p:cNvSpPr txBox="1">
            <a:spLocks noGrp="1"/>
          </p:cNvSpPr>
          <p:nvPr>
            <p:ph type="body" idx="2"/>
          </p:nvPr>
        </p:nvSpPr>
        <p:spPr>
          <a:xfrm>
            <a:off x="6586000" y="965433"/>
            <a:ext cx="4646000" cy="4926800"/>
          </a:xfrm>
          <a:prstGeom prst="rect">
            <a:avLst/>
          </a:prstGeom>
        </p:spPr>
        <p:txBody>
          <a:bodyPr spcFirstLastPara="1" wrap="square" lIns="91425" tIns="91425" rIns="91425" bIns="91425" anchor="ctr" anchorCtr="0">
            <a:noAutofit/>
          </a:bodyPr>
          <a:lstStyle>
            <a:lvl1pPr marL="609585" lvl="0" indent="-389457" rtl="0">
              <a:spcBef>
                <a:spcPts val="0"/>
              </a:spcBef>
              <a:spcAft>
                <a:spcPts val="0"/>
              </a:spcAft>
              <a:buSzPts val="1000"/>
              <a:buChar char="●"/>
              <a:defRPr sz="1333"/>
            </a:lvl1pPr>
            <a:lvl2pPr marL="1219170" lvl="1" indent="-389457" rtl="0">
              <a:spcBef>
                <a:spcPts val="2133"/>
              </a:spcBef>
              <a:spcAft>
                <a:spcPts val="0"/>
              </a:spcAft>
              <a:buSzPts val="1000"/>
              <a:buChar char="○"/>
              <a:defRPr sz="1333"/>
            </a:lvl2pPr>
            <a:lvl3pPr marL="1828754" lvl="2" indent="-389457" rtl="0">
              <a:spcBef>
                <a:spcPts val="2133"/>
              </a:spcBef>
              <a:spcAft>
                <a:spcPts val="0"/>
              </a:spcAft>
              <a:buSzPts val="1000"/>
              <a:buChar char="■"/>
              <a:defRPr sz="1333"/>
            </a:lvl3pPr>
            <a:lvl4pPr marL="2438339" lvl="3" indent="-389457" rtl="0">
              <a:spcBef>
                <a:spcPts val="2133"/>
              </a:spcBef>
              <a:spcAft>
                <a:spcPts val="0"/>
              </a:spcAft>
              <a:buSzPts val="1000"/>
              <a:buChar char="●"/>
              <a:defRPr sz="1333"/>
            </a:lvl4pPr>
            <a:lvl5pPr marL="3047924" lvl="4" indent="-389457" rtl="0">
              <a:spcBef>
                <a:spcPts val="2133"/>
              </a:spcBef>
              <a:spcAft>
                <a:spcPts val="0"/>
              </a:spcAft>
              <a:buSzPts val="1000"/>
              <a:buChar char="○"/>
              <a:defRPr sz="1333"/>
            </a:lvl5pPr>
            <a:lvl6pPr marL="3657509" lvl="5" indent="-389457" rtl="0">
              <a:spcBef>
                <a:spcPts val="2133"/>
              </a:spcBef>
              <a:spcAft>
                <a:spcPts val="0"/>
              </a:spcAft>
              <a:buSzPts val="1000"/>
              <a:buChar char="■"/>
              <a:defRPr sz="1333"/>
            </a:lvl6pPr>
            <a:lvl7pPr marL="4267093" lvl="6" indent="-389457" rtl="0">
              <a:spcBef>
                <a:spcPts val="2133"/>
              </a:spcBef>
              <a:spcAft>
                <a:spcPts val="0"/>
              </a:spcAft>
              <a:buSzPts val="1000"/>
              <a:buChar char="●"/>
              <a:defRPr sz="1333"/>
            </a:lvl7pPr>
            <a:lvl8pPr marL="4876678" lvl="7" indent="-389457" rtl="0">
              <a:spcBef>
                <a:spcPts val="2133"/>
              </a:spcBef>
              <a:spcAft>
                <a:spcPts val="0"/>
              </a:spcAft>
              <a:buSzPts val="1000"/>
              <a:buChar char="○"/>
              <a:defRPr sz="1333"/>
            </a:lvl8pPr>
            <a:lvl9pPr marL="5486263" lvl="8" indent="-389457" rtl="0">
              <a:spcBef>
                <a:spcPts val="2133"/>
              </a:spcBef>
              <a:spcAft>
                <a:spcPts val="2133"/>
              </a:spcAft>
              <a:buSzPts val="1000"/>
              <a:buChar char="■"/>
              <a:defRPr sz="1333"/>
            </a:lvl9pPr>
          </a:lstStyle>
          <a:p>
            <a:endParaRPr/>
          </a:p>
        </p:txBody>
      </p:sp>
    </p:spTree>
    <p:extLst>
      <p:ext uri="{BB962C8B-B14F-4D97-AF65-F5344CB8AC3E}">
        <p14:creationId xmlns:p14="http://schemas.microsoft.com/office/powerpoint/2010/main" val="89930426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
        <p:cNvGrpSpPr/>
        <p:nvPr/>
      </p:nvGrpSpPr>
      <p:grpSpPr>
        <a:xfrm>
          <a:off x="0" y="0"/>
          <a:ext cx="0" cy="0"/>
          <a:chOff x="0" y="0"/>
          <a:chExt cx="0" cy="0"/>
        </a:xfrm>
      </p:grpSpPr>
      <p:sp>
        <p:nvSpPr>
          <p:cNvPr id="51" name="Google Shape;51;p10"/>
          <p:cNvSpPr txBox="1">
            <a:spLocks noGrp="1"/>
          </p:cNvSpPr>
          <p:nvPr>
            <p:ph type="body" idx="1"/>
          </p:nvPr>
        </p:nvSpPr>
        <p:spPr>
          <a:xfrm>
            <a:off x="960000" y="5327600"/>
            <a:ext cx="7998400" cy="806800"/>
          </a:xfrm>
          <a:prstGeom prst="rect">
            <a:avLst/>
          </a:prstGeom>
        </p:spPr>
        <p:txBody>
          <a:bodyPr spcFirstLastPara="1" wrap="square" lIns="91425" tIns="91425" rIns="91425" bIns="91425" anchor="ctr" anchorCtr="0">
            <a:noAutofit/>
          </a:bodyPr>
          <a:lstStyle>
            <a:lvl1pPr marL="609585" lvl="0" indent="-304792" rtl="0">
              <a:lnSpc>
                <a:spcPct val="100000"/>
              </a:lnSpc>
              <a:spcBef>
                <a:spcPts val="0"/>
              </a:spcBef>
              <a:spcAft>
                <a:spcPts val="0"/>
              </a:spcAft>
              <a:buSzPts val="1800"/>
              <a:buNone/>
              <a:defRPr/>
            </a:lvl1pPr>
          </a:lstStyle>
          <a:p>
            <a:endParaRPr/>
          </a:p>
        </p:txBody>
      </p:sp>
    </p:spTree>
    <p:extLst>
      <p:ext uri="{BB962C8B-B14F-4D97-AF65-F5344CB8AC3E}">
        <p14:creationId xmlns:p14="http://schemas.microsoft.com/office/powerpoint/2010/main" val="40911315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2"/>
        <p:cNvGrpSpPr/>
        <p:nvPr/>
      </p:nvGrpSpPr>
      <p:grpSpPr>
        <a:xfrm>
          <a:off x="0" y="0"/>
          <a:ext cx="0" cy="0"/>
          <a:chOff x="0" y="0"/>
          <a:chExt cx="0" cy="0"/>
        </a:xfrm>
      </p:grpSpPr>
      <p:sp>
        <p:nvSpPr>
          <p:cNvPr id="53" name="Google Shape;53;p11"/>
          <p:cNvSpPr/>
          <p:nvPr/>
        </p:nvSpPr>
        <p:spPr>
          <a:xfrm>
            <a:off x="0" y="3341100"/>
            <a:ext cx="7902891" cy="368627"/>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4" name="Google Shape;54;p11"/>
          <p:cNvSpPr txBox="1">
            <a:spLocks noGrp="1"/>
          </p:cNvSpPr>
          <p:nvPr>
            <p:ph type="title" hasCustomPrompt="1"/>
          </p:nvPr>
        </p:nvSpPr>
        <p:spPr>
          <a:xfrm>
            <a:off x="1227900" y="1211433"/>
            <a:ext cx="6675200" cy="2769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0"/>
              <a:buNone/>
              <a:defRPr sz="94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55" name="Google Shape;55;p11"/>
          <p:cNvSpPr txBox="1">
            <a:spLocks noGrp="1"/>
          </p:cNvSpPr>
          <p:nvPr>
            <p:ph type="body" idx="1"/>
          </p:nvPr>
        </p:nvSpPr>
        <p:spPr>
          <a:xfrm>
            <a:off x="1227900" y="3916800"/>
            <a:ext cx="6675200" cy="820800"/>
          </a:xfrm>
          <a:prstGeom prst="rect">
            <a:avLst/>
          </a:prstGeom>
        </p:spPr>
        <p:txBody>
          <a:bodyPr spcFirstLastPara="1" wrap="square" lIns="91425" tIns="91425" rIns="91425" bIns="91425" anchor="t" anchorCtr="0">
            <a:noAutofit/>
          </a:bodyPr>
          <a:lstStyle>
            <a:lvl1pPr marL="609585" lvl="0" indent="-457189" algn="r" rtl="0">
              <a:spcBef>
                <a:spcPts val="0"/>
              </a:spcBef>
              <a:spcAft>
                <a:spcPts val="0"/>
              </a:spcAft>
              <a:buSzPts val="1800"/>
              <a:buChar char="●"/>
              <a:defRPr sz="2267"/>
            </a:lvl1pPr>
            <a:lvl2pPr marL="1219170" lvl="1" indent="-423323" algn="ctr" rtl="0">
              <a:spcBef>
                <a:spcPts val="2133"/>
              </a:spcBef>
              <a:spcAft>
                <a:spcPts val="0"/>
              </a:spcAft>
              <a:buSzPts val="1400"/>
              <a:buChar char="○"/>
              <a:defRPr/>
            </a:lvl2pPr>
            <a:lvl3pPr marL="1828754" lvl="2" indent="-423323" algn="ctr" rtl="0">
              <a:spcBef>
                <a:spcPts val="2133"/>
              </a:spcBef>
              <a:spcAft>
                <a:spcPts val="0"/>
              </a:spcAft>
              <a:buSzPts val="1400"/>
              <a:buChar char="■"/>
              <a:defRPr/>
            </a:lvl3pPr>
            <a:lvl4pPr marL="2438339" lvl="3" indent="-423323" algn="ctr" rtl="0">
              <a:spcBef>
                <a:spcPts val="2133"/>
              </a:spcBef>
              <a:spcAft>
                <a:spcPts val="0"/>
              </a:spcAft>
              <a:buSzPts val="1400"/>
              <a:buChar char="●"/>
              <a:defRPr/>
            </a:lvl4pPr>
            <a:lvl5pPr marL="3047924" lvl="4" indent="-423323" algn="ctr" rtl="0">
              <a:spcBef>
                <a:spcPts val="2133"/>
              </a:spcBef>
              <a:spcAft>
                <a:spcPts val="0"/>
              </a:spcAft>
              <a:buSzPts val="1400"/>
              <a:buChar char="○"/>
              <a:defRPr/>
            </a:lvl5pPr>
            <a:lvl6pPr marL="3657509" lvl="5" indent="-423323" algn="ctr" rtl="0">
              <a:spcBef>
                <a:spcPts val="2133"/>
              </a:spcBef>
              <a:spcAft>
                <a:spcPts val="0"/>
              </a:spcAft>
              <a:buSzPts val="1400"/>
              <a:buChar char="■"/>
              <a:defRPr/>
            </a:lvl6pPr>
            <a:lvl7pPr marL="4267093" lvl="6" indent="-423323" algn="ctr" rtl="0">
              <a:spcBef>
                <a:spcPts val="2133"/>
              </a:spcBef>
              <a:spcAft>
                <a:spcPts val="0"/>
              </a:spcAft>
              <a:buSzPts val="1400"/>
              <a:buChar char="●"/>
              <a:defRPr/>
            </a:lvl7pPr>
            <a:lvl8pPr marL="4876678" lvl="7" indent="-423323" algn="ctr" rtl="0">
              <a:spcBef>
                <a:spcPts val="2133"/>
              </a:spcBef>
              <a:spcAft>
                <a:spcPts val="0"/>
              </a:spcAft>
              <a:buSzPts val="1400"/>
              <a:buChar char="○"/>
              <a:defRPr/>
            </a:lvl8pPr>
            <a:lvl9pPr marL="5486263" lvl="8" indent="-423323" algn="ctr" rtl="0">
              <a:spcBef>
                <a:spcPts val="2133"/>
              </a:spcBef>
              <a:spcAft>
                <a:spcPts val="2133"/>
              </a:spcAft>
              <a:buSzPts val="1400"/>
              <a:buChar char="■"/>
              <a:defRPr/>
            </a:lvl9pPr>
          </a:lstStyle>
          <a:p>
            <a:endParaRPr/>
          </a:p>
        </p:txBody>
      </p:sp>
      <p:sp>
        <p:nvSpPr>
          <p:cNvPr id="56" name="Google Shape;56;p11"/>
          <p:cNvSpPr/>
          <p:nvPr/>
        </p:nvSpPr>
        <p:spPr>
          <a:xfrm flipH="1">
            <a:off x="7996666" y="2918167"/>
            <a:ext cx="4195335" cy="3936381"/>
          </a:xfrm>
          <a:custGeom>
            <a:avLst/>
            <a:gdLst/>
            <a:ahLst/>
            <a:cxnLst/>
            <a:rect l="l" t="t" r="r" b="b"/>
            <a:pathLst>
              <a:path w="95457" h="92115" extrusionOk="0">
                <a:moveTo>
                  <a:pt x="0" y="17"/>
                </a:moveTo>
                <a:cubicBezTo>
                  <a:pt x="7235" y="317"/>
                  <a:pt x="19533" y="5414"/>
                  <a:pt x="26183" y="34169"/>
                </a:cubicBezTo>
                <a:cubicBezTo>
                  <a:pt x="33869" y="67319"/>
                  <a:pt x="55974" y="71780"/>
                  <a:pt x="65281" y="72147"/>
                </a:cubicBezTo>
                <a:cubicBezTo>
                  <a:pt x="70728" y="72365"/>
                  <a:pt x="76091" y="73551"/>
                  <a:pt x="80953" y="75840"/>
                </a:cubicBezTo>
                <a:cubicBezTo>
                  <a:pt x="87369" y="78864"/>
                  <a:pt x="94303" y="83960"/>
                  <a:pt x="95456" y="92114"/>
                </a:cubicBezTo>
                <a:lnTo>
                  <a:pt x="0" y="92114"/>
                </a:lnTo>
                <a:cubicBezTo>
                  <a:pt x="0" y="92114"/>
                  <a:pt x="0" y="0"/>
                  <a:pt x="0" y="17"/>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5593989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Tree>
    <p:extLst>
      <p:ext uri="{BB962C8B-B14F-4D97-AF65-F5344CB8AC3E}">
        <p14:creationId xmlns:p14="http://schemas.microsoft.com/office/powerpoint/2010/main" val="17347916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58"/>
        <p:cNvGrpSpPr/>
        <p:nvPr/>
      </p:nvGrpSpPr>
      <p:grpSpPr>
        <a:xfrm>
          <a:off x="0" y="0"/>
          <a:ext cx="0" cy="0"/>
          <a:chOff x="0" y="0"/>
          <a:chExt cx="0" cy="0"/>
        </a:xfrm>
      </p:grpSpPr>
      <p:sp>
        <p:nvSpPr>
          <p:cNvPr id="59" name="Google Shape;59;p13"/>
          <p:cNvSpPr/>
          <p:nvPr/>
        </p:nvSpPr>
        <p:spPr>
          <a:xfrm>
            <a:off x="8157451" y="2572853"/>
            <a:ext cx="4034364" cy="4284731"/>
          </a:xfrm>
          <a:custGeom>
            <a:avLst/>
            <a:gdLst/>
            <a:ahLst/>
            <a:cxnLst/>
            <a:rect l="l" t="t" r="r" b="b"/>
            <a:pathLst>
              <a:path w="154870" h="164481" extrusionOk="0">
                <a:moveTo>
                  <a:pt x="28" y="164344"/>
                </a:moveTo>
                <a:cubicBezTo>
                  <a:pt x="1561" y="153364"/>
                  <a:pt x="9830" y="132554"/>
                  <a:pt x="48712" y="118946"/>
                </a:cubicBezTo>
                <a:cubicBezTo>
                  <a:pt x="103639" y="99724"/>
                  <a:pt x="93946" y="55284"/>
                  <a:pt x="93946" y="55284"/>
                </a:cubicBezTo>
                <a:cubicBezTo>
                  <a:pt x="93946" y="55284"/>
                  <a:pt x="83869" y="1"/>
                  <a:pt x="154869" y="3834"/>
                </a:cubicBezTo>
                <a:cubicBezTo>
                  <a:pt x="154705" y="3971"/>
                  <a:pt x="154705" y="164152"/>
                  <a:pt x="154705" y="164152"/>
                </a:cubicBezTo>
                <a:cubicBezTo>
                  <a:pt x="154705" y="164152"/>
                  <a:pt x="0" y="164481"/>
                  <a:pt x="28" y="16434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0" name="Google Shape;60;p13"/>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1" name="Google Shape;61;p13"/>
          <p:cNvSpPr txBox="1">
            <a:spLocks noGrp="1"/>
          </p:cNvSpPr>
          <p:nvPr>
            <p:ph type="title" idx="2" hasCustomPrompt="1"/>
          </p:nvPr>
        </p:nvSpPr>
        <p:spPr>
          <a:xfrm>
            <a:off x="960200" y="19605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2" name="Google Shape;62;p13"/>
          <p:cNvSpPr txBox="1">
            <a:spLocks noGrp="1"/>
          </p:cNvSpPr>
          <p:nvPr>
            <p:ph type="subTitle" idx="1"/>
          </p:nvPr>
        </p:nvSpPr>
        <p:spPr>
          <a:xfrm>
            <a:off x="960000" y="26203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3" name="Google Shape;63;p13"/>
          <p:cNvSpPr txBox="1">
            <a:spLocks noGrp="1"/>
          </p:cNvSpPr>
          <p:nvPr>
            <p:ph type="subTitle" idx="3"/>
          </p:nvPr>
        </p:nvSpPr>
        <p:spPr>
          <a:xfrm>
            <a:off x="960000" y="31022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64" name="Google Shape;64;p13"/>
          <p:cNvSpPr txBox="1">
            <a:spLocks noGrp="1"/>
          </p:cNvSpPr>
          <p:nvPr>
            <p:ph type="title" idx="4" hasCustomPrompt="1"/>
          </p:nvPr>
        </p:nvSpPr>
        <p:spPr>
          <a:xfrm>
            <a:off x="5725851" y="19605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5" name="Google Shape;65;p13"/>
          <p:cNvSpPr txBox="1">
            <a:spLocks noGrp="1"/>
          </p:cNvSpPr>
          <p:nvPr>
            <p:ph type="subTitle" idx="5"/>
          </p:nvPr>
        </p:nvSpPr>
        <p:spPr>
          <a:xfrm>
            <a:off x="5725651" y="26203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6" name="Google Shape;66;p13"/>
          <p:cNvSpPr txBox="1">
            <a:spLocks noGrp="1"/>
          </p:cNvSpPr>
          <p:nvPr>
            <p:ph type="subTitle" idx="6"/>
          </p:nvPr>
        </p:nvSpPr>
        <p:spPr>
          <a:xfrm>
            <a:off x="5725661" y="31022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67" name="Google Shape;67;p13"/>
          <p:cNvSpPr txBox="1">
            <a:spLocks noGrp="1"/>
          </p:cNvSpPr>
          <p:nvPr>
            <p:ph type="title" idx="7" hasCustomPrompt="1"/>
          </p:nvPr>
        </p:nvSpPr>
        <p:spPr>
          <a:xfrm>
            <a:off x="3342917" y="19605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8" name="Google Shape;68;p13"/>
          <p:cNvSpPr txBox="1">
            <a:spLocks noGrp="1"/>
          </p:cNvSpPr>
          <p:nvPr>
            <p:ph type="subTitle" idx="8"/>
          </p:nvPr>
        </p:nvSpPr>
        <p:spPr>
          <a:xfrm>
            <a:off x="3342717" y="26203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69" name="Google Shape;69;p13"/>
          <p:cNvSpPr txBox="1">
            <a:spLocks noGrp="1"/>
          </p:cNvSpPr>
          <p:nvPr>
            <p:ph type="subTitle" idx="9"/>
          </p:nvPr>
        </p:nvSpPr>
        <p:spPr>
          <a:xfrm>
            <a:off x="3342723" y="31022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70" name="Google Shape;70;p13"/>
          <p:cNvSpPr txBox="1">
            <a:spLocks noGrp="1"/>
          </p:cNvSpPr>
          <p:nvPr>
            <p:ph type="title" idx="13" hasCustomPrompt="1"/>
          </p:nvPr>
        </p:nvSpPr>
        <p:spPr>
          <a:xfrm>
            <a:off x="960200" y="39168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71" name="Google Shape;71;p13"/>
          <p:cNvSpPr txBox="1">
            <a:spLocks noGrp="1"/>
          </p:cNvSpPr>
          <p:nvPr>
            <p:ph type="subTitle" idx="14"/>
          </p:nvPr>
        </p:nvSpPr>
        <p:spPr>
          <a:xfrm>
            <a:off x="960000" y="45766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2" name="Google Shape;72;p13"/>
          <p:cNvSpPr txBox="1">
            <a:spLocks noGrp="1"/>
          </p:cNvSpPr>
          <p:nvPr>
            <p:ph type="subTitle" idx="15"/>
          </p:nvPr>
        </p:nvSpPr>
        <p:spPr>
          <a:xfrm>
            <a:off x="960000" y="50585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73" name="Google Shape;73;p13"/>
          <p:cNvSpPr txBox="1">
            <a:spLocks noGrp="1"/>
          </p:cNvSpPr>
          <p:nvPr>
            <p:ph type="title" idx="16" hasCustomPrompt="1"/>
          </p:nvPr>
        </p:nvSpPr>
        <p:spPr>
          <a:xfrm>
            <a:off x="3342917" y="3916800"/>
            <a:ext cx="2241200" cy="540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74" name="Google Shape;74;p13"/>
          <p:cNvSpPr txBox="1">
            <a:spLocks noGrp="1"/>
          </p:cNvSpPr>
          <p:nvPr>
            <p:ph type="subTitle" idx="17"/>
          </p:nvPr>
        </p:nvSpPr>
        <p:spPr>
          <a:xfrm>
            <a:off x="3342717" y="4576667"/>
            <a:ext cx="22412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5" name="Google Shape;75;p13"/>
          <p:cNvSpPr txBox="1">
            <a:spLocks noGrp="1"/>
          </p:cNvSpPr>
          <p:nvPr>
            <p:ph type="subTitle" idx="18"/>
          </p:nvPr>
        </p:nvSpPr>
        <p:spPr>
          <a:xfrm>
            <a:off x="3342725" y="5058533"/>
            <a:ext cx="2241200" cy="8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1771354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5903457" y="4136539"/>
            <a:ext cx="5324800" cy="820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78" name="Google Shape;78;p14"/>
          <p:cNvSpPr txBox="1">
            <a:spLocks noGrp="1"/>
          </p:cNvSpPr>
          <p:nvPr>
            <p:ph type="title" idx="2" hasCustomPrompt="1"/>
          </p:nvPr>
        </p:nvSpPr>
        <p:spPr>
          <a:xfrm>
            <a:off x="5907233" y="2805100"/>
            <a:ext cx="5324800" cy="12784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None/>
              <a:defRPr sz="94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79" name="Google Shape;79;p14"/>
          <p:cNvSpPr txBox="1">
            <a:spLocks noGrp="1"/>
          </p:cNvSpPr>
          <p:nvPr>
            <p:ph type="subTitle" idx="1"/>
          </p:nvPr>
        </p:nvSpPr>
        <p:spPr>
          <a:xfrm>
            <a:off x="5903300" y="5182732"/>
            <a:ext cx="5324800" cy="38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80" name="Google Shape;80;p14"/>
          <p:cNvSpPr/>
          <p:nvPr/>
        </p:nvSpPr>
        <p:spPr>
          <a:xfrm flipH="1">
            <a:off x="-1050597" y="435500"/>
            <a:ext cx="6436397" cy="6441624"/>
          </a:xfrm>
          <a:custGeom>
            <a:avLst/>
            <a:gdLst/>
            <a:ahLst/>
            <a:cxnLst/>
            <a:rect l="l" t="t" r="r" b="b"/>
            <a:pathLst>
              <a:path w="154870" h="164481" extrusionOk="0">
                <a:moveTo>
                  <a:pt x="28" y="164344"/>
                </a:moveTo>
                <a:cubicBezTo>
                  <a:pt x="1561" y="153364"/>
                  <a:pt x="9830" y="132554"/>
                  <a:pt x="48712" y="118946"/>
                </a:cubicBezTo>
                <a:cubicBezTo>
                  <a:pt x="103639" y="99724"/>
                  <a:pt x="93946" y="55284"/>
                  <a:pt x="93946" y="55284"/>
                </a:cubicBezTo>
                <a:cubicBezTo>
                  <a:pt x="93946" y="55284"/>
                  <a:pt x="83869" y="1"/>
                  <a:pt x="154869" y="3834"/>
                </a:cubicBezTo>
                <a:cubicBezTo>
                  <a:pt x="154705" y="3971"/>
                  <a:pt x="154705" y="164152"/>
                  <a:pt x="154705" y="164152"/>
                </a:cubicBezTo>
                <a:cubicBezTo>
                  <a:pt x="154705" y="164152"/>
                  <a:pt x="0" y="164481"/>
                  <a:pt x="28" y="16434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1" name="Google Shape;81;p14"/>
          <p:cNvSpPr/>
          <p:nvPr/>
        </p:nvSpPr>
        <p:spPr>
          <a:xfrm rot="10800000" flipH="1">
            <a:off x="6919685" y="3"/>
            <a:ext cx="5272308" cy="2478928"/>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92200832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3899324" y="3377221"/>
            <a:ext cx="5324800" cy="820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endParaRPr/>
          </a:p>
        </p:txBody>
      </p:sp>
      <p:sp>
        <p:nvSpPr>
          <p:cNvPr id="84" name="Google Shape;84;p15"/>
          <p:cNvSpPr txBox="1">
            <a:spLocks noGrp="1"/>
          </p:cNvSpPr>
          <p:nvPr>
            <p:ph type="title" idx="2" hasCustomPrompt="1"/>
          </p:nvPr>
        </p:nvSpPr>
        <p:spPr>
          <a:xfrm>
            <a:off x="3903100" y="2045784"/>
            <a:ext cx="5324800" cy="1278400"/>
          </a:xfrm>
          <a:prstGeom prst="rect">
            <a:avLst/>
          </a:prstGeom>
        </p:spPr>
        <p:txBody>
          <a:bodyPr spcFirstLastPara="1" wrap="square" lIns="91425" tIns="91425" rIns="91425" bIns="91425" anchor="t" anchorCtr="0">
            <a:noAutofit/>
          </a:bodyPr>
          <a:lstStyle>
            <a:lvl1pPr marL="0" marR="0" lvl="0" indent="0" algn="r" rtl="0">
              <a:lnSpc>
                <a:spcPct val="100000"/>
              </a:lnSpc>
              <a:spcBef>
                <a:spcPts val="0"/>
              </a:spcBef>
              <a:spcAft>
                <a:spcPts val="0"/>
              </a:spcAft>
              <a:buSzPts val="2500"/>
              <a:buNone/>
              <a:defRPr sz="9466"/>
            </a:lvl1pPr>
            <a:lvl2pPr lvl="1" algn="r" rtl="0">
              <a:spcBef>
                <a:spcPts val="0"/>
              </a:spcBef>
              <a:spcAft>
                <a:spcPts val="0"/>
              </a:spcAft>
              <a:buSzPts val="12000"/>
              <a:buNone/>
              <a:defRPr sz="16000"/>
            </a:lvl2pPr>
            <a:lvl3pPr lvl="2" algn="r" rtl="0">
              <a:spcBef>
                <a:spcPts val="0"/>
              </a:spcBef>
              <a:spcAft>
                <a:spcPts val="0"/>
              </a:spcAft>
              <a:buSzPts val="12000"/>
              <a:buNone/>
              <a:defRPr sz="16000"/>
            </a:lvl3pPr>
            <a:lvl4pPr lvl="3" algn="r" rtl="0">
              <a:spcBef>
                <a:spcPts val="0"/>
              </a:spcBef>
              <a:spcAft>
                <a:spcPts val="0"/>
              </a:spcAft>
              <a:buSzPts val="12000"/>
              <a:buNone/>
              <a:defRPr sz="16000"/>
            </a:lvl4pPr>
            <a:lvl5pPr lvl="4" algn="r" rtl="0">
              <a:spcBef>
                <a:spcPts val="0"/>
              </a:spcBef>
              <a:spcAft>
                <a:spcPts val="0"/>
              </a:spcAft>
              <a:buSzPts val="12000"/>
              <a:buNone/>
              <a:defRPr sz="16000"/>
            </a:lvl5pPr>
            <a:lvl6pPr lvl="5" algn="r" rtl="0">
              <a:spcBef>
                <a:spcPts val="0"/>
              </a:spcBef>
              <a:spcAft>
                <a:spcPts val="0"/>
              </a:spcAft>
              <a:buSzPts val="12000"/>
              <a:buNone/>
              <a:defRPr sz="16000"/>
            </a:lvl6pPr>
            <a:lvl7pPr lvl="6" algn="r" rtl="0">
              <a:spcBef>
                <a:spcPts val="0"/>
              </a:spcBef>
              <a:spcAft>
                <a:spcPts val="0"/>
              </a:spcAft>
              <a:buSzPts val="12000"/>
              <a:buNone/>
              <a:defRPr sz="16000"/>
            </a:lvl7pPr>
            <a:lvl8pPr lvl="7" algn="r" rtl="0">
              <a:spcBef>
                <a:spcPts val="0"/>
              </a:spcBef>
              <a:spcAft>
                <a:spcPts val="0"/>
              </a:spcAft>
              <a:buSzPts val="12000"/>
              <a:buNone/>
              <a:defRPr sz="16000"/>
            </a:lvl8pPr>
            <a:lvl9pPr lvl="8" algn="r" rtl="0">
              <a:spcBef>
                <a:spcPts val="0"/>
              </a:spcBef>
              <a:spcAft>
                <a:spcPts val="0"/>
              </a:spcAft>
              <a:buSzPts val="12000"/>
              <a:buNone/>
              <a:defRPr sz="16000"/>
            </a:lvl9pPr>
          </a:lstStyle>
          <a:p>
            <a:r>
              <a:t>xx%</a:t>
            </a:r>
          </a:p>
        </p:txBody>
      </p:sp>
      <p:sp>
        <p:nvSpPr>
          <p:cNvPr id="85" name="Google Shape;85;p15"/>
          <p:cNvSpPr txBox="1">
            <a:spLocks noGrp="1"/>
          </p:cNvSpPr>
          <p:nvPr>
            <p:ph type="subTitle" idx="1"/>
          </p:nvPr>
        </p:nvSpPr>
        <p:spPr>
          <a:xfrm>
            <a:off x="3899167" y="4423416"/>
            <a:ext cx="5324800" cy="38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600"/>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86" name="Google Shape;86;p15"/>
          <p:cNvSpPr/>
          <p:nvPr/>
        </p:nvSpPr>
        <p:spPr>
          <a:xfrm rot="5400000" flipH="1">
            <a:off x="-518005" y="517865"/>
            <a:ext cx="5207277" cy="4171265"/>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87" name="Google Shape;87;p15"/>
          <p:cNvSpPr/>
          <p:nvPr/>
        </p:nvSpPr>
        <p:spPr>
          <a:xfrm rot="-5400000" flipH="1">
            <a:off x="6674519" y="1340514"/>
            <a:ext cx="5272308" cy="5762615"/>
          </a:xfrm>
          <a:custGeom>
            <a:avLst/>
            <a:gdLst/>
            <a:ahLst/>
            <a:cxnLst/>
            <a:rect l="l" t="t" r="r" b="b"/>
            <a:pathLst>
              <a:path w="111481" h="52416" extrusionOk="0">
                <a:moveTo>
                  <a:pt x="111480" y="0"/>
                </a:moveTo>
                <a:cubicBezTo>
                  <a:pt x="103510" y="168"/>
                  <a:pt x="89976" y="3075"/>
                  <a:pt x="82641" y="19449"/>
                </a:cubicBezTo>
                <a:cubicBezTo>
                  <a:pt x="71814" y="43593"/>
                  <a:pt x="33936" y="36124"/>
                  <a:pt x="33936" y="36124"/>
                </a:cubicBezTo>
                <a:cubicBezTo>
                  <a:pt x="33936" y="36124"/>
                  <a:pt x="1" y="34520"/>
                  <a:pt x="6316" y="52415"/>
                </a:cubicBezTo>
                <a:lnTo>
                  <a:pt x="111480" y="52415"/>
                </a:lnTo>
                <a:cubicBezTo>
                  <a:pt x="111480" y="52415"/>
                  <a:pt x="111480" y="0"/>
                  <a:pt x="11148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43304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88"/>
        <p:cNvGrpSpPr/>
        <p:nvPr/>
      </p:nvGrpSpPr>
      <p:grpSpPr>
        <a:xfrm>
          <a:off x="0" y="0"/>
          <a:ext cx="0" cy="0"/>
          <a:chOff x="0" y="0"/>
          <a:chExt cx="0" cy="0"/>
        </a:xfrm>
      </p:grpSpPr>
      <p:sp>
        <p:nvSpPr>
          <p:cNvPr id="89" name="Google Shape;89;p16"/>
          <p:cNvSpPr/>
          <p:nvPr/>
        </p:nvSpPr>
        <p:spPr>
          <a:xfrm>
            <a:off x="-94867" y="2152833"/>
            <a:ext cx="12381600" cy="638800"/>
          </a:xfrm>
          <a:prstGeom prst="rect">
            <a:avLst/>
          </a:pr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90" name="Google Shape;90;p16"/>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1" name="Google Shape;91;p16"/>
          <p:cNvSpPr txBox="1">
            <a:spLocks noGrp="1"/>
          </p:cNvSpPr>
          <p:nvPr>
            <p:ph type="subTitle" idx="1"/>
          </p:nvPr>
        </p:nvSpPr>
        <p:spPr>
          <a:xfrm>
            <a:off x="1054984" y="2152833"/>
            <a:ext cx="3137200" cy="638800"/>
          </a:xfrm>
          <a:prstGeom prst="rect">
            <a:avLst/>
          </a:prstGeom>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2" name="Google Shape;92;p16"/>
          <p:cNvSpPr txBox="1">
            <a:spLocks noGrp="1"/>
          </p:cNvSpPr>
          <p:nvPr>
            <p:ph type="subTitle" idx="2"/>
          </p:nvPr>
        </p:nvSpPr>
        <p:spPr>
          <a:xfrm>
            <a:off x="1055067" y="5078400"/>
            <a:ext cx="3137200" cy="10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93" name="Google Shape;93;p16"/>
          <p:cNvSpPr txBox="1">
            <a:spLocks noGrp="1"/>
          </p:cNvSpPr>
          <p:nvPr>
            <p:ph type="subTitle" idx="3"/>
          </p:nvPr>
        </p:nvSpPr>
        <p:spPr>
          <a:xfrm>
            <a:off x="4527400" y="2152833"/>
            <a:ext cx="3137200" cy="638800"/>
          </a:xfrm>
          <a:prstGeom prst="rect">
            <a:avLst/>
          </a:prstGeom>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4" name="Google Shape;94;p16"/>
          <p:cNvSpPr txBox="1">
            <a:spLocks noGrp="1"/>
          </p:cNvSpPr>
          <p:nvPr>
            <p:ph type="subTitle" idx="4"/>
          </p:nvPr>
        </p:nvSpPr>
        <p:spPr>
          <a:xfrm>
            <a:off x="4527400" y="5078400"/>
            <a:ext cx="3137200" cy="10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95" name="Google Shape;95;p16"/>
          <p:cNvSpPr txBox="1">
            <a:spLocks noGrp="1"/>
          </p:cNvSpPr>
          <p:nvPr>
            <p:ph type="subTitle" idx="5"/>
          </p:nvPr>
        </p:nvSpPr>
        <p:spPr>
          <a:xfrm>
            <a:off x="7999817" y="2152833"/>
            <a:ext cx="3137200" cy="638800"/>
          </a:xfrm>
          <a:prstGeom prst="rect">
            <a:avLst/>
          </a:prstGeom>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6" name="Google Shape;96;p16"/>
          <p:cNvSpPr txBox="1">
            <a:spLocks noGrp="1"/>
          </p:cNvSpPr>
          <p:nvPr>
            <p:ph type="subTitle" idx="6"/>
          </p:nvPr>
        </p:nvSpPr>
        <p:spPr>
          <a:xfrm>
            <a:off x="7999837" y="5078400"/>
            <a:ext cx="3137200" cy="10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60330908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9" name="Google Shape;99;p17"/>
          <p:cNvSpPr txBox="1">
            <a:spLocks noGrp="1"/>
          </p:cNvSpPr>
          <p:nvPr>
            <p:ph type="subTitle" idx="1"/>
          </p:nvPr>
        </p:nvSpPr>
        <p:spPr>
          <a:xfrm>
            <a:off x="3687100" y="1898733"/>
            <a:ext cx="3104800" cy="2838800"/>
          </a:xfrm>
          <a:prstGeom prst="rect">
            <a:avLst/>
          </a:prstGeom>
        </p:spPr>
        <p:txBody>
          <a:bodyPr spcFirstLastPara="1" wrap="square" lIns="91425" tIns="91425" rIns="91425" bIns="91425" anchor="t" anchorCtr="0">
            <a:noAutofit/>
          </a:bodyPr>
          <a:lstStyle>
            <a:lvl1pPr marL="0" marR="0" lvl="0" indent="-76198" rtl="0">
              <a:lnSpc>
                <a:spcPct val="100000"/>
              </a:lnSpc>
              <a:spcBef>
                <a:spcPts val="0"/>
              </a:spcBef>
              <a:spcAft>
                <a:spcPts val="0"/>
              </a:spcAft>
              <a:buSzPts val="900"/>
              <a:buFont typeface="Pompiere"/>
              <a:buChar char="❏"/>
              <a:defRPr sz="2667">
                <a:latin typeface="Pompiere"/>
                <a:ea typeface="Pompiere"/>
                <a:cs typeface="Pompiere"/>
                <a:sym typeface="Pompiere"/>
              </a:defRPr>
            </a:lvl1pPr>
            <a:lvl2pPr lvl="1" algn="ctr" rtl="0">
              <a:lnSpc>
                <a:spcPct val="100000"/>
              </a:lnSpc>
              <a:spcBef>
                <a:spcPts val="0"/>
              </a:spcBef>
              <a:spcAft>
                <a:spcPts val="0"/>
              </a:spcAft>
              <a:buSzPts val="2100"/>
              <a:buChar char="❏"/>
              <a:defRPr sz="2800"/>
            </a:lvl2pPr>
            <a:lvl3pPr lvl="2" algn="ctr" rtl="0">
              <a:lnSpc>
                <a:spcPct val="100000"/>
              </a:lnSpc>
              <a:spcBef>
                <a:spcPts val="0"/>
              </a:spcBef>
              <a:spcAft>
                <a:spcPts val="0"/>
              </a:spcAft>
              <a:buSzPts val="2100"/>
              <a:buChar char="❏"/>
              <a:defRPr sz="2800"/>
            </a:lvl3pPr>
            <a:lvl4pPr lvl="3" algn="ctr" rtl="0">
              <a:lnSpc>
                <a:spcPct val="100000"/>
              </a:lnSpc>
              <a:spcBef>
                <a:spcPts val="0"/>
              </a:spcBef>
              <a:spcAft>
                <a:spcPts val="0"/>
              </a:spcAft>
              <a:buSzPts val="2100"/>
              <a:buChar char="❏"/>
              <a:defRPr sz="2800"/>
            </a:lvl4pPr>
            <a:lvl5pPr lvl="4" algn="ctr" rtl="0">
              <a:lnSpc>
                <a:spcPct val="100000"/>
              </a:lnSpc>
              <a:spcBef>
                <a:spcPts val="0"/>
              </a:spcBef>
              <a:spcAft>
                <a:spcPts val="0"/>
              </a:spcAft>
              <a:buSzPts val="2100"/>
              <a:buChar char="❏"/>
              <a:defRPr sz="2800"/>
            </a:lvl5pPr>
            <a:lvl6pPr lvl="5" algn="ctr" rtl="0">
              <a:lnSpc>
                <a:spcPct val="100000"/>
              </a:lnSpc>
              <a:spcBef>
                <a:spcPts val="0"/>
              </a:spcBef>
              <a:spcAft>
                <a:spcPts val="0"/>
              </a:spcAft>
              <a:buSzPts val="2100"/>
              <a:buChar char="❏"/>
              <a:defRPr sz="2800"/>
            </a:lvl6pPr>
            <a:lvl7pPr lvl="6" algn="ctr" rtl="0">
              <a:lnSpc>
                <a:spcPct val="100000"/>
              </a:lnSpc>
              <a:spcBef>
                <a:spcPts val="0"/>
              </a:spcBef>
              <a:spcAft>
                <a:spcPts val="0"/>
              </a:spcAft>
              <a:buSzPts val="2100"/>
              <a:buChar char="❏"/>
              <a:defRPr sz="2800"/>
            </a:lvl7pPr>
            <a:lvl8pPr lvl="7" algn="ctr" rtl="0">
              <a:lnSpc>
                <a:spcPct val="100000"/>
              </a:lnSpc>
              <a:spcBef>
                <a:spcPts val="0"/>
              </a:spcBef>
              <a:spcAft>
                <a:spcPts val="0"/>
              </a:spcAft>
              <a:buSzPts val="2100"/>
              <a:buChar char="❏"/>
              <a:defRPr sz="2800"/>
            </a:lvl8pPr>
            <a:lvl9pPr lvl="8" algn="ctr" rtl="0">
              <a:lnSpc>
                <a:spcPct val="100000"/>
              </a:lnSpc>
              <a:spcBef>
                <a:spcPts val="0"/>
              </a:spcBef>
              <a:spcAft>
                <a:spcPts val="0"/>
              </a:spcAft>
              <a:buSzPts val="2100"/>
              <a:buChar char="❏"/>
              <a:defRPr sz="2800"/>
            </a:lvl9pPr>
          </a:lstStyle>
          <a:p>
            <a:endParaRPr/>
          </a:p>
        </p:txBody>
      </p:sp>
      <p:sp>
        <p:nvSpPr>
          <p:cNvPr id="100" name="Google Shape;100;p17"/>
          <p:cNvSpPr txBox="1">
            <a:spLocks noGrp="1"/>
          </p:cNvSpPr>
          <p:nvPr>
            <p:ph type="subTitle" idx="2"/>
          </p:nvPr>
        </p:nvSpPr>
        <p:spPr>
          <a:xfrm>
            <a:off x="7460233" y="1898733"/>
            <a:ext cx="2740800" cy="4272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1" name="Google Shape;101;p17"/>
          <p:cNvSpPr txBox="1">
            <a:spLocks noGrp="1"/>
          </p:cNvSpPr>
          <p:nvPr>
            <p:ph type="subTitle" idx="3"/>
          </p:nvPr>
        </p:nvSpPr>
        <p:spPr>
          <a:xfrm>
            <a:off x="7460400" y="2375933"/>
            <a:ext cx="2740800" cy="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02" name="Google Shape;102;p17"/>
          <p:cNvSpPr txBox="1">
            <a:spLocks noGrp="1"/>
          </p:cNvSpPr>
          <p:nvPr>
            <p:ph type="subTitle" idx="4"/>
          </p:nvPr>
        </p:nvSpPr>
        <p:spPr>
          <a:xfrm>
            <a:off x="7460233" y="3397567"/>
            <a:ext cx="2740800" cy="4272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3" name="Google Shape;103;p17"/>
          <p:cNvSpPr txBox="1">
            <a:spLocks noGrp="1"/>
          </p:cNvSpPr>
          <p:nvPr>
            <p:ph type="subTitle" idx="5"/>
          </p:nvPr>
        </p:nvSpPr>
        <p:spPr>
          <a:xfrm>
            <a:off x="7460400" y="3874767"/>
            <a:ext cx="2740800" cy="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04" name="Google Shape;104;p17"/>
          <p:cNvSpPr txBox="1">
            <a:spLocks noGrp="1"/>
          </p:cNvSpPr>
          <p:nvPr>
            <p:ph type="subTitle" idx="6"/>
          </p:nvPr>
        </p:nvSpPr>
        <p:spPr>
          <a:xfrm>
            <a:off x="7460233" y="4896400"/>
            <a:ext cx="2740800" cy="4272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5" name="Google Shape;105;p17"/>
          <p:cNvSpPr txBox="1">
            <a:spLocks noGrp="1"/>
          </p:cNvSpPr>
          <p:nvPr>
            <p:ph type="subTitle" idx="7"/>
          </p:nvPr>
        </p:nvSpPr>
        <p:spPr>
          <a:xfrm>
            <a:off x="7460400" y="5373600"/>
            <a:ext cx="2740800" cy="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06" name="Google Shape;106;p17"/>
          <p:cNvSpPr/>
          <p:nvPr/>
        </p:nvSpPr>
        <p:spPr>
          <a:xfrm>
            <a:off x="311" y="3676481"/>
            <a:ext cx="4676821" cy="3180984"/>
          </a:xfrm>
          <a:custGeom>
            <a:avLst/>
            <a:gdLst/>
            <a:ahLst/>
            <a:cxnLst/>
            <a:rect l="l" t="t" r="r" b="b"/>
            <a:pathLst>
              <a:path w="109442" h="74438" extrusionOk="0">
                <a:moveTo>
                  <a:pt x="0" y="6768"/>
                </a:moveTo>
                <a:cubicBezTo>
                  <a:pt x="0" y="6768"/>
                  <a:pt x="11362" y="1"/>
                  <a:pt x="18430" y="12415"/>
                </a:cubicBezTo>
                <a:cubicBezTo>
                  <a:pt x="31512" y="35389"/>
                  <a:pt x="54604" y="30761"/>
                  <a:pt x="73000" y="33301"/>
                </a:cubicBezTo>
                <a:cubicBezTo>
                  <a:pt x="82106" y="34554"/>
                  <a:pt x="95857" y="41655"/>
                  <a:pt x="100736" y="53551"/>
                </a:cubicBezTo>
                <a:cubicBezTo>
                  <a:pt x="102858" y="58714"/>
                  <a:pt x="109441" y="74337"/>
                  <a:pt x="109441" y="74337"/>
                </a:cubicBezTo>
                <a:lnTo>
                  <a:pt x="0" y="74437"/>
                </a:ln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07" name="Google Shape;107;p17"/>
          <p:cNvSpPr/>
          <p:nvPr/>
        </p:nvSpPr>
        <p:spPr>
          <a:xfrm>
            <a:off x="10460576" y="-1362"/>
            <a:ext cx="1731512" cy="5525036"/>
          </a:xfrm>
          <a:custGeom>
            <a:avLst/>
            <a:gdLst/>
            <a:ahLst/>
            <a:cxnLst/>
            <a:rect l="l" t="t" r="r" b="b"/>
            <a:pathLst>
              <a:path w="40519" h="129291" extrusionOk="0">
                <a:moveTo>
                  <a:pt x="6484" y="0"/>
                </a:moveTo>
                <a:cubicBezTo>
                  <a:pt x="6484" y="0"/>
                  <a:pt x="1" y="14202"/>
                  <a:pt x="14420" y="37811"/>
                </a:cubicBezTo>
                <a:cubicBezTo>
                  <a:pt x="28823" y="61404"/>
                  <a:pt x="19215" y="82289"/>
                  <a:pt x="19215" y="82289"/>
                </a:cubicBezTo>
                <a:cubicBezTo>
                  <a:pt x="19215" y="82289"/>
                  <a:pt x="5013" y="115506"/>
                  <a:pt x="40519" y="129291"/>
                </a:cubicBezTo>
                <a:lnTo>
                  <a:pt x="40519" y="0"/>
                </a:ln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839096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108"/>
        <p:cNvGrpSpPr/>
        <p:nvPr/>
      </p:nvGrpSpPr>
      <p:grpSpPr>
        <a:xfrm>
          <a:off x="0" y="0"/>
          <a:ext cx="0" cy="0"/>
          <a:chOff x="0" y="0"/>
          <a:chExt cx="0" cy="0"/>
        </a:xfrm>
      </p:grpSpPr>
      <p:sp>
        <p:nvSpPr>
          <p:cNvPr id="109" name="Google Shape;109;p18"/>
          <p:cNvSpPr/>
          <p:nvPr/>
        </p:nvSpPr>
        <p:spPr>
          <a:xfrm>
            <a:off x="47" y="165"/>
            <a:ext cx="3261664" cy="2008552"/>
          </a:xfrm>
          <a:custGeom>
            <a:avLst/>
            <a:gdLst/>
            <a:ahLst/>
            <a:cxnLst/>
            <a:rect l="l" t="t" r="r" b="b"/>
            <a:pathLst>
              <a:path w="76326" h="47002" extrusionOk="0">
                <a:moveTo>
                  <a:pt x="0" y="46985"/>
                </a:moveTo>
                <a:cubicBezTo>
                  <a:pt x="5464" y="46834"/>
                  <a:pt x="14737" y="44228"/>
                  <a:pt x="19750" y="29574"/>
                </a:cubicBezTo>
                <a:cubicBezTo>
                  <a:pt x="27168" y="7920"/>
                  <a:pt x="53100" y="14620"/>
                  <a:pt x="53100" y="14620"/>
                </a:cubicBezTo>
                <a:cubicBezTo>
                  <a:pt x="53100" y="14620"/>
                  <a:pt x="76325" y="16057"/>
                  <a:pt x="71997" y="0"/>
                </a:cubicBezTo>
                <a:lnTo>
                  <a:pt x="0" y="0"/>
                </a:lnTo>
                <a:cubicBezTo>
                  <a:pt x="0" y="0"/>
                  <a:pt x="0" y="47001"/>
                  <a:pt x="0" y="46985"/>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10" name="Google Shape;110;p18"/>
          <p:cNvSpPr/>
          <p:nvPr/>
        </p:nvSpPr>
        <p:spPr>
          <a:xfrm>
            <a:off x="10158317" y="166"/>
            <a:ext cx="2033551" cy="3203804"/>
          </a:xfrm>
          <a:custGeom>
            <a:avLst/>
            <a:gdLst/>
            <a:ahLst/>
            <a:cxnLst/>
            <a:rect l="l" t="t" r="r" b="b"/>
            <a:pathLst>
              <a:path w="47587" h="74972" extrusionOk="0">
                <a:moveTo>
                  <a:pt x="0" y="0"/>
                </a:moveTo>
                <a:cubicBezTo>
                  <a:pt x="150" y="5364"/>
                  <a:pt x="2790" y="14470"/>
                  <a:pt x="17644" y="19399"/>
                </a:cubicBezTo>
                <a:cubicBezTo>
                  <a:pt x="39583" y="26684"/>
                  <a:pt x="32799" y="52164"/>
                  <a:pt x="32799" y="52164"/>
                </a:cubicBezTo>
                <a:cubicBezTo>
                  <a:pt x="32799" y="52164"/>
                  <a:pt x="31329" y="74971"/>
                  <a:pt x="47586" y="70727"/>
                </a:cubicBezTo>
                <a:lnTo>
                  <a:pt x="47586" y="0"/>
                </a:lnTo>
                <a:cubicBezTo>
                  <a:pt x="47586" y="0"/>
                  <a:pt x="0" y="0"/>
                  <a:pt x="0"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11" name="Google Shape;111;p18"/>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12" name="Google Shape;112;p18"/>
          <p:cNvSpPr txBox="1">
            <a:spLocks noGrp="1"/>
          </p:cNvSpPr>
          <p:nvPr>
            <p:ph type="subTitle" idx="1"/>
          </p:nvPr>
        </p:nvSpPr>
        <p:spPr>
          <a:xfrm>
            <a:off x="4275567" y="2278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3" name="Google Shape;113;p18"/>
          <p:cNvSpPr txBox="1">
            <a:spLocks noGrp="1"/>
          </p:cNvSpPr>
          <p:nvPr>
            <p:ph type="subTitle" idx="2"/>
          </p:nvPr>
        </p:nvSpPr>
        <p:spPr>
          <a:xfrm>
            <a:off x="4275567" y="2584300"/>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4" name="Google Shape;114;p18"/>
          <p:cNvSpPr txBox="1">
            <a:spLocks noGrp="1"/>
          </p:cNvSpPr>
          <p:nvPr>
            <p:ph type="subTitle" idx="3"/>
          </p:nvPr>
        </p:nvSpPr>
        <p:spPr>
          <a:xfrm>
            <a:off x="7652624" y="2278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5" name="Google Shape;115;p18"/>
          <p:cNvSpPr txBox="1">
            <a:spLocks noGrp="1"/>
          </p:cNvSpPr>
          <p:nvPr>
            <p:ph type="subTitle" idx="4"/>
          </p:nvPr>
        </p:nvSpPr>
        <p:spPr>
          <a:xfrm>
            <a:off x="7652633" y="2584400"/>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6" name="Google Shape;116;p18"/>
          <p:cNvSpPr txBox="1">
            <a:spLocks noGrp="1"/>
          </p:cNvSpPr>
          <p:nvPr>
            <p:ph type="subTitle" idx="5"/>
          </p:nvPr>
        </p:nvSpPr>
        <p:spPr>
          <a:xfrm>
            <a:off x="9172116" y="4573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7" name="Google Shape;117;p18"/>
          <p:cNvSpPr txBox="1">
            <a:spLocks noGrp="1"/>
          </p:cNvSpPr>
          <p:nvPr>
            <p:ph type="subTitle" idx="6"/>
          </p:nvPr>
        </p:nvSpPr>
        <p:spPr>
          <a:xfrm>
            <a:off x="9172101" y="4879433"/>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8" name="Google Shape;118;p18"/>
          <p:cNvSpPr txBox="1">
            <a:spLocks noGrp="1"/>
          </p:cNvSpPr>
          <p:nvPr>
            <p:ph type="subTitle" idx="7"/>
          </p:nvPr>
        </p:nvSpPr>
        <p:spPr>
          <a:xfrm>
            <a:off x="5963408" y="4573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19" name="Google Shape;119;p18"/>
          <p:cNvSpPr txBox="1">
            <a:spLocks noGrp="1"/>
          </p:cNvSpPr>
          <p:nvPr>
            <p:ph type="subTitle" idx="8"/>
          </p:nvPr>
        </p:nvSpPr>
        <p:spPr>
          <a:xfrm>
            <a:off x="5963403" y="4879433"/>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0" name="Google Shape;120;p18"/>
          <p:cNvSpPr txBox="1">
            <a:spLocks noGrp="1"/>
          </p:cNvSpPr>
          <p:nvPr>
            <p:ph type="subTitle" idx="9"/>
          </p:nvPr>
        </p:nvSpPr>
        <p:spPr>
          <a:xfrm>
            <a:off x="2756096" y="4573400"/>
            <a:ext cx="18564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21" name="Google Shape;121;p18"/>
          <p:cNvSpPr txBox="1">
            <a:spLocks noGrp="1"/>
          </p:cNvSpPr>
          <p:nvPr>
            <p:ph type="subTitle" idx="13"/>
          </p:nvPr>
        </p:nvSpPr>
        <p:spPr>
          <a:xfrm>
            <a:off x="2756100" y="4879433"/>
            <a:ext cx="1856400" cy="11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2" name="Google Shape;122;p18"/>
          <p:cNvSpPr txBox="1">
            <a:spLocks noGrp="1"/>
          </p:cNvSpPr>
          <p:nvPr>
            <p:ph type="title" idx="14" hasCustomPrompt="1"/>
          </p:nvPr>
        </p:nvSpPr>
        <p:spPr>
          <a:xfrm>
            <a:off x="2683100" y="2671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3" name="Google Shape;123;p18"/>
          <p:cNvSpPr txBox="1">
            <a:spLocks noGrp="1"/>
          </p:cNvSpPr>
          <p:nvPr>
            <p:ph type="title" idx="15" hasCustomPrompt="1"/>
          </p:nvPr>
        </p:nvSpPr>
        <p:spPr>
          <a:xfrm>
            <a:off x="6060165" y="2671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4" name="Google Shape;124;p18"/>
          <p:cNvSpPr txBox="1">
            <a:spLocks noGrp="1"/>
          </p:cNvSpPr>
          <p:nvPr>
            <p:ph type="title" idx="16" hasCustomPrompt="1"/>
          </p:nvPr>
        </p:nvSpPr>
        <p:spPr>
          <a:xfrm>
            <a:off x="7579635" y="4966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5" name="Google Shape;125;p18"/>
          <p:cNvSpPr txBox="1">
            <a:spLocks noGrp="1"/>
          </p:cNvSpPr>
          <p:nvPr>
            <p:ph type="title" idx="17" hasCustomPrompt="1"/>
          </p:nvPr>
        </p:nvSpPr>
        <p:spPr>
          <a:xfrm>
            <a:off x="4370933" y="4966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
        <p:nvSpPr>
          <p:cNvPr id="126" name="Google Shape;126;p18"/>
          <p:cNvSpPr txBox="1">
            <a:spLocks noGrp="1"/>
          </p:cNvSpPr>
          <p:nvPr>
            <p:ph type="title" idx="18" hasCustomPrompt="1"/>
          </p:nvPr>
        </p:nvSpPr>
        <p:spPr>
          <a:xfrm>
            <a:off x="1163500" y="4966233"/>
            <a:ext cx="14288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3500"/>
              <a:buNone/>
              <a:defRPr>
                <a:solidFill>
                  <a:srgbClr val="FFFFF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t>xx%</a:t>
            </a:r>
          </a:p>
        </p:txBody>
      </p:sp>
    </p:spTree>
    <p:extLst>
      <p:ext uri="{BB962C8B-B14F-4D97-AF65-F5344CB8AC3E}">
        <p14:creationId xmlns:p14="http://schemas.microsoft.com/office/powerpoint/2010/main" val="270099954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and Five columns 2">
  <p:cSld name="Title and Five columns 2">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29" name="Google Shape;129;p19"/>
          <p:cNvSpPr txBox="1">
            <a:spLocks noGrp="1"/>
          </p:cNvSpPr>
          <p:nvPr>
            <p:ph type="subTitle" idx="1"/>
          </p:nvPr>
        </p:nvSpPr>
        <p:spPr>
          <a:xfrm>
            <a:off x="5120200" y="1935833"/>
            <a:ext cx="19520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0" name="Google Shape;130;p19"/>
          <p:cNvSpPr txBox="1">
            <a:spLocks noGrp="1"/>
          </p:cNvSpPr>
          <p:nvPr>
            <p:ph type="title" idx="2" hasCustomPrompt="1"/>
          </p:nvPr>
        </p:nvSpPr>
        <p:spPr>
          <a:xfrm>
            <a:off x="5120200" y="4284333"/>
            <a:ext cx="19520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31" name="Google Shape;131;p19"/>
          <p:cNvSpPr txBox="1">
            <a:spLocks noGrp="1"/>
          </p:cNvSpPr>
          <p:nvPr>
            <p:ph type="subTitle" idx="3"/>
          </p:nvPr>
        </p:nvSpPr>
        <p:spPr>
          <a:xfrm>
            <a:off x="5119900"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32" name="Google Shape;132;p19"/>
          <p:cNvSpPr txBox="1">
            <a:spLocks noGrp="1"/>
          </p:cNvSpPr>
          <p:nvPr>
            <p:ph type="subTitle" idx="4"/>
          </p:nvPr>
        </p:nvSpPr>
        <p:spPr>
          <a:xfrm>
            <a:off x="9280000" y="1935833"/>
            <a:ext cx="19520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3" name="Google Shape;133;p19"/>
          <p:cNvSpPr txBox="1">
            <a:spLocks noGrp="1"/>
          </p:cNvSpPr>
          <p:nvPr>
            <p:ph type="title" idx="5" hasCustomPrompt="1"/>
          </p:nvPr>
        </p:nvSpPr>
        <p:spPr>
          <a:xfrm>
            <a:off x="9280000" y="4284333"/>
            <a:ext cx="19520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34" name="Google Shape;134;p19"/>
          <p:cNvSpPr txBox="1">
            <a:spLocks noGrp="1"/>
          </p:cNvSpPr>
          <p:nvPr>
            <p:ph type="subTitle" idx="6"/>
          </p:nvPr>
        </p:nvSpPr>
        <p:spPr>
          <a:xfrm>
            <a:off x="9280000"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35" name="Google Shape;135;p19"/>
          <p:cNvSpPr txBox="1">
            <a:spLocks noGrp="1"/>
          </p:cNvSpPr>
          <p:nvPr>
            <p:ph type="subTitle" idx="7"/>
          </p:nvPr>
        </p:nvSpPr>
        <p:spPr>
          <a:xfrm>
            <a:off x="7200100" y="1935833"/>
            <a:ext cx="19520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6" name="Google Shape;136;p19"/>
          <p:cNvSpPr txBox="1">
            <a:spLocks noGrp="1"/>
          </p:cNvSpPr>
          <p:nvPr>
            <p:ph type="title" idx="8" hasCustomPrompt="1"/>
          </p:nvPr>
        </p:nvSpPr>
        <p:spPr>
          <a:xfrm>
            <a:off x="7200100" y="4284333"/>
            <a:ext cx="19520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37" name="Google Shape;137;p19"/>
          <p:cNvSpPr txBox="1">
            <a:spLocks noGrp="1"/>
          </p:cNvSpPr>
          <p:nvPr>
            <p:ph type="subTitle" idx="9"/>
          </p:nvPr>
        </p:nvSpPr>
        <p:spPr>
          <a:xfrm>
            <a:off x="7199951"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38" name="Google Shape;138;p19"/>
          <p:cNvSpPr txBox="1">
            <a:spLocks noGrp="1"/>
          </p:cNvSpPr>
          <p:nvPr>
            <p:ph type="subTitle" idx="13"/>
          </p:nvPr>
        </p:nvSpPr>
        <p:spPr>
          <a:xfrm>
            <a:off x="3039900" y="1935833"/>
            <a:ext cx="19524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39" name="Google Shape;139;p19"/>
          <p:cNvSpPr txBox="1">
            <a:spLocks noGrp="1"/>
          </p:cNvSpPr>
          <p:nvPr>
            <p:ph type="title" idx="14" hasCustomPrompt="1"/>
          </p:nvPr>
        </p:nvSpPr>
        <p:spPr>
          <a:xfrm>
            <a:off x="3039900" y="4284333"/>
            <a:ext cx="19524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40" name="Google Shape;140;p19"/>
          <p:cNvSpPr txBox="1">
            <a:spLocks noGrp="1"/>
          </p:cNvSpPr>
          <p:nvPr>
            <p:ph type="subTitle" idx="15"/>
          </p:nvPr>
        </p:nvSpPr>
        <p:spPr>
          <a:xfrm>
            <a:off x="3039851"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41" name="Google Shape;141;p19"/>
          <p:cNvSpPr txBox="1">
            <a:spLocks noGrp="1"/>
          </p:cNvSpPr>
          <p:nvPr>
            <p:ph type="subTitle" idx="16"/>
          </p:nvPr>
        </p:nvSpPr>
        <p:spPr>
          <a:xfrm>
            <a:off x="959600" y="1935833"/>
            <a:ext cx="1952400" cy="427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42" name="Google Shape;142;p19"/>
          <p:cNvSpPr txBox="1">
            <a:spLocks noGrp="1"/>
          </p:cNvSpPr>
          <p:nvPr>
            <p:ph type="title" idx="17" hasCustomPrompt="1"/>
          </p:nvPr>
        </p:nvSpPr>
        <p:spPr>
          <a:xfrm>
            <a:off x="959600" y="4284333"/>
            <a:ext cx="1952400" cy="468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None/>
              <a:defRPr sz="2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43" name="Google Shape;143;p19"/>
          <p:cNvSpPr txBox="1">
            <a:spLocks noGrp="1"/>
          </p:cNvSpPr>
          <p:nvPr>
            <p:ph type="subTitle" idx="18"/>
          </p:nvPr>
        </p:nvSpPr>
        <p:spPr>
          <a:xfrm>
            <a:off x="959800" y="4763467"/>
            <a:ext cx="1952000" cy="12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6221069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44"/>
        <p:cNvGrpSpPr/>
        <p:nvPr/>
      </p:nvGrpSpPr>
      <p:grpSpPr>
        <a:xfrm>
          <a:off x="0" y="0"/>
          <a:ext cx="0" cy="0"/>
          <a:chOff x="0" y="0"/>
          <a:chExt cx="0" cy="0"/>
        </a:xfrm>
      </p:grpSpPr>
      <p:sp>
        <p:nvSpPr>
          <p:cNvPr id="145" name="Google Shape;145;p20"/>
          <p:cNvSpPr txBox="1">
            <a:spLocks noGrp="1"/>
          </p:cNvSpPr>
          <p:nvPr>
            <p:ph type="title"/>
          </p:nvPr>
        </p:nvSpPr>
        <p:spPr>
          <a:xfrm>
            <a:off x="7257600" y="2356800"/>
            <a:ext cx="3974400" cy="1083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6" name="Google Shape;146;p20"/>
          <p:cNvSpPr txBox="1">
            <a:spLocks noGrp="1"/>
          </p:cNvSpPr>
          <p:nvPr>
            <p:ph type="subTitle" idx="1"/>
          </p:nvPr>
        </p:nvSpPr>
        <p:spPr>
          <a:xfrm>
            <a:off x="7257400" y="3429000"/>
            <a:ext cx="3974400" cy="27056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sz="1333"/>
            </a:lvl1pPr>
            <a:lvl2pPr lvl="1" rtl="0">
              <a:lnSpc>
                <a:spcPct val="100000"/>
              </a:lnSpc>
              <a:spcBef>
                <a:spcPts val="2133"/>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47" name="Google Shape;147;p20"/>
          <p:cNvSpPr/>
          <p:nvPr/>
        </p:nvSpPr>
        <p:spPr>
          <a:xfrm>
            <a:off x="0" y="817508"/>
            <a:ext cx="6490400" cy="6052000"/>
          </a:xfrm>
          <a:custGeom>
            <a:avLst/>
            <a:gdLst/>
            <a:ahLst/>
            <a:cxnLst/>
            <a:rect l="l" t="t" r="r" b="b"/>
            <a:pathLst>
              <a:path w="194712" h="181560" extrusionOk="0">
                <a:moveTo>
                  <a:pt x="106727" y="133"/>
                </a:moveTo>
                <a:cubicBezTo>
                  <a:pt x="126954" y="1419"/>
                  <a:pt x="145341" y="13241"/>
                  <a:pt x="158826" y="28390"/>
                </a:cubicBezTo>
                <a:cubicBezTo>
                  <a:pt x="164814" y="35110"/>
                  <a:pt x="170004" y="42518"/>
                  <a:pt x="174706" y="50214"/>
                </a:cubicBezTo>
                <a:cubicBezTo>
                  <a:pt x="184665" y="66538"/>
                  <a:pt x="191584" y="81287"/>
                  <a:pt x="193314" y="100450"/>
                </a:cubicBezTo>
                <a:cubicBezTo>
                  <a:pt x="194712" y="116109"/>
                  <a:pt x="192871" y="131922"/>
                  <a:pt x="188235" y="146916"/>
                </a:cubicBezTo>
                <a:cubicBezTo>
                  <a:pt x="184842" y="157894"/>
                  <a:pt x="180051" y="168407"/>
                  <a:pt x="173974" y="178188"/>
                </a:cubicBezTo>
                <a:cubicBezTo>
                  <a:pt x="173708" y="178610"/>
                  <a:pt x="172111" y="181427"/>
                  <a:pt x="172111" y="181427"/>
                </a:cubicBezTo>
                <a:lnTo>
                  <a:pt x="0" y="181560"/>
                </a:lnTo>
                <a:lnTo>
                  <a:pt x="155" y="27635"/>
                </a:lnTo>
                <a:cubicBezTo>
                  <a:pt x="155" y="27635"/>
                  <a:pt x="14394" y="23266"/>
                  <a:pt x="21580" y="21115"/>
                </a:cubicBezTo>
                <a:cubicBezTo>
                  <a:pt x="35820" y="16878"/>
                  <a:pt x="50103" y="12465"/>
                  <a:pt x="64298" y="7962"/>
                </a:cubicBezTo>
                <a:cubicBezTo>
                  <a:pt x="76851" y="4014"/>
                  <a:pt x="89715" y="0"/>
                  <a:pt x="102801" y="0"/>
                </a:cubicBezTo>
                <a:cubicBezTo>
                  <a:pt x="104109" y="0"/>
                  <a:pt x="105418" y="44"/>
                  <a:pt x="106727" y="133"/>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7391129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50" name="Google Shape;150;p21"/>
          <p:cNvSpPr txBox="1">
            <a:spLocks noGrp="1"/>
          </p:cNvSpPr>
          <p:nvPr>
            <p:ph type="subTitle" idx="1"/>
          </p:nvPr>
        </p:nvSpPr>
        <p:spPr>
          <a:xfrm>
            <a:off x="4640433" y="2105800"/>
            <a:ext cx="3799600" cy="8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51" name="Google Shape;151;p21"/>
          <p:cNvSpPr txBox="1">
            <a:spLocks noGrp="1"/>
          </p:cNvSpPr>
          <p:nvPr>
            <p:ph type="subTitle" idx="2"/>
          </p:nvPr>
        </p:nvSpPr>
        <p:spPr>
          <a:xfrm>
            <a:off x="8626067" y="2101633"/>
            <a:ext cx="2606000" cy="855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52" name="Google Shape;152;p21"/>
          <p:cNvSpPr/>
          <p:nvPr/>
        </p:nvSpPr>
        <p:spPr>
          <a:xfrm>
            <a:off x="1267" y="2918167"/>
            <a:ext cx="3979603" cy="3936381"/>
          </a:xfrm>
          <a:custGeom>
            <a:avLst/>
            <a:gdLst/>
            <a:ahLst/>
            <a:cxnLst/>
            <a:rect l="l" t="t" r="r" b="b"/>
            <a:pathLst>
              <a:path w="95457" h="92115" extrusionOk="0">
                <a:moveTo>
                  <a:pt x="0" y="17"/>
                </a:moveTo>
                <a:cubicBezTo>
                  <a:pt x="7235" y="317"/>
                  <a:pt x="19533" y="5414"/>
                  <a:pt x="26183" y="34169"/>
                </a:cubicBezTo>
                <a:cubicBezTo>
                  <a:pt x="33869" y="67319"/>
                  <a:pt x="55974" y="71780"/>
                  <a:pt x="65281" y="72147"/>
                </a:cubicBezTo>
                <a:cubicBezTo>
                  <a:pt x="70728" y="72365"/>
                  <a:pt x="76091" y="73551"/>
                  <a:pt x="80953" y="75840"/>
                </a:cubicBezTo>
                <a:cubicBezTo>
                  <a:pt x="87369" y="78864"/>
                  <a:pt x="94303" y="83960"/>
                  <a:pt x="95456" y="92114"/>
                </a:cubicBezTo>
                <a:lnTo>
                  <a:pt x="0" y="92114"/>
                </a:lnTo>
                <a:cubicBezTo>
                  <a:pt x="0" y="92114"/>
                  <a:pt x="0" y="0"/>
                  <a:pt x="0" y="17"/>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53" name="Google Shape;153;p21"/>
          <p:cNvSpPr txBox="1">
            <a:spLocks noGrp="1"/>
          </p:cNvSpPr>
          <p:nvPr>
            <p:ph type="subTitle" idx="3"/>
          </p:nvPr>
        </p:nvSpPr>
        <p:spPr>
          <a:xfrm>
            <a:off x="4640433" y="3506612"/>
            <a:ext cx="3799600" cy="8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54" name="Google Shape;154;p21"/>
          <p:cNvSpPr txBox="1">
            <a:spLocks noGrp="1"/>
          </p:cNvSpPr>
          <p:nvPr>
            <p:ph type="subTitle" idx="4"/>
          </p:nvPr>
        </p:nvSpPr>
        <p:spPr>
          <a:xfrm>
            <a:off x="8626067" y="3508717"/>
            <a:ext cx="2606000" cy="855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55" name="Google Shape;155;p21"/>
          <p:cNvSpPr txBox="1">
            <a:spLocks noGrp="1"/>
          </p:cNvSpPr>
          <p:nvPr>
            <p:ph type="subTitle" idx="5"/>
          </p:nvPr>
        </p:nvSpPr>
        <p:spPr>
          <a:xfrm>
            <a:off x="4640433" y="4917933"/>
            <a:ext cx="3799600" cy="8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467"/>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56" name="Google Shape;156;p21"/>
          <p:cNvSpPr txBox="1">
            <a:spLocks noGrp="1"/>
          </p:cNvSpPr>
          <p:nvPr>
            <p:ph type="subTitle" idx="6"/>
          </p:nvPr>
        </p:nvSpPr>
        <p:spPr>
          <a:xfrm>
            <a:off x="8626067" y="4917967"/>
            <a:ext cx="2606000" cy="855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101478228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157"/>
        <p:cNvGrpSpPr/>
        <p:nvPr/>
      </p:nvGrpSpPr>
      <p:grpSpPr>
        <a:xfrm>
          <a:off x="0" y="0"/>
          <a:ext cx="0" cy="0"/>
          <a:chOff x="0" y="0"/>
          <a:chExt cx="0" cy="0"/>
        </a:xfrm>
      </p:grpSpPr>
      <p:sp>
        <p:nvSpPr>
          <p:cNvPr id="158" name="Google Shape;158;p22"/>
          <p:cNvSpPr/>
          <p:nvPr/>
        </p:nvSpPr>
        <p:spPr>
          <a:xfrm>
            <a:off x="-1131" y="2232243"/>
            <a:ext cx="7211549" cy="821164"/>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59" name="Google Shape;159;p22"/>
          <p:cNvSpPr/>
          <p:nvPr/>
        </p:nvSpPr>
        <p:spPr>
          <a:xfrm>
            <a:off x="-1131" y="3401327"/>
            <a:ext cx="7211549" cy="821164"/>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60" name="Google Shape;160;p22"/>
          <p:cNvSpPr/>
          <p:nvPr/>
        </p:nvSpPr>
        <p:spPr>
          <a:xfrm>
            <a:off x="-1131" y="4570194"/>
            <a:ext cx="7211549" cy="821164"/>
          </a:xfrm>
          <a:custGeom>
            <a:avLst/>
            <a:gdLst/>
            <a:ahLst/>
            <a:cxnLst/>
            <a:rect l="l" t="t" r="r" b="b"/>
            <a:pathLst>
              <a:path w="168757" h="19216" extrusionOk="0">
                <a:moveTo>
                  <a:pt x="0" y="1"/>
                </a:moveTo>
                <a:lnTo>
                  <a:pt x="168757" y="1"/>
                </a:lnTo>
                <a:lnTo>
                  <a:pt x="168757" y="19216"/>
                </a:lnTo>
                <a:lnTo>
                  <a:pt x="0" y="19216"/>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61" name="Google Shape;161;p22"/>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62" name="Google Shape;162;p22"/>
          <p:cNvSpPr txBox="1">
            <a:spLocks noGrp="1"/>
          </p:cNvSpPr>
          <p:nvPr>
            <p:ph type="title" idx="2" hasCustomPrompt="1"/>
          </p:nvPr>
        </p:nvSpPr>
        <p:spPr>
          <a:xfrm>
            <a:off x="5108400" y="2232400"/>
            <a:ext cx="1992400" cy="8212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63" name="Google Shape;163;p22"/>
          <p:cNvSpPr txBox="1">
            <a:spLocks noGrp="1"/>
          </p:cNvSpPr>
          <p:nvPr>
            <p:ph type="subTitle" idx="1"/>
          </p:nvPr>
        </p:nvSpPr>
        <p:spPr>
          <a:xfrm>
            <a:off x="7257600" y="2232200"/>
            <a:ext cx="3974400" cy="82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4" name="Google Shape;164;p22"/>
          <p:cNvSpPr txBox="1">
            <a:spLocks noGrp="1"/>
          </p:cNvSpPr>
          <p:nvPr>
            <p:ph type="title" idx="3" hasCustomPrompt="1"/>
          </p:nvPr>
        </p:nvSpPr>
        <p:spPr>
          <a:xfrm>
            <a:off x="5108400" y="3401300"/>
            <a:ext cx="1992400" cy="8212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65" name="Google Shape;165;p22"/>
          <p:cNvSpPr txBox="1">
            <a:spLocks noGrp="1"/>
          </p:cNvSpPr>
          <p:nvPr>
            <p:ph type="subTitle" idx="4"/>
          </p:nvPr>
        </p:nvSpPr>
        <p:spPr>
          <a:xfrm>
            <a:off x="7257600" y="3401100"/>
            <a:ext cx="3974400" cy="82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6" name="Google Shape;166;p22"/>
          <p:cNvSpPr txBox="1">
            <a:spLocks noGrp="1"/>
          </p:cNvSpPr>
          <p:nvPr>
            <p:ph type="title" idx="5" hasCustomPrompt="1"/>
          </p:nvPr>
        </p:nvSpPr>
        <p:spPr>
          <a:xfrm>
            <a:off x="5108400" y="4570433"/>
            <a:ext cx="1992400" cy="8212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None/>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67" name="Google Shape;167;p22"/>
          <p:cNvSpPr txBox="1">
            <a:spLocks noGrp="1"/>
          </p:cNvSpPr>
          <p:nvPr>
            <p:ph type="subTitle" idx="6"/>
          </p:nvPr>
        </p:nvSpPr>
        <p:spPr>
          <a:xfrm>
            <a:off x="7257600" y="4570233"/>
            <a:ext cx="3974400" cy="82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421708772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70" name="Google Shape;170;p23"/>
          <p:cNvSpPr txBox="1">
            <a:spLocks noGrp="1"/>
          </p:cNvSpPr>
          <p:nvPr>
            <p:ph type="subTitle" idx="1"/>
          </p:nvPr>
        </p:nvSpPr>
        <p:spPr>
          <a:xfrm>
            <a:off x="960104" y="1558400"/>
            <a:ext cx="2710000" cy="2780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1" name="Google Shape;171;p23"/>
          <p:cNvSpPr txBox="1">
            <a:spLocks noGrp="1"/>
          </p:cNvSpPr>
          <p:nvPr>
            <p:ph type="subTitle" idx="2"/>
          </p:nvPr>
        </p:nvSpPr>
        <p:spPr>
          <a:xfrm>
            <a:off x="960000" y="1867017"/>
            <a:ext cx="2710000" cy="7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2" name="Google Shape;172;p23"/>
          <p:cNvSpPr txBox="1">
            <a:spLocks noGrp="1"/>
          </p:cNvSpPr>
          <p:nvPr>
            <p:ph type="subTitle" idx="3"/>
          </p:nvPr>
        </p:nvSpPr>
        <p:spPr>
          <a:xfrm>
            <a:off x="960104" y="3060199"/>
            <a:ext cx="2710000" cy="2780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3" name="Google Shape;173;p23"/>
          <p:cNvSpPr txBox="1">
            <a:spLocks noGrp="1"/>
          </p:cNvSpPr>
          <p:nvPr>
            <p:ph type="subTitle" idx="4"/>
          </p:nvPr>
        </p:nvSpPr>
        <p:spPr>
          <a:xfrm>
            <a:off x="960000" y="3369016"/>
            <a:ext cx="2710000" cy="7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4" name="Google Shape;174;p23"/>
          <p:cNvSpPr txBox="1">
            <a:spLocks noGrp="1"/>
          </p:cNvSpPr>
          <p:nvPr>
            <p:ph type="subTitle" idx="5"/>
          </p:nvPr>
        </p:nvSpPr>
        <p:spPr>
          <a:xfrm>
            <a:off x="960104" y="4561996"/>
            <a:ext cx="2710000" cy="2780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5" name="Google Shape;175;p23"/>
          <p:cNvSpPr txBox="1">
            <a:spLocks noGrp="1"/>
          </p:cNvSpPr>
          <p:nvPr>
            <p:ph type="subTitle" idx="6"/>
          </p:nvPr>
        </p:nvSpPr>
        <p:spPr>
          <a:xfrm>
            <a:off x="960000" y="4870831"/>
            <a:ext cx="2710000" cy="7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6" name="Google Shape;176;p23"/>
          <p:cNvSpPr/>
          <p:nvPr/>
        </p:nvSpPr>
        <p:spPr>
          <a:xfrm>
            <a:off x="2722194" y="4847749"/>
            <a:ext cx="7523588" cy="2006416"/>
          </a:xfrm>
          <a:custGeom>
            <a:avLst/>
            <a:gdLst/>
            <a:ahLst/>
            <a:cxnLst/>
            <a:rect l="l" t="t" r="r" b="b"/>
            <a:pathLst>
              <a:path w="176059" h="46952" extrusionOk="0">
                <a:moveTo>
                  <a:pt x="1" y="46951"/>
                </a:moveTo>
                <a:cubicBezTo>
                  <a:pt x="1" y="46951"/>
                  <a:pt x="4211" y="34119"/>
                  <a:pt x="27603" y="31395"/>
                </a:cubicBezTo>
                <a:cubicBezTo>
                  <a:pt x="41471" y="29791"/>
                  <a:pt x="48506" y="23609"/>
                  <a:pt x="51948" y="18864"/>
                </a:cubicBezTo>
                <a:cubicBezTo>
                  <a:pt x="55924" y="13367"/>
                  <a:pt x="61338" y="9090"/>
                  <a:pt x="67604" y="6500"/>
                </a:cubicBezTo>
                <a:cubicBezTo>
                  <a:pt x="72399" y="4511"/>
                  <a:pt x="78163" y="2607"/>
                  <a:pt x="84195" y="1754"/>
                </a:cubicBezTo>
                <a:cubicBezTo>
                  <a:pt x="96760" y="0"/>
                  <a:pt x="108807" y="7352"/>
                  <a:pt x="112984" y="19332"/>
                </a:cubicBezTo>
                <a:cubicBezTo>
                  <a:pt x="114287" y="23108"/>
                  <a:pt x="118849" y="27051"/>
                  <a:pt x="123460" y="27853"/>
                </a:cubicBezTo>
                <a:cubicBezTo>
                  <a:pt x="134321" y="29725"/>
                  <a:pt x="153536" y="33902"/>
                  <a:pt x="153536" y="33902"/>
                </a:cubicBezTo>
                <a:cubicBezTo>
                  <a:pt x="153536" y="33902"/>
                  <a:pt x="173920" y="37661"/>
                  <a:pt x="176059" y="46951"/>
                </a:cubicBezTo>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77" name="Google Shape;177;p23"/>
          <p:cNvSpPr txBox="1">
            <a:spLocks noGrp="1"/>
          </p:cNvSpPr>
          <p:nvPr>
            <p:ph type="subTitle" idx="7"/>
          </p:nvPr>
        </p:nvSpPr>
        <p:spPr>
          <a:xfrm>
            <a:off x="8522000" y="1558400"/>
            <a:ext cx="27100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78" name="Google Shape;178;p23"/>
          <p:cNvSpPr txBox="1">
            <a:spLocks noGrp="1"/>
          </p:cNvSpPr>
          <p:nvPr>
            <p:ph type="subTitle" idx="8"/>
          </p:nvPr>
        </p:nvSpPr>
        <p:spPr>
          <a:xfrm>
            <a:off x="8522000" y="1873101"/>
            <a:ext cx="2710000" cy="7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9" name="Google Shape;179;p23"/>
          <p:cNvSpPr txBox="1">
            <a:spLocks noGrp="1"/>
          </p:cNvSpPr>
          <p:nvPr>
            <p:ph type="subTitle" idx="9"/>
          </p:nvPr>
        </p:nvSpPr>
        <p:spPr>
          <a:xfrm>
            <a:off x="8522000" y="3060199"/>
            <a:ext cx="27100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80" name="Google Shape;180;p23"/>
          <p:cNvSpPr txBox="1">
            <a:spLocks noGrp="1"/>
          </p:cNvSpPr>
          <p:nvPr>
            <p:ph type="subTitle" idx="13"/>
          </p:nvPr>
        </p:nvSpPr>
        <p:spPr>
          <a:xfrm>
            <a:off x="8522000" y="3371965"/>
            <a:ext cx="2710000" cy="7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81" name="Google Shape;181;p23"/>
          <p:cNvSpPr txBox="1">
            <a:spLocks noGrp="1"/>
          </p:cNvSpPr>
          <p:nvPr>
            <p:ph type="subTitle" idx="14"/>
          </p:nvPr>
        </p:nvSpPr>
        <p:spPr>
          <a:xfrm>
            <a:off x="8522000" y="4561996"/>
            <a:ext cx="27100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182" name="Google Shape;182;p23"/>
          <p:cNvSpPr txBox="1">
            <a:spLocks noGrp="1"/>
          </p:cNvSpPr>
          <p:nvPr>
            <p:ph type="subTitle" idx="15"/>
          </p:nvPr>
        </p:nvSpPr>
        <p:spPr>
          <a:xfrm>
            <a:off x="8522000" y="4870831"/>
            <a:ext cx="2710000" cy="71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6376102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Four columns">
  <p:cSld name="1_Title and Four columns">
    <p:spTree>
      <p:nvGrpSpPr>
        <p:cNvPr id="1" name="Shape 183"/>
        <p:cNvGrpSpPr/>
        <p:nvPr/>
      </p:nvGrpSpPr>
      <p:grpSpPr>
        <a:xfrm>
          <a:off x="0" y="0"/>
          <a:ext cx="0" cy="0"/>
          <a:chOff x="0" y="0"/>
          <a:chExt cx="0" cy="0"/>
        </a:xfrm>
      </p:grpSpPr>
      <p:sp>
        <p:nvSpPr>
          <p:cNvPr id="184" name="Google Shape;184;p24"/>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85" name="Google Shape;185;p24"/>
          <p:cNvSpPr/>
          <p:nvPr/>
        </p:nvSpPr>
        <p:spPr>
          <a:xfrm>
            <a:off x="9109181" y="4885785"/>
            <a:ext cx="3082441" cy="1971460"/>
          </a:xfrm>
          <a:custGeom>
            <a:avLst/>
            <a:gdLst/>
            <a:ahLst/>
            <a:cxnLst/>
            <a:rect l="l" t="t" r="r" b="b"/>
            <a:pathLst>
              <a:path w="72132" h="46134" extrusionOk="0">
                <a:moveTo>
                  <a:pt x="72131" y="18"/>
                </a:moveTo>
                <a:cubicBezTo>
                  <a:pt x="67069" y="168"/>
                  <a:pt x="58464" y="2758"/>
                  <a:pt x="53785" y="17411"/>
                </a:cubicBezTo>
                <a:cubicBezTo>
                  <a:pt x="48171" y="35055"/>
                  <a:pt x="31747" y="37361"/>
                  <a:pt x="24646" y="36325"/>
                </a:cubicBezTo>
                <a:cubicBezTo>
                  <a:pt x="20819" y="35757"/>
                  <a:pt x="15656" y="36325"/>
                  <a:pt x="12532" y="37161"/>
                </a:cubicBezTo>
                <a:cubicBezTo>
                  <a:pt x="6834" y="38681"/>
                  <a:pt x="1" y="46133"/>
                  <a:pt x="1" y="46133"/>
                </a:cubicBezTo>
                <a:lnTo>
                  <a:pt x="72081" y="46133"/>
                </a:lnTo>
                <a:cubicBezTo>
                  <a:pt x="72081" y="46133"/>
                  <a:pt x="72131" y="1"/>
                  <a:pt x="72131" y="18"/>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86" name="Google Shape;186;p24"/>
          <p:cNvSpPr/>
          <p:nvPr/>
        </p:nvSpPr>
        <p:spPr>
          <a:xfrm>
            <a:off x="527" y="3714806"/>
            <a:ext cx="2034235" cy="3142439"/>
          </a:xfrm>
          <a:custGeom>
            <a:avLst/>
            <a:gdLst/>
            <a:ahLst/>
            <a:cxnLst/>
            <a:rect l="l" t="t" r="r" b="b"/>
            <a:pathLst>
              <a:path w="47603" h="73536" extrusionOk="0">
                <a:moveTo>
                  <a:pt x="47586" y="73535"/>
                </a:moveTo>
                <a:cubicBezTo>
                  <a:pt x="47436" y="68172"/>
                  <a:pt x="44796" y="59065"/>
                  <a:pt x="29942" y="54136"/>
                </a:cubicBezTo>
                <a:cubicBezTo>
                  <a:pt x="12081" y="48205"/>
                  <a:pt x="14203" y="19466"/>
                  <a:pt x="13551" y="16074"/>
                </a:cubicBezTo>
                <a:cubicBezTo>
                  <a:pt x="12365" y="9959"/>
                  <a:pt x="9992" y="2290"/>
                  <a:pt x="184" y="1"/>
                </a:cubicBezTo>
                <a:cubicBezTo>
                  <a:pt x="151" y="101"/>
                  <a:pt x="0" y="73535"/>
                  <a:pt x="0" y="73535"/>
                </a:cubicBezTo>
                <a:cubicBezTo>
                  <a:pt x="0" y="73535"/>
                  <a:pt x="47603" y="73535"/>
                  <a:pt x="47586" y="73535"/>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87" name="Google Shape;187;p24"/>
          <p:cNvSpPr txBox="1">
            <a:spLocks noGrp="1"/>
          </p:cNvSpPr>
          <p:nvPr>
            <p:ph type="subTitle" idx="1"/>
          </p:nvPr>
        </p:nvSpPr>
        <p:spPr>
          <a:xfrm>
            <a:off x="2780200" y="1936000"/>
            <a:ext cx="1811200" cy="668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88" name="Google Shape;188;p24"/>
          <p:cNvSpPr txBox="1">
            <a:spLocks noGrp="1"/>
          </p:cNvSpPr>
          <p:nvPr>
            <p:ph type="subTitle" idx="2"/>
          </p:nvPr>
        </p:nvSpPr>
        <p:spPr>
          <a:xfrm>
            <a:off x="7370200" y="1935800"/>
            <a:ext cx="24180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89" name="Google Shape;189;p24"/>
          <p:cNvSpPr txBox="1">
            <a:spLocks noGrp="1"/>
          </p:cNvSpPr>
          <p:nvPr>
            <p:ph type="subTitle" idx="3"/>
          </p:nvPr>
        </p:nvSpPr>
        <p:spPr>
          <a:xfrm>
            <a:off x="2780200" y="3985352"/>
            <a:ext cx="1811200" cy="6688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90" name="Google Shape;190;p24"/>
          <p:cNvSpPr txBox="1">
            <a:spLocks noGrp="1"/>
          </p:cNvSpPr>
          <p:nvPr>
            <p:ph type="subTitle" idx="4"/>
          </p:nvPr>
        </p:nvSpPr>
        <p:spPr>
          <a:xfrm>
            <a:off x="7370200" y="3985152"/>
            <a:ext cx="24180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91" name="Google Shape;191;p24"/>
          <p:cNvSpPr txBox="1">
            <a:spLocks noGrp="1"/>
          </p:cNvSpPr>
          <p:nvPr>
            <p:ph type="subTitle" idx="5"/>
          </p:nvPr>
        </p:nvSpPr>
        <p:spPr>
          <a:xfrm>
            <a:off x="7976667" y="2960560"/>
            <a:ext cx="1811200" cy="6688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92" name="Google Shape;192;p24"/>
          <p:cNvSpPr txBox="1">
            <a:spLocks noGrp="1"/>
          </p:cNvSpPr>
          <p:nvPr>
            <p:ph type="subTitle" idx="6"/>
          </p:nvPr>
        </p:nvSpPr>
        <p:spPr>
          <a:xfrm>
            <a:off x="2780200" y="2960360"/>
            <a:ext cx="24180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93" name="Google Shape;193;p24"/>
          <p:cNvSpPr txBox="1">
            <a:spLocks noGrp="1"/>
          </p:cNvSpPr>
          <p:nvPr>
            <p:ph type="subTitle" idx="7"/>
          </p:nvPr>
        </p:nvSpPr>
        <p:spPr>
          <a:xfrm>
            <a:off x="7976667" y="5010545"/>
            <a:ext cx="1811200" cy="6688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533">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194" name="Google Shape;194;p24"/>
          <p:cNvSpPr txBox="1">
            <a:spLocks noGrp="1"/>
          </p:cNvSpPr>
          <p:nvPr>
            <p:ph type="subTitle" idx="8"/>
          </p:nvPr>
        </p:nvSpPr>
        <p:spPr>
          <a:xfrm>
            <a:off x="2780200" y="5010345"/>
            <a:ext cx="24180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184221644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Main point">
  <p:cSld name="1_Main point">
    <p:spTree>
      <p:nvGrpSpPr>
        <p:cNvPr id="1" name="Shape 195"/>
        <p:cNvGrpSpPr/>
        <p:nvPr/>
      </p:nvGrpSpPr>
      <p:grpSpPr>
        <a:xfrm>
          <a:off x="0" y="0"/>
          <a:ext cx="0" cy="0"/>
          <a:chOff x="0" y="0"/>
          <a:chExt cx="0" cy="0"/>
        </a:xfrm>
      </p:grpSpPr>
      <p:sp>
        <p:nvSpPr>
          <p:cNvPr id="196" name="Google Shape;196;p25"/>
          <p:cNvSpPr txBox="1">
            <a:spLocks noGrp="1"/>
          </p:cNvSpPr>
          <p:nvPr>
            <p:ph type="ctrTitle"/>
          </p:nvPr>
        </p:nvSpPr>
        <p:spPr>
          <a:xfrm>
            <a:off x="960000" y="720000"/>
            <a:ext cx="6297600" cy="541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9466"/>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Tree>
    <p:extLst>
      <p:ext uri="{BB962C8B-B14F-4D97-AF65-F5344CB8AC3E}">
        <p14:creationId xmlns:p14="http://schemas.microsoft.com/office/powerpoint/2010/main" val="77916625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and six columns">
  <p:cSld name="1_Title and six columns">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99" name="Google Shape;199;p26"/>
          <p:cNvSpPr txBox="1">
            <a:spLocks noGrp="1"/>
          </p:cNvSpPr>
          <p:nvPr>
            <p:ph type="subTitle" idx="1"/>
          </p:nvPr>
        </p:nvSpPr>
        <p:spPr>
          <a:xfrm>
            <a:off x="960000" y="3049733"/>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0" name="Google Shape;200;p26"/>
          <p:cNvSpPr txBox="1">
            <a:spLocks noGrp="1"/>
          </p:cNvSpPr>
          <p:nvPr>
            <p:ph type="subTitle" idx="2"/>
          </p:nvPr>
        </p:nvSpPr>
        <p:spPr>
          <a:xfrm>
            <a:off x="960000" y="1984400"/>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1" name="Google Shape;201;p26"/>
          <p:cNvSpPr txBox="1">
            <a:spLocks noGrp="1"/>
          </p:cNvSpPr>
          <p:nvPr>
            <p:ph type="subTitle" idx="3"/>
          </p:nvPr>
        </p:nvSpPr>
        <p:spPr>
          <a:xfrm>
            <a:off x="960000" y="4115067"/>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2" name="Google Shape;202;p26"/>
          <p:cNvSpPr txBox="1">
            <a:spLocks noGrp="1"/>
          </p:cNvSpPr>
          <p:nvPr>
            <p:ph type="subTitle" idx="4"/>
          </p:nvPr>
        </p:nvSpPr>
        <p:spPr>
          <a:xfrm>
            <a:off x="960000" y="5180400"/>
            <a:ext cx="2498800" cy="668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203" name="Google Shape;203;p26"/>
          <p:cNvSpPr txBox="1">
            <a:spLocks noGrp="1"/>
          </p:cNvSpPr>
          <p:nvPr>
            <p:ph type="subTitle" idx="5"/>
          </p:nvPr>
        </p:nvSpPr>
        <p:spPr>
          <a:xfrm>
            <a:off x="8733200" y="3049733"/>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04" name="Google Shape;204;p26"/>
          <p:cNvSpPr txBox="1">
            <a:spLocks noGrp="1"/>
          </p:cNvSpPr>
          <p:nvPr>
            <p:ph type="subTitle" idx="6"/>
          </p:nvPr>
        </p:nvSpPr>
        <p:spPr>
          <a:xfrm>
            <a:off x="8733200" y="1984400"/>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05" name="Google Shape;205;p26"/>
          <p:cNvSpPr txBox="1">
            <a:spLocks noGrp="1"/>
          </p:cNvSpPr>
          <p:nvPr>
            <p:ph type="subTitle" idx="7"/>
          </p:nvPr>
        </p:nvSpPr>
        <p:spPr>
          <a:xfrm>
            <a:off x="8733200" y="4115067"/>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06" name="Google Shape;206;p26"/>
          <p:cNvSpPr txBox="1">
            <a:spLocks noGrp="1"/>
          </p:cNvSpPr>
          <p:nvPr>
            <p:ph type="subTitle" idx="8"/>
          </p:nvPr>
        </p:nvSpPr>
        <p:spPr>
          <a:xfrm>
            <a:off x="8733200" y="5180400"/>
            <a:ext cx="2498800" cy="6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211604868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nd Six columns 3">
  <p:cSld name="Title and Six columns 3">
    <p:spTree>
      <p:nvGrpSpPr>
        <p:cNvPr id="1" name="Shape 207"/>
        <p:cNvGrpSpPr/>
        <p:nvPr/>
      </p:nvGrpSpPr>
      <p:grpSpPr>
        <a:xfrm>
          <a:off x="0" y="0"/>
          <a:ext cx="0" cy="0"/>
          <a:chOff x="0" y="0"/>
          <a:chExt cx="0" cy="0"/>
        </a:xfrm>
      </p:grpSpPr>
      <p:sp>
        <p:nvSpPr>
          <p:cNvPr id="208" name="Google Shape;208;p27"/>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09" name="Google Shape;209;p27"/>
          <p:cNvSpPr/>
          <p:nvPr/>
        </p:nvSpPr>
        <p:spPr>
          <a:xfrm>
            <a:off x="5552" y="-7"/>
            <a:ext cx="3320936" cy="1606560"/>
          </a:xfrm>
          <a:custGeom>
            <a:avLst/>
            <a:gdLst/>
            <a:ahLst/>
            <a:cxnLst/>
            <a:rect l="l" t="t" r="r" b="b"/>
            <a:pathLst>
              <a:path w="77713" h="37595" extrusionOk="0">
                <a:moveTo>
                  <a:pt x="1" y="37594"/>
                </a:moveTo>
                <a:cubicBezTo>
                  <a:pt x="5046" y="37461"/>
                  <a:pt x="13618" y="35389"/>
                  <a:pt x="18263" y="23643"/>
                </a:cubicBezTo>
                <a:cubicBezTo>
                  <a:pt x="22824" y="12114"/>
                  <a:pt x="34955" y="10644"/>
                  <a:pt x="42557" y="10928"/>
                </a:cubicBezTo>
                <a:cubicBezTo>
                  <a:pt x="48121" y="11162"/>
                  <a:pt x="53668" y="10359"/>
                  <a:pt x="58932" y="8588"/>
                </a:cubicBezTo>
                <a:cubicBezTo>
                  <a:pt x="65849" y="6232"/>
                  <a:pt x="74437" y="2907"/>
                  <a:pt x="77712" y="0"/>
                </a:cubicBezTo>
                <a:lnTo>
                  <a:pt x="1" y="0"/>
                </a:lnTo>
                <a:cubicBezTo>
                  <a:pt x="1" y="0"/>
                  <a:pt x="1" y="37594"/>
                  <a:pt x="1" y="37594"/>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0" name="Google Shape;210;p27"/>
          <p:cNvSpPr/>
          <p:nvPr/>
        </p:nvSpPr>
        <p:spPr>
          <a:xfrm>
            <a:off x="8868618" y="-7"/>
            <a:ext cx="3320167" cy="1606560"/>
          </a:xfrm>
          <a:custGeom>
            <a:avLst/>
            <a:gdLst/>
            <a:ahLst/>
            <a:cxnLst/>
            <a:rect l="l" t="t" r="r" b="b"/>
            <a:pathLst>
              <a:path w="77695" h="37595" extrusionOk="0">
                <a:moveTo>
                  <a:pt x="77695" y="37594"/>
                </a:moveTo>
                <a:cubicBezTo>
                  <a:pt x="72649" y="37461"/>
                  <a:pt x="64077" y="35389"/>
                  <a:pt x="59432" y="23643"/>
                </a:cubicBezTo>
                <a:cubicBezTo>
                  <a:pt x="54888" y="12114"/>
                  <a:pt x="42757" y="10644"/>
                  <a:pt x="35138" y="10928"/>
                </a:cubicBezTo>
                <a:cubicBezTo>
                  <a:pt x="29574" y="11162"/>
                  <a:pt x="24027" y="10359"/>
                  <a:pt x="18764" y="8588"/>
                </a:cubicBezTo>
                <a:cubicBezTo>
                  <a:pt x="11846" y="6232"/>
                  <a:pt x="3275" y="2907"/>
                  <a:pt x="0" y="0"/>
                </a:cubicBezTo>
                <a:lnTo>
                  <a:pt x="77695" y="0"/>
                </a:lnTo>
                <a:cubicBezTo>
                  <a:pt x="77695" y="0"/>
                  <a:pt x="77695" y="37594"/>
                  <a:pt x="77695" y="37594"/>
                </a:cubicBezTo>
                <a:close/>
              </a:path>
            </a:pathLst>
          </a:custGeom>
          <a:gradFill>
            <a:gsLst>
              <a:gs pos="0">
                <a:srgbClr val="E3FFD5"/>
              </a:gs>
              <a:gs pos="100000">
                <a:srgbClr val="90EBBA"/>
              </a:gs>
            </a:gsLst>
            <a:lin ang="1080140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11" name="Google Shape;211;p27"/>
          <p:cNvSpPr txBox="1">
            <a:spLocks noGrp="1"/>
          </p:cNvSpPr>
          <p:nvPr>
            <p:ph type="subTitle" idx="1"/>
          </p:nvPr>
        </p:nvSpPr>
        <p:spPr>
          <a:xfrm>
            <a:off x="3942900" y="2089767"/>
            <a:ext cx="1608000" cy="4416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212" name="Google Shape;212;p27"/>
          <p:cNvSpPr txBox="1">
            <a:spLocks noGrp="1"/>
          </p:cNvSpPr>
          <p:nvPr>
            <p:ph type="subTitle" idx="2"/>
          </p:nvPr>
        </p:nvSpPr>
        <p:spPr>
          <a:xfrm>
            <a:off x="1722633" y="2102100"/>
            <a:ext cx="2098800" cy="849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3" name="Google Shape;213;p27"/>
          <p:cNvSpPr txBox="1">
            <a:spLocks noGrp="1"/>
          </p:cNvSpPr>
          <p:nvPr>
            <p:ph type="subTitle" idx="3"/>
          </p:nvPr>
        </p:nvSpPr>
        <p:spPr>
          <a:xfrm>
            <a:off x="3942900" y="5115908"/>
            <a:ext cx="1608000" cy="4416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214" name="Google Shape;214;p27"/>
          <p:cNvSpPr txBox="1">
            <a:spLocks noGrp="1"/>
          </p:cNvSpPr>
          <p:nvPr>
            <p:ph type="subTitle" idx="4"/>
          </p:nvPr>
        </p:nvSpPr>
        <p:spPr>
          <a:xfrm>
            <a:off x="1722633" y="5128233"/>
            <a:ext cx="2098800" cy="849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5" name="Google Shape;215;p27"/>
          <p:cNvSpPr txBox="1">
            <a:spLocks noGrp="1"/>
          </p:cNvSpPr>
          <p:nvPr>
            <p:ph type="subTitle" idx="5"/>
          </p:nvPr>
        </p:nvSpPr>
        <p:spPr>
          <a:xfrm>
            <a:off x="3180100" y="3600049"/>
            <a:ext cx="1608000" cy="441600"/>
          </a:xfrm>
          <a:prstGeom prst="rect">
            <a:avLst/>
          </a:prstGeom>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endParaRPr/>
          </a:p>
        </p:txBody>
      </p:sp>
      <p:sp>
        <p:nvSpPr>
          <p:cNvPr id="216" name="Google Shape;216;p27"/>
          <p:cNvSpPr txBox="1">
            <a:spLocks noGrp="1"/>
          </p:cNvSpPr>
          <p:nvPr>
            <p:ph type="subTitle" idx="6"/>
          </p:nvPr>
        </p:nvSpPr>
        <p:spPr>
          <a:xfrm>
            <a:off x="960000" y="3612367"/>
            <a:ext cx="2098800" cy="849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7" name="Google Shape;217;p27"/>
          <p:cNvSpPr txBox="1">
            <a:spLocks noGrp="1"/>
          </p:cNvSpPr>
          <p:nvPr>
            <p:ph type="subTitle" idx="7"/>
          </p:nvPr>
        </p:nvSpPr>
        <p:spPr>
          <a:xfrm flipH="1">
            <a:off x="6641100" y="2089767"/>
            <a:ext cx="1608000" cy="441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18" name="Google Shape;218;p27"/>
          <p:cNvSpPr txBox="1">
            <a:spLocks noGrp="1"/>
          </p:cNvSpPr>
          <p:nvPr>
            <p:ph type="subTitle" idx="8"/>
          </p:nvPr>
        </p:nvSpPr>
        <p:spPr>
          <a:xfrm flipH="1">
            <a:off x="8370567" y="2102100"/>
            <a:ext cx="2098800" cy="849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19" name="Google Shape;219;p27"/>
          <p:cNvSpPr txBox="1">
            <a:spLocks noGrp="1"/>
          </p:cNvSpPr>
          <p:nvPr>
            <p:ph type="subTitle" idx="9"/>
          </p:nvPr>
        </p:nvSpPr>
        <p:spPr>
          <a:xfrm flipH="1">
            <a:off x="6641100" y="5115908"/>
            <a:ext cx="1608000" cy="441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0" name="Google Shape;220;p27"/>
          <p:cNvSpPr txBox="1">
            <a:spLocks noGrp="1"/>
          </p:cNvSpPr>
          <p:nvPr>
            <p:ph type="subTitle" idx="13"/>
          </p:nvPr>
        </p:nvSpPr>
        <p:spPr>
          <a:xfrm flipH="1">
            <a:off x="8370567" y="5128233"/>
            <a:ext cx="2098800" cy="849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21" name="Google Shape;221;p27"/>
          <p:cNvSpPr txBox="1">
            <a:spLocks noGrp="1"/>
          </p:cNvSpPr>
          <p:nvPr>
            <p:ph type="subTitle" idx="14"/>
          </p:nvPr>
        </p:nvSpPr>
        <p:spPr>
          <a:xfrm flipH="1">
            <a:off x="7403900" y="3600049"/>
            <a:ext cx="1608000" cy="4416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2" name="Google Shape;222;p27"/>
          <p:cNvSpPr txBox="1">
            <a:spLocks noGrp="1"/>
          </p:cNvSpPr>
          <p:nvPr>
            <p:ph type="subTitle" idx="15"/>
          </p:nvPr>
        </p:nvSpPr>
        <p:spPr>
          <a:xfrm flipH="1">
            <a:off x="9133200" y="3612367"/>
            <a:ext cx="2098800" cy="849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03521074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223"/>
        <p:cNvGrpSpPr/>
        <p:nvPr/>
      </p:nvGrpSpPr>
      <p:grpSpPr>
        <a:xfrm>
          <a:off x="0" y="0"/>
          <a:ext cx="0" cy="0"/>
          <a:chOff x="0" y="0"/>
          <a:chExt cx="0" cy="0"/>
        </a:xfrm>
      </p:grpSpPr>
      <p:sp>
        <p:nvSpPr>
          <p:cNvPr id="224" name="Google Shape;224;p28"/>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25" name="Google Shape;225;p28"/>
          <p:cNvSpPr txBox="1">
            <a:spLocks noGrp="1"/>
          </p:cNvSpPr>
          <p:nvPr>
            <p:ph type="subTitle" idx="1"/>
          </p:nvPr>
        </p:nvSpPr>
        <p:spPr>
          <a:xfrm>
            <a:off x="1190333"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6" name="Google Shape;226;p28"/>
          <p:cNvSpPr txBox="1">
            <a:spLocks noGrp="1"/>
          </p:cNvSpPr>
          <p:nvPr>
            <p:ph type="subTitle" idx="2"/>
          </p:nvPr>
        </p:nvSpPr>
        <p:spPr>
          <a:xfrm>
            <a:off x="1190333" y="477737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27" name="Google Shape;227;p28"/>
          <p:cNvSpPr txBox="1">
            <a:spLocks noGrp="1"/>
          </p:cNvSpPr>
          <p:nvPr>
            <p:ph type="subTitle" idx="3"/>
          </p:nvPr>
        </p:nvSpPr>
        <p:spPr>
          <a:xfrm>
            <a:off x="3680300"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28" name="Google Shape;228;p28"/>
          <p:cNvSpPr txBox="1">
            <a:spLocks noGrp="1"/>
          </p:cNvSpPr>
          <p:nvPr>
            <p:ph type="subTitle" idx="4"/>
          </p:nvPr>
        </p:nvSpPr>
        <p:spPr>
          <a:xfrm>
            <a:off x="3680300" y="477739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29" name="Google Shape;229;p28"/>
          <p:cNvSpPr txBox="1">
            <a:spLocks noGrp="1"/>
          </p:cNvSpPr>
          <p:nvPr>
            <p:ph type="subTitle" idx="5"/>
          </p:nvPr>
        </p:nvSpPr>
        <p:spPr>
          <a:xfrm>
            <a:off x="6170267"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30" name="Google Shape;230;p28"/>
          <p:cNvSpPr txBox="1">
            <a:spLocks noGrp="1"/>
          </p:cNvSpPr>
          <p:nvPr>
            <p:ph type="subTitle" idx="6"/>
          </p:nvPr>
        </p:nvSpPr>
        <p:spPr>
          <a:xfrm>
            <a:off x="6170267" y="477739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231" name="Google Shape;231;p28"/>
          <p:cNvSpPr txBox="1">
            <a:spLocks noGrp="1"/>
          </p:cNvSpPr>
          <p:nvPr>
            <p:ph type="subTitle" idx="7"/>
          </p:nvPr>
        </p:nvSpPr>
        <p:spPr>
          <a:xfrm>
            <a:off x="8660233" y="4459600"/>
            <a:ext cx="2354800" cy="2780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endParaRPr/>
          </a:p>
        </p:txBody>
      </p:sp>
      <p:sp>
        <p:nvSpPr>
          <p:cNvPr id="232" name="Google Shape;232;p28"/>
          <p:cNvSpPr txBox="1">
            <a:spLocks noGrp="1"/>
          </p:cNvSpPr>
          <p:nvPr>
            <p:ph type="subTitle" idx="8"/>
          </p:nvPr>
        </p:nvSpPr>
        <p:spPr>
          <a:xfrm>
            <a:off x="8660233" y="4777395"/>
            <a:ext cx="2354800" cy="13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67"/>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118493210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33"/>
        <p:cNvGrpSpPr/>
        <p:nvPr/>
      </p:nvGrpSpPr>
      <p:grpSpPr>
        <a:xfrm>
          <a:off x="0" y="0"/>
          <a:ext cx="0" cy="0"/>
          <a:chOff x="0" y="0"/>
          <a:chExt cx="0" cy="0"/>
        </a:xfrm>
      </p:grpSpPr>
      <p:sp>
        <p:nvSpPr>
          <p:cNvPr id="234" name="Google Shape;234;p29"/>
          <p:cNvSpPr/>
          <p:nvPr/>
        </p:nvSpPr>
        <p:spPr>
          <a:xfrm>
            <a:off x="1589800" y="834167"/>
            <a:ext cx="8794339" cy="5110848"/>
          </a:xfrm>
          <a:custGeom>
            <a:avLst/>
            <a:gdLst/>
            <a:ahLst/>
            <a:cxnLst/>
            <a:rect l="l" t="t" r="r" b="b"/>
            <a:pathLst>
              <a:path w="305359" h="177460" extrusionOk="0">
                <a:moveTo>
                  <a:pt x="262195" y="0"/>
                </a:moveTo>
                <a:cubicBezTo>
                  <a:pt x="258473" y="0"/>
                  <a:pt x="254363" y="1311"/>
                  <a:pt x="249880" y="4529"/>
                </a:cubicBezTo>
                <a:cubicBezTo>
                  <a:pt x="244029" y="8719"/>
                  <a:pt x="237832" y="12908"/>
                  <a:pt x="231758" y="16875"/>
                </a:cubicBezTo>
                <a:cubicBezTo>
                  <a:pt x="229627" y="18263"/>
                  <a:pt x="227296" y="19329"/>
                  <a:pt x="224867" y="20023"/>
                </a:cubicBezTo>
                <a:lnTo>
                  <a:pt x="209844" y="24287"/>
                </a:lnTo>
                <a:cubicBezTo>
                  <a:pt x="206944" y="25108"/>
                  <a:pt x="203988" y="25508"/>
                  <a:pt x="201050" y="25508"/>
                </a:cubicBezTo>
                <a:cubicBezTo>
                  <a:pt x="193795" y="25508"/>
                  <a:pt x="186653" y="23071"/>
                  <a:pt x="180741" y="18536"/>
                </a:cubicBezTo>
                <a:cubicBezTo>
                  <a:pt x="168844" y="9391"/>
                  <a:pt x="152459" y="6436"/>
                  <a:pt x="136250" y="6436"/>
                </a:cubicBezTo>
                <a:cubicBezTo>
                  <a:pt x="106628" y="6436"/>
                  <a:pt x="77592" y="16305"/>
                  <a:pt x="77592" y="16305"/>
                </a:cubicBezTo>
                <a:cubicBezTo>
                  <a:pt x="77592" y="16305"/>
                  <a:pt x="54661" y="12264"/>
                  <a:pt x="48786" y="10727"/>
                </a:cubicBezTo>
                <a:cubicBezTo>
                  <a:pt x="47704" y="10441"/>
                  <a:pt x="46204" y="10268"/>
                  <a:pt x="44426" y="10268"/>
                </a:cubicBezTo>
                <a:cubicBezTo>
                  <a:pt x="35570" y="10268"/>
                  <a:pt x="19808" y="14559"/>
                  <a:pt x="14378" y="30559"/>
                </a:cubicBezTo>
                <a:cubicBezTo>
                  <a:pt x="9048" y="46325"/>
                  <a:pt x="23352" y="62314"/>
                  <a:pt x="28632" y="67520"/>
                </a:cubicBezTo>
                <a:cubicBezTo>
                  <a:pt x="32202" y="71015"/>
                  <a:pt x="34929" y="75279"/>
                  <a:pt x="36590" y="79964"/>
                </a:cubicBezTo>
                <a:cubicBezTo>
                  <a:pt x="39788" y="89062"/>
                  <a:pt x="39961" y="102622"/>
                  <a:pt x="22435" y="115463"/>
                </a:cubicBezTo>
                <a:cubicBezTo>
                  <a:pt x="0" y="131873"/>
                  <a:pt x="12445" y="154159"/>
                  <a:pt x="20179" y="164422"/>
                </a:cubicBezTo>
                <a:cubicBezTo>
                  <a:pt x="23327" y="168587"/>
                  <a:pt x="27665" y="171710"/>
                  <a:pt x="32599" y="173421"/>
                </a:cubicBezTo>
                <a:cubicBezTo>
                  <a:pt x="37677" y="175147"/>
                  <a:pt x="45157" y="176879"/>
                  <a:pt x="54741" y="176879"/>
                </a:cubicBezTo>
                <a:cubicBezTo>
                  <a:pt x="64291" y="176879"/>
                  <a:pt x="75930" y="175159"/>
                  <a:pt x="89367" y="170000"/>
                </a:cubicBezTo>
                <a:cubicBezTo>
                  <a:pt x="100815" y="165592"/>
                  <a:pt x="118494" y="164014"/>
                  <a:pt x="137937" y="164014"/>
                </a:cubicBezTo>
                <a:cubicBezTo>
                  <a:pt x="173056" y="164014"/>
                  <a:pt x="213934" y="169162"/>
                  <a:pt x="234262" y="172082"/>
                </a:cubicBezTo>
                <a:cubicBezTo>
                  <a:pt x="240360" y="172975"/>
                  <a:pt x="246384" y="174388"/>
                  <a:pt x="252235" y="176296"/>
                </a:cubicBezTo>
                <a:cubicBezTo>
                  <a:pt x="254243" y="176934"/>
                  <a:pt x="256700" y="177459"/>
                  <a:pt x="259356" y="177459"/>
                </a:cubicBezTo>
                <a:cubicBezTo>
                  <a:pt x="267850" y="177459"/>
                  <a:pt x="278382" y="172090"/>
                  <a:pt x="282800" y="147863"/>
                </a:cubicBezTo>
                <a:cubicBezTo>
                  <a:pt x="283222" y="145607"/>
                  <a:pt x="283346" y="143301"/>
                  <a:pt x="283172" y="140996"/>
                </a:cubicBezTo>
                <a:cubicBezTo>
                  <a:pt x="282577" y="133336"/>
                  <a:pt x="280148" y="114917"/>
                  <a:pt x="270232" y="102076"/>
                </a:cubicBezTo>
                <a:cubicBezTo>
                  <a:pt x="268001" y="99250"/>
                  <a:pt x="267034" y="95656"/>
                  <a:pt x="267579" y="92111"/>
                </a:cubicBezTo>
                <a:cubicBezTo>
                  <a:pt x="268398" y="87128"/>
                  <a:pt x="271992" y="80485"/>
                  <a:pt x="283346" y="74238"/>
                </a:cubicBezTo>
                <a:cubicBezTo>
                  <a:pt x="305359" y="62165"/>
                  <a:pt x="287386" y="25278"/>
                  <a:pt x="287386" y="25278"/>
                </a:cubicBezTo>
                <a:cubicBezTo>
                  <a:pt x="287386" y="25278"/>
                  <a:pt x="278538" y="0"/>
                  <a:pt x="262195" y="0"/>
                </a:cubicBez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35" name="Google Shape;235;p29"/>
          <p:cNvSpPr txBox="1">
            <a:spLocks noGrp="1"/>
          </p:cNvSpPr>
          <p:nvPr>
            <p:ph type="title"/>
          </p:nvPr>
        </p:nvSpPr>
        <p:spPr>
          <a:xfrm>
            <a:off x="4256267" y="2027700"/>
            <a:ext cx="3532400" cy="108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36" name="Google Shape;236;p29"/>
          <p:cNvSpPr txBox="1">
            <a:spLocks noGrp="1"/>
          </p:cNvSpPr>
          <p:nvPr>
            <p:ph type="subTitle" idx="1"/>
          </p:nvPr>
        </p:nvSpPr>
        <p:spPr>
          <a:xfrm>
            <a:off x="4256267" y="3099900"/>
            <a:ext cx="3532400" cy="27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
              <a:buNone/>
              <a:defRPr sz="1600"/>
            </a:lvl1pPr>
            <a:lvl2pPr lvl="1" algn="ctr" rtl="0">
              <a:lnSpc>
                <a:spcPct val="100000"/>
              </a:lnSpc>
              <a:spcBef>
                <a:spcPts val="2133"/>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409621055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Three columns 4">
  <p:cSld name="Title and Three columns 4">
    <p:spTree>
      <p:nvGrpSpPr>
        <p:cNvPr id="1" name="Shape 237"/>
        <p:cNvGrpSpPr/>
        <p:nvPr/>
      </p:nvGrpSpPr>
      <p:grpSpPr>
        <a:xfrm>
          <a:off x="0" y="0"/>
          <a:ext cx="0" cy="0"/>
          <a:chOff x="0" y="0"/>
          <a:chExt cx="0" cy="0"/>
        </a:xfrm>
      </p:grpSpPr>
      <p:sp>
        <p:nvSpPr>
          <p:cNvPr id="238" name="Google Shape;238;p30"/>
          <p:cNvSpPr/>
          <p:nvPr/>
        </p:nvSpPr>
        <p:spPr>
          <a:xfrm>
            <a:off x="549" y="3767973"/>
            <a:ext cx="12191576" cy="3103564"/>
          </a:xfrm>
          <a:custGeom>
            <a:avLst/>
            <a:gdLst/>
            <a:ahLst/>
            <a:cxnLst/>
            <a:rect l="l" t="t" r="r" b="b"/>
            <a:pathLst>
              <a:path w="285517" h="72683" extrusionOk="0">
                <a:moveTo>
                  <a:pt x="0" y="1"/>
                </a:moveTo>
                <a:lnTo>
                  <a:pt x="285516" y="1"/>
                </a:lnTo>
                <a:lnTo>
                  <a:pt x="285516" y="72683"/>
                </a:lnTo>
                <a:lnTo>
                  <a:pt x="0" y="72683"/>
                </a:ln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39" name="Google Shape;239;p30"/>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0" name="Google Shape;240;p30"/>
          <p:cNvSpPr txBox="1">
            <a:spLocks noGrp="1"/>
          </p:cNvSpPr>
          <p:nvPr>
            <p:ph type="subTitle" idx="1"/>
          </p:nvPr>
        </p:nvSpPr>
        <p:spPr>
          <a:xfrm>
            <a:off x="4918600" y="3944867"/>
            <a:ext cx="2354800" cy="480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1" name="Google Shape;241;p30"/>
          <p:cNvSpPr txBox="1">
            <a:spLocks noGrp="1"/>
          </p:cNvSpPr>
          <p:nvPr>
            <p:ph type="subTitle" idx="2"/>
          </p:nvPr>
        </p:nvSpPr>
        <p:spPr>
          <a:xfrm>
            <a:off x="4918600" y="4424967"/>
            <a:ext cx="2354800" cy="10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242" name="Google Shape;242;p30"/>
          <p:cNvSpPr txBox="1">
            <a:spLocks noGrp="1"/>
          </p:cNvSpPr>
          <p:nvPr>
            <p:ph type="subTitle" idx="3"/>
          </p:nvPr>
        </p:nvSpPr>
        <p:spPr>
          <a:xfrm>
            <a:off x="8421397" y="3944867"/>
            <a:ext cx="2354800" cy="480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3" name="Google Shape;243;p30"/>
          <p:cNvSpPr txBox="1">
            <a:spLocks noGrp="1"/>
          </p:cNvSpPr>
          <p:nvPr>
            <p:ph type="subTitle" idx="4"/>
          </p:nvPr>
        </p:nvSpPr>
        <p:spPr>
          <a:xfrm>
            <a:off x="8421384" y="4424967"/>
            <a:ext cx="2354800" cy="10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244" name="Google Shape;244;p30"/>
          <p:cNvSpPr txBox="1">
            <a:spLocks noGrp="1"/>
          </p:cNvSpPr>
          <p:nvPr>
            <p:ph type="subTitle" idx="5"/>
          </p:nvPr>
        </p:nvSpPr>
        <p:spPr>
          <a:xfrm>
            <a:off x="1415800" y="3944700"/>
            <a:ext cx="2354800" cy="480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500"/>
              <a:buFont typeface="Pompiere"/>
              <a:buNone/>
              <a:defRPr sz="2667">
                <a:latin typeface="Pompiere"/>
                <a:ea typeface="Pompiere"/>
                <a:cs typeface="Pompiere"/>
                <a:sym typeface="Pompier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5" name="Google Shape;245;p30"/>
          <p:cNvSpPr txBox="1">
            <a:spLocks noGrp="1"/>
          </p:cNvSpPr>
          <p:nvPr>
            <p:ph type="subTitle" idx="6"/>
          </p:nvPr>
        </p:nvSpPr>
        <p:spPr>
          <a:xfrm>
            <a:off x="1415800" y="4424967"/>
            <a:ext cx="2354800" cy="102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415342586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46"/>
        <p:cNvGrpSpPr/>
        <p:nvPr/>
      </p:nvGrpSpPr>
      <p:grpSpPr>
        <a:xfrm>
          <a:off x="0" y="0"/>
          <a:ext cx="0" cy="0"/>
          <a:chOff x="0" y="0"/>
          <a:chExt cx="0" cy="0"/>
        </a:xfrm>
      </p:grpSpPr>
      <p:sp>
        <p:nvSpPr>
          <p:cNvPr id="247" name="Google Shape;247;p31"/>
          <p:cNvSpPr txBox="1">
            <a:spLocks noGrp="1"/>
          </p:cNvSpPr>
          <p:nvPr>
            <p:ph type="title"/>
          </p:nvPr>
        </p:nvSpPr>
        <p:spPr>
          <a:xfrm>
            <a:off x="7262400" y="720000"/>
            <a:ext cx="3379200" cy="163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9466"/>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48" name="Google Shape;248;p31"/>
          <p:cNvSpPr txBox="1"/>
          <p:nvPr/>
        </p:nvSpPr>
        <p:spPr>
          <a:xfrm>
            <a:off x="6940000" y="5058833"/>
            <a:ext cx="4028800" cy="6348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None/>
            </a:pPr>
            <a:r>
              <a:rPr lang="en" sz="1067">
                <a:solidFill>
                  <a:schemeClr val="dk1"/>
                </a:solidFill>
                <a:latin typeface="Hind"/>
                <a:ea typeface="Hind"/>
                <a:cs typeface="Hind"/>
                <a:sym typeface="Hind"/>
              </a:rPr>
              <a:t>CREDITS: This presentation template was created by </a:t>
            </a:r>
            <a:r>
              <a:rPr lang="en" sz="1067">
                <a:solidFill>
                  <a:schemeClr val="dk1"/>
                </a:solidFill>
                <a:uFill>
                  <a:noFill/>
                </a:uFill>
                <a:latin typeface="Hind"/>
                <a:ea typeface="Hind"/>
                <a:cs typeface="Hind"/>
                <a:sym typeface="Hind"/>
                <a:hlinkClick r:id="rId2">
                  <a:extLst>
                    <a:ext uri="{A12FA001-AC4F-418D-AE19-62706E023703}">
                      <ahyp:hlinkClr xmlns:ahyp="http://schemas.microsoft.com/office/drawing/2018/hyperlinkcolor" val="tx"/>
                    </a:ext>
                  </a:extLst>
                </a:hlinkClick>
              </a:rPr>
              <a:t>Slidesgo</a:t>
            </a:r>
            <a:r>
              <a:rPr lang="en" sz="1067">
                <a:solidFill>
                  <a:schemeClr val="dk1"/>
                </a:solidFill>
                <a:latin typeface="Hind"/>
                <a:ea typeface="Hind"/>
                <a:cs typeface="Hind"/>
                <a:sym typeface="Hind"/>
              </a:rPr>
              <a:t>, including icons, and infographics &amp; images by </a:t>
            </a:r>
            <a:r>
              <a:rPr lang="en" sz="1067">
                <a:solidFill>
                  <a:schemeClr val="dk1"/>
                </a:solidFill>
                <a:uFill>
                  <a:noFill/>
                </a:uFill>
                <a:latin typeface="Hind"/>
                <a:ea typeface="Hind"/>
                <a:cs typeface="Hind"/>
                <a:sym typeface="Hind"/>
                <a:hlinkClick r:id="rId3">
                  <a:extLst>
                    <a:ext uri="{A12FA001-AC4F-418D-AE19-62706E023703}">
                      <ahyp:hlinkClr xmlns:ahyp="http://schemas.microsoft.com/office/drawing/2018/hyperlinkcolor" val="tx"/>
                    </a:ext>
                  </a:extLst>
                </a:hlinkClick>
              </a:rPr>
              <a:t>Freepik</a:t>
            </a:r>
            <a:r>
              <a:rPr lang="en" sz="1067">
                <a:solidFill>
                  <a:schemeClr val="dk1"/>
                </a:solidFill>
                <a:latin typeface="Hind"/>
                <a:ea typeface="Hind"/>
                <a:cs typeface="Hind"/>
                <a:sym typeface="Hind"/>
              </a:rPr>
              <a:t>.</a:t>
            </a:r>
            <a:endParaRPr sz="1067" dirty="0">
              <a:solidFill>
                <a:schemeClr val="dk1"/>
              </a:solidFill>
              <a:latin typeface="Hind"/>
              <a:ea typeface="Hind"/>
              <a:cs typeface="Hind"/>
              <a:sym typeface="Hind"/>
            </a:endParaRPr>
          </a:p>
        </p:txBody>
      </p:sp>
      <p:sp>
        <p:nvSpPr>
          <p:cNvPr id="249" name="Google Shape;249;p31"/>
          <p:cNvSpPr txBox="1">
            <a:spLocks noGrp="1"/>
          </p:cNvSpPr>
          <p:nvPr>
            <p:ph type="subTitle" idx="1"/>
          </p:nvPr>
        </p:nvSpPr>
        <p:spPr>
          <a:xfrm>
            <a:off x="7262400" y="2356800"/>
            <a:ext cx="3384000" cy="156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6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250" name="Google Shape;250;p31"/>
          <p:cNvSpPr/>
          <p:nvPr/>
        </p:nvSpPr>
        <p:spPr>
          <a:xfrm rot="-5400000" flipH="1">
            <a:off x="1336405" y="1576763"/>
            <a:ext cx="3558911" cy="7263384"/>
          </a:xfrm>
          <a:custGeom>
            <a:avLst/>
            <a:gdLst/>
            <a:ahLst/>
            <a:cxnLst/>
            <a:rect l="l" t="t" r="r" b="b"/>
            <a:pathLst>
              <a:path w="103718" h="170796" extrusionOk="0">
                <a:moveTo>
                  <a:pt x="42136" y="0"/>
                </a:moveTo>
                <a:cubicBezTo>
                  <a:pt x="23819" y="0"/>
                  <a:pt x="12197" y="18853"/>
                  <a:pt x="12197" y="18853"/>
                </a:cubicBezTo>
                <a:cubicBezTo>
                  <a:pt x="4205" y="35426"/>
                  <a:pt x="16082" y="50720"/>
                  <a:pt x="25376" y="59376"/>
                </a:cubicBezTo>
                <a:cubicBezTo>
                  <a:pt x="38089" y="71252"/>
                  <a:pt x="38114" y="91563"/>
                  <a:pt x="25032" y="103021"/>
                </a:cubicBezTo>
                <a:cubicBezTo>
                  <a:pt x="23729" y="104152"/>
                  <a:pt x="22352" y="105185"/>
                  <a:pt x="20901" y="106119"/>
                </a:cubicBezTo>
                <a:cubicBezTo>
                  <a:pt x="0" y="119324"/>
                  <a:pt x="3787" y="145437"/>
                  <a:pt x="19868" y="162084"/>
                </a:cubicBezTo>
                <a:cubicBezTo>
                  <a:pt x="26221" y="168644"/>
                  <a:pt x="37060" y="170795"/>
                  <a:pt x="48541" y="170795"/>
                </a:cubicBezTo>
                <a:cubicBezTo>
                  <a:pt x="62923" y="170795"/>
                  <a:pt x="78311" y="167420"/>
                  <a:pt x="87144" y="165109"/>
                </a:cubicBezTo>
                <a:cubicBezTo>
                  <a:pt x="92554" y="163682"/>
                  <a:pt x="98136" y="162945"/>
                  <a:pt x="103717" y="162871"/>
                </a:cubicBezTo>
                <a:lnTo>
                  <a:pt x="100349" y="5452"/>
                </a:lnTo>
                <a:cubicBezTo>
                  <a:pt x="94789" y="6066"/>
                  <a:pt x="89568" y="6312"/>
                  <a:pt x="84776" y="6312"/>
                </a:cubicBezTo>
                <a:cubicBezTo>
                  <a:pt x="72892" y="6312"/>
                  <a:pt x="63653" y="4803"/>
                  <a:pt x="58449" y="3681"/>
                </a:cubicBezTo>
                <a:cubicBezTo>
                  <a:pt x="56211" y="3189"/>
                  <a:pt x="53974" y="2550"/>
                  <a:pt x="51810" y="1739"/>
                </a:cubicBezTo>
                <a:cubicBezTo>
                  <a:pt x="48415" y="522"/>
                  <a:pt x="45183" y="0"/>
                  <a:pt x="42136" y="0"/>
                </a:cubicBezTo>
                <a:close/>
              </a:path>
            </a:pathLst>
          </a:custGeom>
          <a:gradFill>
            <a:gsLst>
              <a:gs pos="0">
                <a:srgbClr val="E3FFD5"/>
              </a:gs>
              <a:gs pos="100000">
                <a:srgbClr val="90EBBA"/>
              </a:gs>
            </a:gsLst>
            <a:lin ang="0"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79122223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51"/>
        <p:cNvGrpSpPr/>
        <p:nvPr/>
      </p:nvGrpSpPr>
      <p:grpSpPr>
        <a:xfrm>
          <a:off x="0" y="0"/>
          <a:ext cx="0" cy="0"/>
          <a:chOff x="0" y="0"/>
          <a:chExt cx="0" cy="0"/>
        </a:xfrm>
      </p:grpSpPr>
      <p:sp>
        <p:nvSpPr>
          <p:cNvPr id="252" name="Google Shape;252;p32"/>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53" name="Google Shape;253;p32"/>
          <p:cNvSpPr/>
          <p:nvPr/>
        </p:nvSpPr>
        <p:spPr>
          <a:xfrm>
            <a:off x="6096002" y="1428033"/>
            <a:ext cx="6125565" cy="5439431"/>
          </a:xfrm>
          <a:custGeom>
            <a:avLst/>
            <a:gdLst/>
            <a:ahLst/>
            <a:cxnLst/>
            <a:rect l="l" t="t" r="r" b="b"/>
            <a:pathLst>
              <a:path w="156198" h="138702" extrusionOk="0">
                <a:moveTo>
                  <a:pt x="0" y="138701"/>
                </a:moveTo>
                <a:cubicBezTo>
                  <a:pt x="0" y="138701"/>
                  <a:pt x="2116" y="120906"/>
                  <a:pt x="13564" y="117157"/>
                </a:cubicBezTo>
                <a:cubicBezTo>
                  <a:pt x="16913" y="116057"/>
                  <a:pt x="20929" y="114074"/>
                  <a:pt x="24911" y="111808"/>
                </a:cubicBezTo>
                <a:cubicBezTo>
                  <a:pt x="35042" y="106076"/>
                  <a:pt x="41257" y="95328"/>
                  <a:pt x="41341" y="83714"/>
                </a:cubicBezTo>
                <a:cubicBezTo>
                  <a:pt x="41407" y="76549"/>
                  <a:pt x="44240" y="70118"/>
                  <a:pt x="55221" y="72584"/>
                </a:cubicBezTo>
                <a:cubicBezTo>
                  <a:pt x="77516" y="77582"/>
                  <a:pt x="91229" y="53771"/>
                  <a:pt x="91229" y="53771"/>
                </a:cubicBezTo>
                <a:cubicBezTo>
                  <a:pt x="91229" y="53771"/>
                  <a:pt x="84797" y="17380"/>
                  <a:pt x="108958" y="12181"/>
                </a:cubicBezTo>
                <a:cubicBezTo>
                  <a:pt x="133119" y="6966"/>
                  <a:pt x="156197" y="1"/>
                  <a:pt x="156197" y="1"/>
                </a:cubicBezTo>
                <a:lnTo>
                  <a:pt x="155831" y="138601"/>
                </a:lnTo>
                <a:close/>
              </a:path>
            </a:pathLst>
          </a:custGeom>
          <a:gradFill>
            <a:gsLst>
              <a:gs pos="0">
                <a:srgbClr val="E3FFD5"/>
              </a:gs>
              <a:gs pos="100000">
                <a:srgbClr val="90EBBA"/>
              </a:gs>
            </a:gsLst>
            <a:lin ang="26986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444710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slideLayout" Target="../slideLayouts/slideLayout55.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theme" Target="../theme/theme2.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theme" Target="../theme/theme4.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3168" y="573024"/>
            <a:ext cx="10285200" cy="763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1pPr>
            <a:lvl2pPr lvl="1"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2pPr>
            <a:lvl3pPr lvl="2"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3pPr>
            <a:lvl4pPr lvl="3"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4pPr>
            <a:lvl5pPr lvl="4"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5pPr>
            <a:lvl6pPr lvl="5"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6pPr>
            <a:lvl7pPr lvl="6"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7pPr>
            <a:lvl8pPr lvl="7"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8pPr>
            <a:lvl9pPr lvl="8"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9pPr>
          </a:lstStyle>
          <a:p>
            <a:endParaRPr/>
          </a:p>
        </p:txBody>
      </p:sp>
      <p:sp>
        <p:nvSpPr>
          <p:cNvPr id="7" name="Google Shape;7;p1"/>
          <p:cNvSpPr txBox="1">
            <a:spLocks noGrp="1"/>
          </p:cNvSpPr>
          <p:nvPr>
            <p:ph type="body" idx="1"/>
          </p:nvPr>
        </p:nvSpPr>
        <p:spPr>
          <a:xfrm>
            <a:off x="953467" y="1536633"/>
            <a:ext cx="102852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1pPr>
            <a:lvl2pPr marL="914400" lvl="1"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2pPr>
            <a:lvl3pPr marL="1371600" lvl="2"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3pPr>
            <a:lvl4pPr marL="1828800" lvl="3"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4pPr>
            <a:lvl5pPr marL="2286000" lvl="4"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5pPr>
            <a:lvl6pPr marL="2743200" lvl="5"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6pPr>
            <a:lvl7pPr marL="3200400" lvl="6"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7pPr>
            <a:lvl8pPr marL="3657600" lvl="7"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8pPr>
            <a:lvl9pPr marL="4114800" lvl="8"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9pPr>
          </a:lstStyle>
          <a:p>
            <a:endParaRPr/>
          </a:p>
        </p:txBody>
      </p:sp>
    </p:spTree>
    <p:extLst>
      <p:ext uri="{BB962C8B-B14F-4D97-AF65-F5344CB8AC3E}">
        <p14:creationId xmlns:p14="http://schemas.microsoft.com/office/powerpoint/2010/main" val="398349176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1pPr>
            <a:lvl2pPr lvl="1"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2pPr>
            <a:lvl3pPr lvl="2"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3pPr>
            <a:lvl4pPr lvl="3"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4pPr>
            <a:lvl5pPr lvl="4"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5pPr>
            <a:lvl6pPr lvl="5"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6pPr>
            <a:lvl7pPr lvl="6"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7pPr>
            <a:lvl8pPr lvl="7"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8pPr>
            <a:lvl9pPr lvl="8"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Hind"/>
              <a:buChar char="●"/>
              <a:defRPr sz="1800">
                <a:solidFill>
                  <a:schemeClr val="dk1"/>
                </a:solidFill>
                <a:latin typeface="Hind"/>
                <a:ea typeface="Hind"/>
                <a:cs typeface="Hind"/>
                <a:sym typeface="Hind"/>
              </a:defRPr>
            </a:lvl1pPr>
            <a:lvl2pPr marL="914400" lvl="1"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2pPr>
            <a:lvl3pPr marL="1371600" lvl="2"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3pPr>
            <a:lvl4pPr marL="1828800" lvl="3"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4pPr>
            <a:lvl5pPr marL="2286000" lvl="4"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5pPr>
            <a:lvl6pPr marL="2743200" lvl="5"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6pPr>
            <a:lvl7pPr marL="3200400" lvl="6"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7pPr>
            <a:lvl8pPr marL="3657600" lvl="7"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8pPr>
            <a:lvl9pPr marL="4114800" lvl="8" indent="-317500" rtl="0">
              <a:lnSpc>
                <a:spcPct val="115000"/>
              </a:lnSpc>
              <a:spcBef>
                <a:spcPts val="1600"/>
              </a:spcBef>
              <a:spcAft>
                <a:spcPts val="1600"/>
              </a:spcAft>
              <a:buClr>
                <a:schemeClr val="dk1"/>
              </a:buClr>
              <a:buSzPts val="1400"/>
              <a:buFont typeface="Hind"/>
              <a:buChar char="■"/>
              <a:defRPr>
                <a:solidFill>
                  <a:schemeClr val="dk1"/>
                </a:solidFill>
                <a:latin typeface="Hind"/>
                <a:ea typeface="Hind"/>
                <a:cs typeface="Hind"/>
                <a:sym typeface="Hind"/>
              </a:defRPr>
            </a:lvl9pPr>
          </a:lstStyle>
          <a:p>
            <a:endParaRPr/>
          </a:p>
        </p:txBody>
      </p:sp>
    </p:spTree>
    <p:extLst>
      <p:ext uri="{BB962C8B-B14F-4D97-AF65-F5344CB8AC3E}">
        <p14:creationId xmlns:p14="http://schemas.microsoft.com/office/powerpoint/2010/main" val="1282932634"/>
      </p:ext>
    </p:extLst>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3168" y="573024"/>
            <a:ext cx="10285200" cy="763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1pPr>
            <a:lvl2pPr lvl="1"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2pPr>
            <a:lvl3pPr lvl="2"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3pPr>
            <a:lvl4pPr lvl="3"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4pPr>
            <a:lvl5pPr lvl="4"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5pPr>
            <a:lvl6pPr lvl="5"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6pPr>
            <a:lvl7pPr lvl="6"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7pPr>
            <a:lvl8pPr lvl="7"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8pPr>
            <a:lvl9pPr lvl="8" algn="ctr" rtl="0">
              <a:spcBef>
                <a:spcPts val="0"/>
              </a:spcBef>
              <a:spcAft>
                <a:spcPts val="0"/>
              </a:spcAft>
              <a:buClr>
                <a:schemeClr val="dk1"/>
              </a:buClr>
              <a:buSzPts val="3400"/>
              <a:buFont typeface="Gantari ExtraBold"/>
              <a:buNone/>
              <a:defRPr sz="3400">
                <a:solidFill>
                  <a:schemeClr val="dk1"/>
                </a:solidFill>
                <a:latin typeface="Gantari ExtraBold"/>
                <a:ea typeface="Gantari ExtraBold"/>
                <a:cs typeface="Gantari ExtraBold"/>
                <a:sym typeface="Gantari ExtraBold"/>
              </a:defRPr>
            </a:lvl9pPr>
          </a:lstStyle>
          <a:p>
            <a:endParaRPr/>
          </a:p>
        </p:txBody>
      </p:sp>
      <p:sp>
        <p:nvSpPr>
          <p:cNvPr id="7" name="Google Shape;7;p1"/>
          <p:cNvSpPr txBox="1">
            <a:spLocks noGrp="1"/>
          </p:cNvSpPr>
          <p:nvPr>
            <p:ph type="body" idx="1"/>
          </p:nvPr>
        </p:nvSpPr>
        <p:spPr>
          <a:xfrm>
            <a:off x="953467" y="1536633"/>
            <a:ext cx="102852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1pPr>
            <a:lvl2pPr marL="914400" lvl="1"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2pPr>
            <a:lvl3pPr marL="1371600" lvl="2"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3pPr>
            <a:lvl4pPr marL="1828800" lvl="3"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4pPr>
            <a:lvl5pPr marL="2286000" lvl="4"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5pPr>
            <a:lvl6pPr marL="2743200" lvl="5"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6pPr>
            <a:lvl7pPr marL="3200400" lvl="6"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7pPr>
            <a:lvl8pPr marL="3657600" lvl="7"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8pPr>
            <a:lvl9pPr marL="4114800" lvl="8" indent="-304800">
              <a:lnSpc>
                <a:spcPct val="100000"/>
              </a:lnSpc>
              <a:spcBef>
                <a:spcPts val="0"/>
              </a:spcBef>
              <a:spcAft>
                <a:spcPts val="0"/>
              </a:spcAft>
              <a:buClr>
                <a:schemeClr val="dk1"/>
              </a:buClr>
              <a:buSzPts val="1200"/>
              <a:buFont typeface="Hind Siliguri"/>
              <a:buChar char="■"/>
              <a:defRPr sz="1200">
                <a:solidFill>
                  <a:schemeClr val="dk1"/>
                </a:solidFill>
                <a:latin typeface="Hind Siliguri"/>
                <a:ea typeface="Hind Siliguri"/>
                <a:cs typeface="Hind Siliguri"/>
                <a:sym typeface="Hind Siliguri"/>
              </a:defRPr>
            </a:lvl9pPr>
          </a:lstStyle>
          <a:p>
            <a:endParaRPr/>
          </a:p>
        </p:txBody>
      </p:sp>
    </p:spTree>
    <p:extLst>
      <p:ext uri="{BB962C8B-B14F-4D97-AF65-F5344CB8AC3E}">
        <p14:creationId xmlns:p14="http://schemas.microsoft.com/office/powerpoint/2010/main" val="3339729773"/>
      </p:ext>
    </p:extLst>
  </p:cSld>
  <p:clrMap bg1="lt1" tx1="dk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 id="2147483745" r:id="rId2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1pPr>
            <a:lvl2pPr lvl="1"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2pPr>
            <a:lvl3pPr lvl="2"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3pPr>
            <a:lvl4pPr lvl="3"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4pPr>
            <a:lvl5pPr lvl="4"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5pPr>
            <a:lvl6pPr lvl="5"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6pPr>
            <a:lvl7pPr lvl="6"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7pPr>
            <a:lvl8pPr lvl="7"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8pPr>
            <a:lvl9pPr lvl="8" rtl="0">
              <a:spcBef>
                <a:spcPts val="0"/>
              </a:spcBef>
              <a:spcAft>
                <a:spcPts val="0"/>
              </a:spcAft>
              <a:buClr>
                <a:schemeClr val="dk1"/>
              </a:buClr>
              <a:buSzPts val="3500"/>
              <a:buFont typeface="Pompiere"/>
              <a:buNone/>
              <a:defRPr sz="3500">
                <a:solidFill>
                  <a:schemeClr val="dk1"/>
                </a:solidFill>
                <a:latin typeface="Pompiere"/>
                <a:ea typeface="Pompiere"/>
                <a:cs typeface="Pompiere"/>
                <a:sym typeface="Pompier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Hind"/>
              <a:buChar char="●"/>
              <a:defRPr sz="1800">
                <a:solidFill>
                  <a:schemeClr val="dk1"/>
                </a:solidFill>
                <a:latin typeface="Hind"/>
                <a:ea typeface="Hind"/>
                <a:cs typeface="Hind"/>
                <a:sym typeface="Hind"/>
              </a:defRPr>
            </a:lvl1pPr>
            <a:lvl2pPr marL="914400" lvl="1"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2pPr>
            <a:lvl3pPr marL="1371600" lvl="2"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3pPr>
            <a:lvl4pPr marL="1828800" lvl="3"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4pPr>
            <a:lvl5pPr marL="2286000" lvl="4"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5pPr>
            <a:lvl6pPr marL="2743200" lvl="5"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6pPr>
            <a:lvl7pPr marL="3200400" lvl="6"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7pPr>
            <a:lvl8pPr marL="3657600" lvl="7" indent="-317500" rtl="0">
              <a:lnSpc>
                <a:spcPct val="115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8pPr>
            <a:lvl9pPr marL="4114800" lvl="8" indent="-317500" rtl="0">
              <a:lnSpc>
                <a:spcPct val="115000"/>
              </a:lnSpc>
              <a:spcBef>
                <a:spcPts val="1600"/>
              </a:spcBef>
              <a:spcAft>
                <a:spcPts val="1600"/>
              </a:spcAft>
              <a:buClr>
                <a:schemeClr val="dk1"/>
              </a:buClr>
              <a:buSzPts val="1400"/>
              <a:buFont typeface="Hind"/>
              <a:buChar char="■"/>
              <a:defRPr>
                <a:solidFill>
                  <a:schemeClr val="dk1"/>
                </a:solidFill>
                <a:latin typeface="Hind"/>
                <a:ea typeface="Hind"/>
                <a:cs typeface="Hind"/>
                <a:sym typeface="Hind"/>
              </a:defRPr>
            </a:lvl9pPr>
          </a:lstStyle>
          <a:p>
            <a:endParaRPr/>
          </a:p>
        </p:txBody>
      </p:sp>
    </p:spTree>
    <p:extLst>
      <p:ext uri="{BB962C8B-B14F-4D97-AF65-F5344CB8AC3E}">
        <p14:creationId xmlns:p14="http://schemas.microsoft.com/office/powerpoint/2010/main" val="1792334815"/>
      </p:ext>
    </p:extLst>
  </p:cSld>
  <p:clrMap bg1="lt1" tx1="dk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 id="2147483774" r:id="rId28"/>
    <p:sldLayoutId id="2147483775" r:id="rId29"/>
    <p:sldLayoutId id="2147483776" r:id="rId30"/>
    <p:sldLayoutId id="2147483777"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42.xml"/><Relationship Id="rId5" Type="http://schemas.openxmlformats.org/officeDocument/2006/relationships/image" Target="../media/image5.e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0.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90.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7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0"/>
        <p:cNvGrpSpPr/>
        <p:nvPr/>
      </p:nvGrpSpPr>
      <p:grpSpPr>
        <a:xfrm>
          <a:off x="0" y="0"/>
          <a:ext cx="0" cy="0"/>
          <a:chOff x="0" y="0"/>
          <a:chExt cx="0" cy="0"/>
        </a:xfrm>
      </p:grpSpPr>
      <p:sp>
        <p:nvSpPr>
          <p:cNvPr id="1091" name="Google Shape;1091;p31"/>
          <p:cNvSpPr txBox="1">
            <a:spLocks noGrp="1"/>
          </p:cNvSpPr>
          <p:nvPr>
            <p:ph type="ctrTitle"/>
          </p:nvPr>
        </p:nvSpPr>
        <p:spPr>
          <a:xfrm>
            <a:off x="600878" y="887827"/>
            <a:ext cx="4835420" cy="1568416"/>
          </a:xfrm>
          <a:prstGeom prst="rect">
            <a:avLst/>
          </a:prstGeom>
        </p:spPr>
        <p:txBody>
          <a:bodyPr spcFirstLastPara="1" wrap="square" lIns="91425" tIns="91425" rIns="91425" bIns="91425" anchor="b" anchorCtr="0">
            <a:noAutofit/>
          </a:bodyPr>
          <a:lstStyle/>
          <a:p>
            <a:r>
              <a:rPr lang="en-US" sz="4400" dirty="0"/>
              <a:t>Health Guard AI Detection System</a:t>
            </a:r>
            <a:endParaRPr sz="4400" dirty="0">
              <a:latin typeface="Gantari"/>
              <a:ea typeface="Gantari"/>
              <a:cs typeface="Gantari"/>
              <a:sym typeface="Gantari"/>
            </a:endParaRPr>
          </a:p>
        </p:txBody>
      </p:sp>
      <p:sp>
        <p:nvSpPr>
          <p:cNvPr id="1092" name="Google Shape;1092;p31"/>
          <p:cNvSpPr txBox="1">
            <a:spLocks noGrp="1"/>
          </p:cNvSpPr>
          <p:nvPr>
            <p:ph type="subTitle" idx="1"/>
          </p:nvPr>
        </p:nvSpPr>
        <p:spPr>
          <a:xfrm>
            <a:off x="672439" y="2456243"/>
            <a:ext cx="2875433" cy="480215"/>
          </a:xfrm>
          <a:prstGeom prst="rect">
            <a:avLst/>
          </a:prstGeom>
        </p:spPr>
        <p:txBody>
          <a:bodyPr spcFirstLastPara="1" wrap="square" lIns="91425" tIns="91425" rIns="91425" bIns="91425" anchor="ctr" anchorCtr="0">
            <a:noAutofit/>
          </a:bodyPr>
          <a:lstStyle/>
          <a:p>
            <a:pPr marL="0" indent="0"/>
            <a:r>
              <a:rPr lang="en-US" sz="2000" dirty="0"/>
              <a:t>Final Viva Presentation</a:t>
            </a:r>
          </a:p>
          <a:p>
            <a:pPr marL="0" indent="0"/>
            <a:endParaRPr dirty="0"/>
          </a:p>
        </p:txBody>
      </p:sp>
      <p:grpSp>
        <p:nvGrpSpPr>
          <p:cNvPr id="1093" name="Google Shape;1093;p31"/>
          <p:cNvGrpSpPr/>
          <p:nvPr/>
        </p:nvGrpSpPr>
        <p:grpSpPr>
          <a:xfrm>
            <a:off x="7827838" y="448915"/>
            <a:ext cx="2177621" cy="1768949"/>
            <a:chOff x="5901500" y="0"/>
            <a:chExt cx="2177621" cy="1768949"/>
          </a:xfrm>
        </p:grpSpPr>
        <p:grpSp>
          <p:nvGrpSpPr>
            <p:cNvPr id="1094" name="Google Shape;1094;p31"/>
            <p:cNvGrpSpPr/>
            <p:nvPr/>
          </p:nvGrpSpPr>
          <p:grpSpPr>
            <a:xfrm>
              <a:off x="5901500" y="410101"/>
              <a:ext cx="2177621" cy="1358848"/>
              <a:chOff x="4613625" y="731100"/>
              <a:chExt cx="870700" cy="543300"/>
            </a:xfrm>
          </p:grpSpPr>
          <p:sp>
            <p:nvSpPr>
              <p:cNvPr id="1095" name="Google Shape;1095;p31"/>
              <p:cNvSpPr/>
              <p:nvPr/>
            </p:nvSpPr>
            <p:spPr>
              <a:xfrm>
                <a:off x="4613625" y="731100"/>
                <a:ext cx="870700" cy="543300"/>
              </a:xfrm>
              <a:custGeom>
                <a:avLst/>
                <a:gdLst/>
                <a:ahLst/>
                <a:cxnLst/>
                <a:rect l="l" t="t" r="r" b="b"/>
                <a:pathLst>
                  <a:path w="34828" h="21732" extrusionOk="0">
                    <a:moveTo>
                      <a:pt x="18788" y="0"/>
                    </a:moveTo>
                    <a:lnTo>
                      <a:pt x="14607" y="767"/>
                    </a:lnTo>
                    <a:lnTo>
                      <a:pt x="14822" y="1885"/>
                    </a:lnTo>
                    <a:lnTo>
                      <a:pt x="15981" y="1670"/>
                    </a:lnTo>
                    <a:lnTo>
                      <a:pt x="17217" y="8345"/>
                    </a:lnTo>
                    <a:lnTo>
                      <a:pt x="11073" y="9483"/>
                    </a:lnTo>
                    <a:cubicBezTo>
                      <a:pt x="10814" y="9301"/>
                      <a:pt x="10487" y="9201"/>
                      <a:pt x="10142" y="9201"/>
                    </a:cubicBezTo>
                    <a:cubicBezTo>
                      <a:pt x="10041" y="9201"/>
                      <a:pt x="9938" y="9210"/>
                      <a:pt x="9835" y="9227"/>
                    </a:cubicBezTo>
                    <a:cubicBezTo>
                      <a:pt x="8972" y="9385"/>
                      <a:pt x="8383" y="10151"/>
                      <a:pt x="8540" y="10936"/>
                    </a:cubicBezTo>
                    <a:cubicBezTo>
                      <a:pt x="8639" y="11544"/>
                      <a:pt x="9168" y="11996"/>
                      <a:pt x="9796" y="12075"/>
                    </a:cubicBezTo>
                    <a:lnTo>
                      <a:pt x="10209" y="13900"/>
                    </a:lnTo>
                    <a:cubicBezTo>
                      <a:pt x="9413" y="13819"/>
                      <a:pt x="8635" y="13780"/>
                      <a:pt x="7887" y="13780"/>
                    </a:cubicBezTo>
                    <a:cubicBezTo>
                      <a:pt x="3745" y="13780"/>
                      <a:pt x="524" y="14967"/>
                      <a:pt x="275" y="16747"/>
                    </a:cubicBezTo>
                    <a:cubicBezTo>
                      <a:pt x="1" y="18886"/>
                      <a:pt x="4024" y="21046"/>
                      <a:pt x="9286" y="21596"/>
                    </a:cubicBezTo>
                    <a:cubicBezTo>
                      <a:pt x="10134" y="21688"/>
                      <a:pt x="10962" y="21731"/>
                      <a:pt x="11756" y="21731"/>
                    </a:cubicBezTo>
                    <a:cubicBezTo>
                      <a:pt x="15882" y="21731"/>
                      <a:pt x="19071" y="20544"/>
                      <a:pt x="19318" y="18750"/>
                    </a:cubicBezTo>
                    <a:cubicBezTo>
                      <a:pt x="19573" y="16766"/>
                      <a:pt x="16060" y="14724"/>
                      <a:pt x="11288" y="14018"/>
                    </a:cubicBezTo>
                    <a:lnTo>
                      <a:pt x="10896" y="11879"/>
                    </a:lnTo>
                    <a:cubicBezTo>
                      <a:pt x="11131" y="11740"/>
                      <a:pt x="11327" y="11564"/>
                      <a:pt x="11466" y="11329"/>
                    </a:cubicBezTo>
                    <a:lnTo>
                      <a:pt x="22361" y="9306"/>
                    </a:lnTo>
                    <a:cubicBezTo>
                      <a:pt x="22825" y="9849"/>
                      <a:pt x="23535" y="10185"/>
                      <a:pt x="24323" y="10185"/>
                    </a:cubicBezTo>
                    <a:cubicBezTo>
                      <a:pt x="24503" y="10185"/>
                      <a:pt x="24687" y="10167"/>
                      <a:pt x="24874" y="10131"/>
                    </a:cubicBezTo>
                    <a:cubicBezTo>
                      <a:pt x="24952" y="10112"/>
                      <a:pt x="25051" y="10091"/>
                      <a:pt x="25130" y="10072"/>
                    </a:cubicBezTo>
                    <a:lnTo>
                      <a:pt x="25954" y="11426"/>
                    </a:lnTo>
                    <a:cubicBezTo>
                      <a:pt x="23264" y="12997"/>
                      <a:pt x="21674" y="14960"/>
                      <a:pt x="22303" y="16059"/>
                    </a:cubicBezTo>
                    <a:cubicBezTo>
                      <a:pt x="22595" y="16580"/>
                      <a:pt x="23318" y="16830"/>
                      <a:pt x="24297" y="16830"/>
                    </a:cubicBezTo>
                    <a:cubicBezTo>
                      <a:pt x="25682" y="16830"/>
                      <a:pt x="27578" y="16328"/>
                      <a:pt x="29488" y="15373"/>
                    </a:cubicBezTo>
                    <a:cubicBezTo>
                      <a:pt x="32747" y="13763"/>
                      <a:pt x="34828" y="11447"/>
                      <a:pt x="34140" y="10209"/>
                    </a:cubicBezTo>
                    <a:cubicBezTo>
                      <a:pt x="33844" y="9694"/>
                      <a:pt x="33116" y="9444"/>
                      <a:pt x="32131" y="9444"/>
                    </a:cubicBezTo>
                    <a:cubicBezTo>
                      <a:pt x="30829" y="9444"/>
                      <a:pt x="29078" y="9881"/>
                      <a:pt x="27289" y="10719"/>
                    </a:cubicBezTo>
                    <a:lnTo>
                      <a:pt x="26425" y="9287"/>
                    </a:lnTo>
                    <a:cubicBezTo>
                      <a:pt x="26896" y="8756"/>
                      <a:pt x="27112" y="8050"/>
                      <a:pt x="26994" y="7343"/>
                    </a:cubicBezTo>
                    <a:cubicBezTo>
                      <a:pt x="26787" y="6223"/>
                      <a:pt x="25733" y="5451"/>
                      <a:pt x="24523" y="5451"/>
                    </a:cubicBezTo>
                    <a:cubicBezTo>
                      <a:pt x="24354" y="5451"/>
                      <a:pt x="24183" y="5466"/>
                      <a:pt x="24010" y="5497"/>
                    </a:cubicBezTo>
                    <a:cubicBezTo>
                      <a:pt x="22891" y="5714"/>
                      <a:pt x="22086" y="6518"/>
                      <a:pt x="21889" y="7481"/>
                    </a:cubicBezTo>
                    <a:lnTo>
                      <a:pt x="18866" y="8031"/>
                    </a:lnTo>
                    <a:lnTo>
                      <a:pt x="17611" y="1363"/>
                    </a:lnTo>
                    <a:lnTo>
                      <a:pt x="17611" y="1363"/>
                    </a:lnTo>
                    <a:lnTo>
                      <a:pt x="18984" y="1100"/>
                    </a:lnTo>
                    <a:lnTo>
                      <a:pt x="18788" y="0"/>
                    </a:ln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096" name="Google Shape;1096;p31"/>
              <p:cNvSpPr/>
              <p:nvPr/>
            </p:nvSpPr>
            <p:spPr>
              <a:xfrm>
                <a:off x="4975325" y="915525"/>
                <a:ext cx="139925" cy="126375"/>
              </a:xfrm>
              <a:custGeom>
                <a:avLst/>
                <a:gdLst/>
                <a:ahLst/>
                <a:cxnLst/>
                <a:rect l="l" t="t" r="r" b="b"/>
                <a:pathLst>
                  <a:path w="5597" h="5055" extrusionOk="0">
                    <a:moveTo>
                      <a:pt x="2817" y="1"/>
                    </a:moveTo>
                    <a:cubicBezTo>
                      <a:pt x="2659" y="1"/>
                      <a:pt x="2499" y="15"/>
                      <a:pt x="2338" y="44"/>
                    </a:cubicBezTo>
                    <a:cubicBezTo>
                      <a:pt x="924" y="300"/>
                      <a:pt x="1" y="1635"/>
                      <a:pt x="257" y="2989"/>
                    </a:cubicBezTo>
                    <a:cubicBezTo>
                      <a:pt x="482" y="4207"/>
                      <a:pt x="1556" y="5055"/>
                      <a:pt x="2782" y="5055"/>
                    </a:cubicBezTo>
                    <a:cubicBezTo>
                      <a:pt x="2939" y="5055"/>
                      <a:pt x="3099" y="5041"/>
                      <a:pt x="3259" y="5012"/>
                    </a:cubicBezTo>
                    <a:cubicBezTo>
                      <a:pt x="4654" y="4737"/>
                      <a:pt x="5596" y="3421"/>
                      <a:pt x="5322" y="2047"/>
                    </a:cubicBezTo>
                    <a:cubicBezTo>
                      <a:pt x="5095" y="832"/>
                      <a:pt x="4025" y="1"/>
                      <a:pt x="2817" y="1"/>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097" name="Google Shape;1097;p31"/>
              <p:cNvSpPr/>
              <p:nvPr/>
            </p:nvSpPr>
            <p:spPr>
              <a:xfrm>
                <a:off x="4997900" y="938925"/>
                <a:ext cx="92300" cy="83050"/>
              </a:xfrm>
              <a:custGeom>
                <a:avLst/>
                <a:gdLst/>
                <a:ahLst/>
                <a:cxnLst/>
                <a:rect l="l" t="t" r="r" b="b"/>
                <a:pathLst>
                  <a:path w="3692" h="3322" extrusionOk="0">
                    <a:moveTo>
                      <a:pt x="1882" y="0"/>
                    </a:moveTo>
                    <a:cubicBezTo>
                      <a:pt x="1773" y="0"/>
                      <a:pt x="1663" y="11"/>
                      <a:pt x="1552" y="32"/>
                    </a:cubicBezTo>
                    <a:cubicBezTo>
                      <a:pt x="610" y="208"/>
                      <a:pt x="1" y="1072"/>
                      <a:pt x="178" y="1975"/>
                    </a:cubicBezTo>
                    <a:cubicBezTo>
                      <a:pt x="316" y="2770"/>
                      <a:pt x="1018" y="3322"/>
                      <a:pt x="1827" y="3322"/>
                    </a:cubicBezTo>
                    <a:cubicBezTo>
                      <a:pt x="1936" y="3322"/>
                      <a:pt x="2048" y="3312"/>
                      <a:pt x="2160" y="3291"/>
                    </a:cubicBezTo>
                    <a:cubicBezTo>
                      <a:pt x="3084" y="3113"/>
                      <a:pt x="3691" y="2249"/>
                      <a:pt x="3534" y="1346"/>
                    </a:cubicBezTo>
                    <a:cubicBezTo>
                      <a:pt x="3380" y="552"/>
                      <a:pt x="2676" y="0"/>
                      <a:pt x="1882" y="0"/>
                    </a:cubicBez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098" name="Google Shape;1098;p31"/>
              <p:cNvSpPr/>
              <p:nvPr/>
            </p:nvSpPr>
            <p:spPr>
              <a:xfrm>
                <a:off x="4635700" y="1105500"/>
                <a:ext cx="451550" cy="157700"/>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099" name="Google Shape;1099;p31"/>
              <p:cNvSpPr/>
              <p:nvPr/>
            </p:nvSpPr>
            <p:spPr>
              <a:xfrm>
                <a:off x="4650425" y="1161325"/>
                <a:ext cx="136450" cy="42875"/>
              </a:xfrm>
              <a:custGeom>
                <a:avLst/>
                <a:gdLst/>
                <a:ahLst/>
                <a:cxnLst/>
                <a:rect l="l" t="t" r="r" b="b"/>
                <a:pathLst>
                  <a:path w="5458" h="1715" extrusionOk="0">
                    <a:moveTo>
                      <a:pt x="1783" y="0"/>
                    </a:moveTo>
                    <a:cubicBezTo>
                      <a:pt x="827" y="0"/>
                      <a:pt x="118" y="184"/>
                      <a:pt x="60" y="520"/>
                    </a:cubicBezTo>
                    <a:cubicBezTo>
                      <a:pt x="0" y="952"/>
                      <a:pt x="1120" y="1462"/>
                      <a:pt x="2592" y="1638"/>
                    </a:cubicBezTo>
                    <a:cubicBezTo>
                      <a:pt x="2980" y="1690"/>
                      <a:pt x="3354" y="1714"/>
                      <a:pt x="3695" y="1714"/>
                    </a:cubicBezTo>
                    <a:cubicBezTo>
                      <a:pt x="4645" y="1714"/>
                      <a:pt x="5337" y="1524"/>
                      <a:pt x="5379" y="1206"/>
                    </a:cubicBezTo>
                    <a:cubicBezTo>
                      <a:pt x="5458" y="774"/>
                      <a:pt x="4319" y="264"/>
                      <a:pt x="2848" y="68"/>
                    </a:cubicBezTo>
                    <a:cubicBezTo>
                      <a:pt x="2474" y="22"/>
                      <a:pt x="2114" y="0"/>
                      <a:pt x="1783"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0" name="Google Shape;1100;p31"/>
              <p:cNvSpPr/>
              <p:nvPr/>
            </p:nvSpPr>
            <p:spPr>
              <a:xfrm>
                <a:off x="4840375" y="978000"/>
                <a:ext cx="50550" cy="41225"/>
              </a:xfrm>
              <a:custGeom>
                <a:avLst/>
                <a:gdLst/>
                <a:ahLst/>
                <a:cxnLst/>
                <a:rect l="l" t="t" r="r" b="b"/>
                <a:pathLst>
                  <a:path w="2022" h="1649" extrusionOk="0">
                    <a:moveTo>
                      <a:pt x="1061" y="0"/>
                    </a:moveTo>
                    <a:cubicBezTo>
                      <a:pt x="997" y="0"/>
                      <a:pt x="931" y="6"/>
                      <a:pt x="864" y="19"/>
                    </a:cubicBezTo>
                    <a:cubicBezTo>
                      <a:pt x="354" y="118"/>
                      <a:pt x="1" y="550"/>
                      <a:pt x="79" y="1001"/>
                    </a:cubicBezTo>
                    <a:cubicBezTo>
                      <a:pt x="147" y="1391"/>
                      <a:pt x="521" y="1649"/>
                      <a:pt x="950" y="1649"/>
                    </a:cubicBezTo>
                    <a:cubicBezTo>
                      <a:pt x="1018" y="1649"/>
                      <a:pt x="1088" y="1642"/>
                      <a:pt x="1158" y="1629"/>
                    </a:cubicBezTo>
                    <a:cubicBezTo>
                      <a:pt x="1668" y="1531"/>
                      <a:pt x="2022" y="1099"/>
                      <a:pt x="1943" y="647"/>
                    </a:cubicBezTo>
                    <a:cubicBezTo>
                      <a:pt x="1875" y="271"/>
                      <a:pt x="1495" y="0"/>
                      <a:pt x="1061"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1" name="Google Shape;1101;p31"/>
              <p:cNvSpPr/>
              <p:nvPr/>
            </p:nvSpPr>
            <p:spPr>
              <a:xfrm>
                <a:off x="4917400" y="1193475"/>
                <a:ext cx="136475" cy="43125"/>
              </a:xfrm>
              <a:custGeom>
                <a:avLst/>
                <a:gdLst/>
                <a:ahLst/>
                <a:cxnLst/>
                <a:rect l="l" t="t" r="r" b="b"/>
                <a:pathLst>
                  <a:path w="5459" h="1725" extrusionOk="0">
                    <a:moveTo>
                      <a:pt x="1768" y="1"/>
                    </a:moveTo>
                    <a:cubicBezTo>
                      <a:pt x="823" y="1"/>
                      <a:pt x="137" y="191"/>
                      <a:pt x="80" y="509"/>
                    </a:cubicBezTo>
                    <a:cubicBezTo>
                      <a:pt x="1" y="941"/>
                      <a:pt x="1140" y="1452"/>
                      <a:pt x="2613" y="1648"/>
                    </a:cubicBezTo>
                    <a:cubicBezTo>
                      <a:pt x="3001" y="1700"/>
                      <a:pt x="3373" y="1724"/>
                      <a:pt x="3712" y="1724"/>
                    </a:cubicBezTo>
                    <a:cubicBezTo>
                      <a:pt x="4657" y="1724"/>
                      <a:pt x="5343" y="1534"/>
                      <a:pt x="5401" y="1216"/>
                    </a:cubicBezTo>
                    <a:cubicBezTo>
                      <a:pt x="5459" y="784"/>
                      <a:pt x="4340" y="274"/>
                      <a:pt x="2867" y="77"/>
                    </a:cubicBezTo>
                    <a:cubicBezTo>
                      <a:pt x="2479" y="25"/>
                      <a:pt x="2107" y="1"/>
                      <a:pt x="1768"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2" name="Google Shape;1102;p31"/>
              <p:cNvSpPr/>
              <p:nvPr/>
            </p:nvSpPr>
            <p:spPr>
              <a:xfrm>
                <a:off x="4776575" y="1213125"/>
                <a:ext cx="136475" cy="43100"/>
              </a:xfrm>
              <a:custGeom>
                <a:avLst/>
                <a:gdLst/>
                <a:ahLst/>
                <a:cxnLst/>
                <a:rect l="l" t="t" r="r" b="b"/>
                <a:pathLst>
                  <a:path w="5459" h="1724" extrusionOk="0">
                    <a:moveTo>
                      <a:pt x="1764" y="0"/>
                    </a:moveTo>
                    <a:cubicBezTo>
                      <a:pt x="814" y="0"/>
                      <a:pt x="122" y="191"/>
                      <a:pt x="79" y="508"/>
                    </a:cubicBezTo>
                    <a:cubicBezTo>
                      <a:pt x="0" y="940"/>
                      <a:pt x="1139" y="1451"/>
                      <a:pt x="2611" y="1647"/>
                    </a:cubicBezTo>
                    <a:cubicBezTo>
                      <a:pt x="2999" y="1699"/>
                      <a:pt x="3372" y="1723"/>
                      <a:pt x="3711" y="1723"/>
                    </a:cubicBezTo>
                    <a:cubicBezTo>
                      <a:pt x="4656" y="1723"/>
                      <a:pt x="5341" y="1533"/>
                      <a:pt x="5398" y="1215"/>
                    </a:cubicBezTo>
                    <a:cubicBezTo>
                      <a:pt x="5458" y="783"/>
                      <a:pt x="4338" y="273"/>
                      <a:pt x="2867" y="77"/>
                    </a:cubicBezTo>
                    <a:cubicBezTo>
                      <a:pt x="2478" y="25"/>
                      <a:pt x="2104" y="0"/>
                      <a:pt x="1764"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3" name="Google Shape;1103;p31"/>
              <p:cNvSpPr/>
              <p:nvPr/>
            </p:nvSpPr>
            <p:spPr>
              <a:xfrm>
                <a:off x="4798650" y="1113000"/>
                <a:ext cx="136450" cy="43100"/>
              </a:xfrm>
              <a:custGeom>
                <a:avLst/>
                <a:gdLst/>
                <a:ahLst/>
                <a:cxnLst/>
                <a:rect l="l" t="t" r="r" b="b"/>
                <a:pathLst>
                  <a:path w="5458" h="1724" extrusionOk="0">
                    <a:moveTo>
                      <a:pt x="1756" y="0"/>
                    </a:moveTo>
                    <a:cubicBezTo>
                      <a:pt x="814" y="0"/>
                      <a:pt x="118" y="191"/>
                      <a:pt x="60" y="509"/>
                    </a:cubicBezTo>
                    <a:cubicBezTo>
                      <a:pt x="0" y="940"/>
                      <a:pt x="1139" y="1451"/>
                      <a:pt x="2591" y="1647"/>
                    </a:cubicBezTo>
                    <a:cubicBezTo>
                      <a:pt x="2980" y="1699"/>
                      <a:pt x="3354" y="1723"/>
                      <a:pt x="3695" y="1723"/>
                    </a:cubicBezTo>
                    <a:cubicBezTo>
                      <a:pt x="4644" y="1723"/>
                      <a:pt x="5336" y="1533"/>
                      <a:pt x="5379" y="1215"/>
                    </a:cubicBezTo>
                    <a:cubicBezTo>
                      <a:pt x="5458" y="783"/>
                      <a:pt x="4319" y="273"/>
                      <a:pt x="2847" y="77"/>
                    </a:cubicBezTo>
                    <a:cubicBezTo>
                      <a:pt x="2464" y="25"/>
                      <a:pt x="2094" y="0"/>
                      <a:pt x="1756"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4" name="Google Shape;1104;p31"/>
              <p:cNvSpPr/>
              <p:nvPr/>
            </p:nvSpPr>
            <p:spPr>
              <a:xfrm>
                <a:off x="4804525" y="1164675"/>
                <a:ext cx="108000" cy="41300"/>
              </a:xfrm>
              <a:custGeom>
                <a:avLst/>
                <a:gdLst/>
                <a:ahLst/>
                <a:cxnLst/>
                <a:rect l="l" t="t" r="r" b="b"/>
                <a:pathLst>
                  <a:path w="4320" h="1652" extrusionOk="0">
                    <a:moveTo>
                      <a:pt x="1563" y="0"/>
                    </a:moveTo>
                    <a:cubicBezTo>
                      <a:pt x="744" y="0"/>
                      <a:pt x="126" y="206"/>
                      <a:pt x="79" y="543"/>
                    </a:cubicBezTo>
                    <a:cubicBezTo>
                      <a:pt x="1" y="975"/>
                      <a:pt x="885" y="1446"/>
                      <a:pt x="2042" y="1603"/>
                    </a:cubicBezTo>
                    <a:cubicBezTo>
                      <a:pt x="2283" y="1636"/>
                      <a:pt x="2517" y="1652"/>
                      <a:pt x="2738" y="1652"/>
                    </a:cubicBezTo>
                    <a:cubicBezTo>
                      <a:pt x="3562" y="1652"/>
                      <a:pt x="4195" y="1433"/>
                      <a:pt x="4241" y="1093"/>
                    </a:cubicBezTo>
                    <a:cubicBezTo>
                      <a:pt x="4320" y="661"/>
                      <a:pt x="3437" y="190"/>
                      <a:pt x="2298" y="51"/>
                    </a:cubicBezTo>
                    <a:cubicBezTo>
                      <a:pt x="2043" y="17"/>
                      <a:pt x="1795" y="0"/>
                      <a:pt x="1563"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5" name="Google Shape;1105;p31"/>
              <p:cNvSpPr/>
              <p:nvPr/>
            </p:nvSpPr>
            <p:spPr>
              <a:xfrm>
                <a:off x="4694600" y="1120025"/>
                <a:ext cx="107525" cy="41275"/>
              </a:xfrm>
              <a:custGeom>
                <a:avLst/>
                <a:gdLst/>
                <a:ahLst/>
                <a:cxnLst/>
                <a:rect l="l" t="t" r="r" b="b"/>
                <a:pathLst>
                  <a:path w="4301" h="1651" extrusionOk="0">
                    <a:moveTo>
                      <a:pt x="1543" y="0"/>
                    </a:moveTo>
                    <a:cubicBezTo>
                      <a:pt x="730" y="0"/>
                      <a:pt x="121" y="205"/>
                      <a:pt x="60" y="542"/>
                    </a:cubicBezTo>
                    <a:cubicBezTo>
                      <a:pt x="0" y="974"/>
                      <a:pt x="864" y="1445"/>
                      <a:pt x="2023" y="1602"/>
                    </a:cubicBezTo>
                    <a:cubicBezTo>
                      <a:pt x="2267" y="1635"/>
                      <a:pt x="2504" y="1651"/>
                      <a:pt x="2726" y="1651"/>
                    </a:cubicBezTo>
                    <a:cubicBezTo>
                      <a:pt x="3555" y="1651"/>
                      <a:pt x="4179" y="1432"/>
                      <a:pt x="4241" y="1091"/>
                    </a:cubicBezTo>
                    <a:cubicBezTo>
                      <a:pt x="4300" y="659"/>
                      <a:pt x="3436" y="188"/>
                      <a:pt x="2277" y="52"/>
                    </a:cubicBezTo>
                    <a:cubicBezTo>
                      <a:pt x="2021" y="17"/>
                      <a:pt x="1774" y="0"/>
                      <a:pt x="1543"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6" name="Google Shape;1106;p31"/>
              <p:cNvSpPr/>
              <p:nvPr/>
            </p:nvSpPr>
            <p:spPr>
              <a:xfrm>
                <a:off x="4934600" y="1140375"/>
                <a:ext cx="108000" cy="41350"/>
              </a:xfrm>
              <a:custGeom>
                <a:avLst/>
                <a:gdLst/>
                <a:ahLst/>
                <a:cxnLst/>
                <a:rect l="l" t="t" r="r" b="b"/>
                <a:pathLst>
                  <a:path w="4320" h="1654" extrusionOk="0">
                    <a:moveTo>
                      <a:pt x="1621" y="1"/>
                    </a:moveTo>
                    <a:cubicBezTo>
                      <a:pt x="773" y="1"/>
                      <a:pt x="126" y="208"/>
                      <a:pt x="79" y="552"/>
                    </a:cubicBezTo>
                    <a:cubicBezTo>
                      <a:pt x="1" y="984"/>
                      <a:pt x="884" y="1455"/>
                      <a:pt x="2043" y="1612"/>
                    </a:cubicBezTo>
                    <a:cubicBezTo>
                      <a:pt x="2274" y="1640"/>
                      <a:pt x="2499" y="1654"/>
                      <a:pt x="2712" y="1654"/>
                    </a:cubicBezTo>
                    <a:cubicBezTo>
                      <a:pt x="3549" y="1654"/>
                      <a:pt x="4198" y="1446"/>
                      <a:pt x="4260" y="1102"/>
                    </a:cubicBezTo>
                    <a:cubicBezTo>
                      <a:pt x="4320" y="670"/>
                      <a:pt x="3436" y="199"/>
                      <a:pt x="2297" y="42"/>
                    </a:cubicBezTo>
                    <a:cubicBezTo>
                      <a:pt x="2063" y="14"/>
                      <a:pt x="1836" y="1"/>
                      <a:pt x="1621"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7" name="Google Shape;1107;p31"/>
              <p:cNvSpPr/>
              <p:nvPr/>
            </p:nvSpPr>
            <p:spPr>
              <a:xfrm>
                <a:off x="5179500" y="886800"/>
                <a:ext cx="88875" cy="72775"/>
              </a:xfrm>
              <a:custGeom>
                <a:avLst/>
                <a:gdLst/>
                <a:ahLst/>
                <a:cxnLst/>
                <a:rect l="l" t="t" r="r" b="b"/>
                <a:pathLst>
                  <a:path w="3555" h="2911" extrusionOk="0">
                    <a:moveTo>
                      <a:pt x="1872" y="1"/>
                    </a:moveTo>
                    <a:cubicBezTo>
                      <a:pt x="1755" y="1"/>
                      <a:pt x="1634" y="12"/>
                      <a:pt x="1513" y="36"/>
                    </a:cubicBezTo>
                    <a:cubicBezTo>
                      <a:pt x="610" y="193"/>
                      <a:pt x="0" y="978"/>
                      <a:pt x="139" y="1763"/>
                    </a:cubicBezTo>
                    <a:cubicBezTo>
                      <a:pt x="276" y="2450"/>
                      <a:pt x="938" y="2911"/>
                      <a:pt x="1706" y="2911"/>
                    </a:cubicBezTo>
                    <a:cubicBezTo>
                      <a:pt x="1816" y="2911"/>
                      <a:pt x="1929" y="2901"/>
                      <a:pt x="2042" y="2882"/>
                    </a:cubicBezTo>
                    <a:cubicBezTo>
                      <a:pt x="2945" y="2706"/>
                      <a:pt x="3555" y="1939"/>
                      <a:pt x="3398" y="1154"/>
                    </a:cubicBezTo>
                    <a:cubicBezTo>
                      <a:pt x="3278" y="474"/>
                      <a:pt x="2630" y="1"/>
                      <a:pt x="1872" y="1"/>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8" name="Google Shape;1108;p31"/>
              <p:cNvSpPr/>
              <p:nvPr/>
            </p:nvSpPr>
            <p:spPr>
              <a:xfrm>
                <a:off x="5366975" y="1006000"/>
                <a:ext cx="89350" cy="48700"/>
              </a:xfrm>
              <a:custGeom>
                <a:avLst/>
                <a:gdLst/>
                <a:ahLst/>
                <a:cxnLst/>
                <a:rect l="l" t="t" r="r" b="b"/>
                <a:pathLst>
                  <a:path w="3574" h="1948" extrusionOk="0">
                    <a:moveTo>
                      <a:pt x="3103" y="0"/>
                    </a:moveTo>
                    <a:cubicBezTo>
                      <a:pt x="2744" y="0"/>
                      <a:pt x="2138" y="189"/>
                      <a:pt x="1513" y="529"/>
                    </a:cubicBezTo>
                    <a:cubicBezTo>
                      <a:pt x="610" y="1000"/>
                      <a:pt x="1" y="1589"/>
                      <a:pt x="158" y="1844"/>
                    </a:cubicBezTo>
                    <a:cubicBezTo>
                      <a:pt x="199" y="1914"/>
                      <a:pt x="305" y="1948"/>
                      <a:pt x="458" y="1948"/>
                    </a:cubicBezTo>
                    <a:cubicBezTo>
                      <a:pt x="816" y="1948"/>
                      <a:pt x="1430" y="1763"/>
                      <a:pt x="2063" y="1432"/>
                    </a:cubicBezTo>
                    <a:cubicBezTo>
                      <a:pt x="2966" y="941"/>
                      <a:pt x="3574" y="352"/>
                      <a:pt x="3417" y="116"/>
                    </a:cubicBezTo>
                    <a:cubicBezTo>
                      <a:pt x="3375" y="38"/>
                      <a:pt x="3264" y="0"/>
                      <a:pt x="3103"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09" name="Google Shape;1109;p31"/>
              <p:cNvSpPr/>
              <p:nvPr/>
            </p:nvSpPr>
            <p:spPr>
              <a:xfrm>
                <a:off x="5202075" y="1090900"/>
                <a:ext cx="89350" cy="48725"/>
              </a:xfrm>
              <a:custGeom>
                <a:avLst/>
                <a:gdLst/>
                <a:ahLst/>
                <a:cxnLst/>
                <a:rect l="l" t="t" r="r" b="b"/>
                <a:pathLst>
                  <a:path w="3574" h="1949" extrusionOk="0">
                    <a:moveTo>
                      <a:pt x="3094" y="1"/>
                    </a:moveTo>
                    <a:cubicBezTo>
                      <a:pt x="2733" y="1"/>
                      <a:pt x="2137" y="190"/>
                      <a:pt x="1513" y="529"/>
                    </a:cubicBezTo>
                    <a:cubicBezTo>
                      <a:pt x="610" y="1000"/>
                      <a:pt x="1" y="1589"/>
                      <a:pt x="139" y="1845"/>
                    </a:cubicBezTo>
                    <a:cubicBezTo>
                      <a:pt x="186" y="1915"/>
                      <a:pt x="295" y="1949"/>
                      <a:pt x="450" y="1949"/>
                    </a:cubicBezTo>
                    <a:cubicBezTo>
                      <a:pt x="814" y="1949"/>
                      <a:pt x="1429" y="1763"/>
                      <a:pt x="2063" y="1432"/>
                    </a:cubicBezTo>
                    <a:cubicBezTo>
                      <a:pt x="2966" y="942"/>
                      <a:pt x="3574" y="353"/>
                      <a:pt x="3417" y="117"/>
                    </a:cubicBezTo>
                    <a:cubicBezTo>
                      <a:pt x="3368" y="38"/>
                      <a:pt x="3254" y="1"/>
                      <a:pt x="3094"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10" name="Google Shape;1110;p31"/>
              <p:cNvSpPr/>
              <p:nvPr/>
            </p:nvSpPr>
            <p:spPr>
              <a:xfrm>
                <a:off x="5297800" y="1068650"/>
                <a:ext cx="89350" cy="48700"/>
              </a:xfrm>
              <a:custGeom>
                <a:avLst/>
                <a:gdLst/>
                <a:ahLst/>
                <a:cxnLst/>
                <a:rect l="l" t="t" r="r" b="b"/>
                <a:pathLst>
                  <a:path w="3574" h="1948" extrusionOk="0">
                    <a:moveTo>
                      <a:pt x="3117" y="0"/>
                    </a:moveTo>
                    <a:cubicBezTo>
                      <a:pt x="2759" y="0"/>
                      <a:pt x="2145" y="185"/>
                      <a:pt x="1511" y="516"/>
                    </a:cubicBezTo>
                    <a:cubicBezTo>
                      <a:pt x="608" y="1007"/>
                      <a:pt x="1" y="1596"/>
                      <a:pt x="158" y="1832"/>
                    </a:cubicBezTo>
                    <a:cubicBezTo>
                      <a:pt x="200" y="1910"/>
                      <a:pt x="311" y="1948"/>
                      <a:pt x="471" y="1948"/>
                    </a:cubicBezTo>
                    <a:cubicBezTo>
                      <a:pt x="831" y="1948"/>
                      <a:pt x="1437" y="1759"/>
                      <a:pt x="2061" y="1419"/>
                    </a:cubicBezTo>
                    <a:cubicBezTo>
                      <a:pt x="2964" y="948"/>
                      <a:pt x="3574" y="359"/>
                      <a:pt x="3417" y="104"/>
                    </a:cubicBezTo>
                    <a:cubicBezTo>
                      <a:pt x="3375" y="34"/>
                      <a:pt x="3269" y="0"/>
                      <a:pt x="3117"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11" name="Google Shape;1111;p31"/>
              <p:cNvSpPr/>
              <p:nvPr/>
            </p:nvSpPr>
            <p:spPr>
              <a:xfrm>
                <a:off x="5259525" y="1012175"/>
                <a:ext cx="88825" cy="48750"/>
              </a:xfrm>
              <a:custGeom>
                <a:avLst/>
                <a:gdLst/>
                <a:ahLst/>
                <a:cxnLst/>
                <a:rect l="l" t="t" r="r" b="b"/>
                <a:pathLst>
                  <a:path w="3553" h="1950" extrusionOk="0">
                    <a:moveTo>
                      <a:pt x="3109" y="1"/>
                    </a:moveTo>
                    <a:cubicBezTo>
                      <a:pt x="2750" y="1"/>
                      <a:pt x="2145" y="187"/>
                      <a:pt x="1511" y="518"/>
                    </a:cubicBezTo>
                    <a:cubicBezTo>
                      <a:pt x="608" y="1008"/>
                      <a:pt x="0" y="1597"/>
                      <a:pt x="137" y="1832"/>
                    </a:cubicBezTo>
                    <a:cubicBezTo>
                      <a:pt x="185" y="1911"/>
                      <a:pt x="299" y="1949"/>
                      <a:pt x="460" y="1949"/>
                    </a:cubicBezTo>
                    <a:cubicBezTo>
                      <a:pt x="821" y="1949"/>
                      <a:pt x="1418" y="1760"/>
                      <a:pt x="2042" y="1421"/>
                    </a:cubicBezTo>
                    <a:cubicBezTo>
                      <a:pt x="2964" y="950"/>
                      <a:pt x="3553" y="361"/>
                      <a:pt x="3416" y="105"/>
                    </a:cubicBezTo>
                    <a:cubicBezTo>
                      <a:pt x="3369" y="35"/>
                      <a:pt x="3262" y="1"/>
                      <a:pt x="3109"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12" name="Google Shape;1112;p31"/>
              <p:cNvSpPr/>
              <p:nvPr/>
            </p:nvSpPr>
            <p:spPr>
              <a:xfrm>
                <a:off x="5285525" y="1045475"/>
                <a:ext cx="72175" cy="40625"/>
              </a:xfrm>
              <a:custGeom>
                <a:avLst/>
                <a:gdLst/>
                <a:ahLst/>
                <a:cxnLst/>
                <a:rect l="l" t="t" r="r" b="b"/>
                <a:pathLst>
                  <a:path w="2887" h="1625" extrusionOk="0">
                    <a:moveTo>
                      <a:pt x="2370" y="0"/>
                    </a:moveTo>
                    <a:cubicBezTo>
                      <a:pt x="2068" y="0"/>
                      <a:pt x="1627" y="126"/>
                      <a:pt x="1178" y="364"/>
                    </a:cubicBezTo>
                    <a:cubicBezTo>
                      <a:pt x="471" y="736"/>
                      <a:pt x="0" y="1246"/>
                      <a:pt x="157" y="1482"/>
                    </a:cubicBezTo>
                    <a:cubicBezTo>
                      <a:pt x="216" y="1578"/>
                      <a:pt x="351" y="1624"/>
                      <a:pt x="534" y="1624"/>
                    </a:cubicBezTo>
                    <a:cubicBezTo>
                      <a:pt x="835" y="1624"/>
                      <a:pt x="1268" y="1499"/>
                      <a:pt x="1709" y="1267"/>
                    </a:cubicBezTo>
                    <a:cubicBezTo>
                      <a:pt x="2434" y="893"/>
                      <a:pt x="2887" y="383"/>
                      <a:pt x="2730" y="128"/>
                    </a:cubicBezTo>
                    <a:cubicBezTo>
                      <a:pt x="2672" y="42"/>
                      <a:pt x="2544" y="0"/>
                      <a:pt x="2370"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13" name="Google Shape;1113;p31"/>
              <p:cNvSpPr/>
              <p:nvPr/>
            </p:nvSpPr>
            <p:spPr>
              <a:xfrm>
                <a:off x="5346375" y="991125"/>
                <a:ext cx="71675" cy="40625"/>
              </a:xfrm>
              <a:custGeom>
                <a:avLst/>
                <a:gdLst/>
                <a:ahLst/>
                <a:cxnLst/>
                <a:rect l="l" t="t" r="r" b="b"/>
                <a:pathLst>
                  <a:path w="2867" h="1625" extrusionOk="0">
                    <a:moveTo>
                      <a:pt x="2334" y="0"/>
                    </a:moveTo>
                    <a:cubicBezTo>
                      <a:pt x="2032" y="0"/>
                      <a:pt x="1600" y="126"/>
                      <a:pt x="1159" y="358"/>
                    </a:cubicBezTo>
                    <a:cubicBezTo>
                      <a:pt x="453" y="750"/>
                      <a:pt x="0" y="1242"/>
                      <a:pt x="139" y="1496"/>
                    </a:cubicBezTo>
                    <a:cubicBezTo>
                      <a:pt x="196" y="1582"/>
                      <a:pt x="324" y="1624"/>
                      <a:pt x="498" y="1624"/>
                    </a:cubicBezTo>
                    <a:cubicBezTo>
                      <a:pt x="800" y="1624"/>
                      <a:pt x="1240" y="1498"/>
                      <a:pt x="1689" y="1261"/>
                    </a:cubicBezTo>
                    <a:cubicBezTo>
                      <a:pt x="2416" y="889"/>
                      <a:pt x="2867" y="378"/>
                      <a:pt x="2710" y="143"/>
                    </a:cubicBezTo>
                    <a:cubicBezTo>
                      <a:pt x="2650" y="46"/>
                      <a:pt x="2516" y="0"/>
                      <a:pt x="2334"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14" name="Google Shape;1114;p31"/>
              <p:cNvSpPr/>
              <p:nvPr/>
            </p:nvSpPr>
            <p:spPr>
              <a:xfrm>
                <a:off x="5195725" y="1062275"/>
                <a:ext cx="71675" cy="40650"/>
              </a:xfrm>
              <a:custGeom>
                <a:avLst/>
                <a:gdLst/>
                <a:ahLst/>
                <a:cxnLst/>
                <a:rect l="l" t="t" r="r" b="b"/>
                <a:pathLst>
                  <a:path w="2867" h="1626" extrusionOk="0">
                    <a:moveTo>
                      <a:pt x="2341" y="1"/>
                    </a:moveTo>
                    <a:cubicBezTo>
                      <a:pt x="2039" y="1"/>
                      <a:pt x="1598" y="126"/>
                      <a:pt x="1158" y="359"/>
                    </a:cubicBezTo>
                    <a:cubicBezTo>
                      <a:pt x="451" y="731"/>
                      <a:pt x="0" y="1242"/>
                      <a:pt x="157" y="1498"/>
                    </a:cubicBezTo>
                    <a:cubicBezTo>
                      <a:pt x="207" y="1584"/>
                      <a:pt x="332" y="1625"/>
                      <a:pt x="506" y="1625"/>
                    </a:cubicBezTo>
                    <a:cubicBezTo>
                      <a:pt x="809" y="1625"/>
                      <a:pt x="1258" y="1499"/>
                      <a:pt x="1707" y="1262"/>
                    </a:cubicBezTo>
                    <a:cubicBezTo>
                      <a:pt x="2414" y="888"/>
                      <a:pt x="2866" y="378"/>
                      <a:pt x="2709" y="142"/>
                    </a:cubicBezTo>
                    <a:cubicBezTo>
                      <a:pt x="2657" y="47"/>
                      <a:pt x="2524" y="1"/>
                      <a:pt x="2341"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grpSp>
        <p:sp>
          <p:nvSpPr>
            <p:cNvPr id="1115" name="Google Shape;1115;p31"/>
            <p:cNvSpPr/>
            <p:nvPr/>
          </p:nvSpPr>
          <p:spPr>
            <a:xfrm>
              <a:off x="6871075" y="0"/>
              <a:ext cx="118200" cy="489900"/>
            </a:xfrm>
            <a:prstGeom prst="rect">
              <a:avLst/>
            </a:pr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grpSp>
      <p:grpSp>
        <p:nvGrpSpPr>
          <p:cNvPr id="1116" name="Google Shape;1116;p31"/>
          <p:cNvGrpSpPr/>
          <p:nvPr/>
        </p:nvGrpSpPr>
        <p:grpSpPr>
          <a:xfrm>
            <a:off x="709015" y="4228138"/>
            <a:ext cx="1805707" cy="1358002"/>
            <a:chOff x="447871" y="3569674"/>
            <a:chExt cx="1805707" cy="1358002"/>
          </a:xfrm>
        </p:grpSpPr>
        <p:grpSp>
          <p:nvGrpSpPr>
            <p:cNvPr id="1117" name="Google Shape;1117;p31"/>
            <p:cNvGrpSpPr/>
            <p:nvPr/>
          </p:nvGrpSpPr>
          <p:grpSpPr>
            <a:xfrm>
              <a:off x="1604450" y="4016225"/>
              <a:ext cx="649128" cy="911451"/>
              <a:chOff x="4034475" y="4007550"/>
              <a:chExt cx="649128" cy="911451"/>
            </a:xfrm>
          </p:grpSpPr>
          <p:sp>
            <p:nvSpPr>
              <p:cNvPr id="1118" name="Google Shape;1118;p31"/>
              <p:cNvSpPr/>
              <p:nvPr/>
            </p:nvSpPr>
            <p:spPr>
              <a:xfrm>
                <a:off x="4034475" y="4085818"/>
                <a:ext cx="649121" cy="684057"/>
              </a:xfrm>
              <a:custGeom>
                <a:avLst/>
                <a:gdLst/>
                <a:ahLst/>
                <a:cxnLst/>
                <a:rect l="l" t="t" r="r" b="b"/>
                <a:pathLst>
                  <a:path w="13842" h="14587" extrusionOk="0">
                    <a:moveTo>
                      <a:pt x="5694" y="1"/>
                    </a:moveTo>
                    <a:lnTo>
                      <a:pt x="5694" y="10739"/>
                    </a:lnTo>
                    <a:cubicBezTo>
                      <a:pt x="5694" y="10817"/>
                      <a:pt x="5969" y="10896"/>
                      <a:pt x="6382" y="10935"/>
                    </a:cubicBezTo>
                    <a:lnTo>
                      <a:pt x="6382" y="12741"/>
                    </a:lnTo>
                    <a:lnTo>
                      <a:pt x="1" y="12741"/>
                    </a:lnTo>
                    <a:lnTo>
                      <a:pt x="1" y="14037"/>
                    </a:lnTo>
                    <a:lnTo>
                      <a:pt x="6382" y="14037"/>
                    </a:lnTo>
                    <a:lnTo>
                      <a:pt x="6382" y="14489"/>
                    </a:lnTo>
                    <a:cubicBezTo>
                      <a:pt x="6382" y="14547"/>
                      <a:pt x="6617" y="14587"/>
                      <a:pt x="6932" y="14587"/>
                    </a:cubicBezTo>
                    <a:cubicBezTo>
                      <a:pt x="7225" y="14587"/>
                      <a:pt x="7461" y="14547"/>
                      <a:pt x="7461" y="14489"/>
                    </a:cubicBezTo>
                    <a:lnTo>
                      <a:pt x="7461" y="14037"/>
                    </a:lnTo>
                    <a:lnTo>
                      <a:pt x="13842" y="14037"/>
                    </a:lnTo>
                    <a:lnTo>
                      <a:pt x="13842" y="12741"/>
                    </a:lnTo>
                    <a:lnTo>
                      <a:pt x="7461" y="12741"/>
                    </a:lnTo>
                    <a:lnTo>
                      <a:pt x="7461" y="10935"/>
                    </a:lnTo>
                    <a:cubicBezTo>
                      <a:pt x="7874" y="10896"/>
                      <a:pt x="8149" y="10817"/>
                      <a:pt x="8149" y="10739"/>
                    </a:cubicBezTo>
                    <a:lnTo>
                      <a:pt x="8149" y="1"/>
                    </a:ln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19" name="Google Shape;1119;p31"/>
              <p:cNvSpPr/>
              <p:nvPr/>
            </p:nvSpPr>
            <p:spPr>
              <a:xfrm>
                <a:off x="4068568" y="4007550"/>
                <a:ext cx="580935" cy="157520"/>
              </a:xfrm>
              <a:custGeom>
                <a:avLst/>
                <a:gdLst/>
                <a:ahLst/>
                <a:cxnLst/>
                <a:rect l="l" t="t" r="r" b="b"/>
                <a:pathLst>
                  <a:path w="12388" h="3359" extrusionOk="0">
                    <a:moveTo>
                      <a:pt x="1001" y="0"/>
                    </a:moveTo>
                    <a:cubicBezTo>
                      <a:pt x="452" y="0"/>
                      <a:pt x="1" y="453"/>
                      <a:pt x="1" y="1002"/>
                    </a:cubicBezTo>
                    <a:lnTo>
                      <a:pt x="1" y="2356"/>
                    </a:lnTo>
                    <a:cubicBezTo>
                      <a:pt x="1" y="2906"/>
                      <a:pt x="452" y="3358"/>
                      <a:pt x="1001" y="3358"/>
                    </a:cubicBezTo>
                    <a:lnTo>
                      <a:pt x="11387" y="3358"/>
                    </a:lnTo>
                    <a:cubicBezTo>
                      <a:pt x="11937" y="3358"/>
                      <a:pt x="12388" y="2906"/>
                      <a:pt x="12388" y="2356"/>
                    </a:cubicBezTo>
                    <a:lnTo>
                      <a:pt x="12388" y="1002"/>
                    </a:lnTo>
                    <a:cubicBezTo>
                      <a:pt x="12388" y="453"/>
                      <a:pt x="11937" y="0"/>
                      <a:pt x="11387" y="0"/>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0" name="Google Shape;1120;p31"/>
              <p:cNvSpPr/>
              <p:nvPr/>
            </p:nvSpPr>
            <p:spPr>
              <a:xfrm>
                <a:off x="4530772" y="4769828"/>
                <a:ext cx="149173" cy="149173"/>
              </a:xfrm>
              <a:custGeom>
                <a:avLst/>
                <a:gdLst/>
                <a:ahLst/>
                <a:cxnLst/>
                <a:rect l="l" t="t" r="r" b="b"/>
                <a:pathLst>
                  <a:path w="3181" h="3181" extrusionOk="0">
                    <a:moveTo>
                      <a:pt x="1589" y="1"/>
                    </a:moveTo>
                    <a:cubicBezTo>
                      <a:pt x="707" y="1"/>
                      <a:pt x="0" y="707"/>
                      <a:pt x="0" y="1592"/>
                    </a:cubicBezTo>
                    <a:cubicBezTo>
                      <a:pt x="0" y="2474"/>
                      <a:pt x="707" y="3181"/>
                      <a:pt x="1589" y="3181"/>
                    </a:cubicBezTo>
                    <a:cubicBezTo>
                      <a:pt x="2474" y="3181"/>
                      <a:pt x="3180" y="2474"/>
                      <a:pt x="3180" y="1592"/>
                    </a:cubicBezTo>
                    <a:cubicBezTo>
                      <a:pt x="3180" y="707"/>
                      <a:pt x="2474" y="1"/>
                      <a:pt x="1589" y="1"/>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1" name="Google Shape;1121;p31"/>
              <p:cNvSpPr/>
              <p:nvPr/>
            </p:nvSpPr>
            <p:spPr>
              <a:xfrm>
                <a:off x="4554689" y="4793745"/>
                <a:ext cx="100355" cy="100449"/>
              </a:xfrm>
              <a:custGeom>
                <a:avLst/>
                <a:gdLst/>
                <a:ahLst/>
                <a:cxnLst/>
                <a:rect l="l" t="t" r="r" b="b"/>
                <a:pathLst>
                  <a:path w="2140" h="2142" extrusionOk="0">
                    <a:moveTo>
                      <a:pt x="1079" y="1"/>
                    </a:moveTo>
                    <a:cubicBezTo>
                      <a:pt x="491" y="1"/>
                      <a:pt x="0" y="493"/>
                      <a:pt x="0" y="1082"/>
                    </a:cubicBezTo>
                    <a:cubicBezTo>
                      <a:pt x="0" y="1670"/>
                      <a:pt x="491" y="2142"/>
                      <a:pt x="1079" y="2142"/>
                    </a:cubicBezTo>
                    <a:cubicBezTo>
                      <a:pt x="1668" y="2142"/>
                      <a:pt x="2140" y="1670"/>
                      <a:pt x="2140" y="1082"/>
                    </a:cubicBezTo>
                    <a:cubicBezTo>
                      <a:pt x="2140" y="493"/>
                      <a:pt x="1668" y="1"/>
                      <a:pt x="1079" y="1"/>
                    </a:cubicBez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2" name="Google Shape;1122;p31"/>
              <p:cNvSpPr/>
              <p:nvPr/>
            </p:nvSpPr>
            <p:spPr>
              <a:xfrm>
                <a:off x="4038180" y="4769828"/>
                <a:ext cx="149173" cy="149173"/>
              </a:xfrm>
              <a:custGeom>
                <a:avLst/>
                <a:gdLst/>
                <a:ahLst/>
                <a:cxnLst/>
                <a:rect l="l" t="t" r="r" b="b"/>
                <a:pathLst>
                  <a:path w="3181" h="3181" extrusionOk="0">
                    <a:moveTo>
                      <a:pt x="1591" y="1"/>
                    </a:moveTo>
                    <a:cubicBezTo>
                      <a:pt x="707" y="1"/>
                      <a:pt x="0" y="707"/>
                      <a:pt x="0" y="1592"/>
                    </a:cubicBezTo>
                    <a:cubicBezTo>
                      <a:pt x="0" y="2474"/>
                      <a:pt x="707" y="3181"/>
                      <a:pt x="1591" y="3181"/>
                    </a:cubicBezTo>
                    <a:cubicBezTo>
                      <a:pt x="2474" y="3181"/>
                      <a:pt x="3181" y="2474"/>
                      <a:pt x="3181" y="1592"/>
                    </a:cubicBezTo>
                    <a:cubicBezTo>
                      <a:pt x="3181" y="707"/>
                      <a:pt x="2474" y="1"/>
                      <a:pt x="1591" y="1"/>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3" name="Google Shape;1123;p31"/>
              <p:cNvSpPr/>
              <p:nvPr/>
            </p:nvSpPr>
            <p:spPr>
              <a:xfrm>
                <a:off x="4063034" y="4793745"/>
                <a:ext cx="100402" cy="100449"/>
              </a:xfrm>
              <a:custGeom>
                <a:avLst/>
                <a:gdLst/>
                <a:ahLst/>
                <a:cxnLst/>
                <a:rect l="l" t="t" r="r" b="b"/>
                <a:pathLst>
                  <a:path w="2141" h="2142" extrusionOk="0">
                    <a:moveTo>
                      <a:pt x="1061" y="1"/>
                    </a:moveTo>
                    <a:cubicBezTo>
                      <a:pt x="472" y="1"/>
                      <a:pt x="1" y="493"/>
                      <a:pt x="1" y="1082"/>
                    </a:cubicBezTo>
                    <a:cubicBezTo>
                      <a:pt x="1" y="1670"/>
                      <a:pt x="472" y="2142"/>
                      <a:pt x="1061" y="2142"/>
                    </a:cubicBezTo>
                    <a:cubicBezTo>
                      <a:pt x="1650" y="2142"/>
                      <a:pt x="2140" y="1670"/>
                      <a:pt x="2140" y="1082"/>
                    </a:cubicBezTo>
                    <a:cubicBezTo>
                      <a:pt x="2140" y="493"/>
                      <a:pt x="1650" y="1"/>
                      <a:pt x="1061" y="1"/>
                    </a:cubicBez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4" name="Google Shape;1124;p31"/>
              <p:cNvSpPr/>
              <p:nvPr/>
            </p:nvSpPr>
            <p:spPr>
              <a:xfrm>
                <a:off x="4526129" y="4715571"/>
                <a:ext cx="157473" cy="156536"/>
              </a:xfrm>
              <a:custGeom>
                <a:avLst/>
                <a:gdLst/>
                <a:ahLst/>
                <a:cxnLst/>
                <a:rect l="l" t="t" r="r" b="b"/>
                <a:pathLst>
                  <a:path w="3358" h="3338" extrusionOk="0">
                    <a:moveTo>
                      <a:pt x="0" y="0"/>
                    </a:moveTo>
                    <a:lnTo>
                      <a:pt x="1688" y="3337"/>
                    </a:lnTo>
                    <a:lnTo>
                      <a:pt x="3358" y="0"/>
                    </a:ln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5" name="Google Shape;1125;p31"/>
              <p:cNvSpPr/>
              <p:nvPr/>
            </p:nvSpPr>
            <p:spPr>
              <a:xfrm>
                <a:off x="4034475" y="4715571"/>
                <a:ext cx="157520" cy="156536"/>
              </a:xfrm>
              <a:custGeom>
                <a:avLst/>
                <a:gdLst/>
                <a:ahLst/>
                <a:cxnLst/>
                <a:rect l="l" t="t" r="r" b="b"/>
                <a:pathLst>
                  <a:path w="3359" h="3338" extrusionOk="0">
                    <a:moveTo>
                      <a:pt x="1" y="0"/>
                    </a:moveTo>
                    <a:lnTo>
                      <a:pt x="1670" y="3337"/>
                    </a:lnTo>
                    <a:lnTo>
                      <a:pt x="3358" y="0"/>
                    </a:ln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grpSp>
        <p:grpSp>
          <p:nvGrpSpPr>
            <p:cNvPr id="1126" name="Google Shape;1126;p31"/>
            <p:cNvGrpSpPr/>
            <p:nvPr/>
          </p:nvGrpSpPr>
          <p:grpSpPr>
            <a:xfrm>
              <a:off x="447871" y="3569674"/>
              <a:ext cx="1060933" cy="1215603"/>
              <a:chOff x="-1579375" y="3065825"/>
              <a:chExt cx="1492800" cy="1710431"/>
            </a:xfrm>
          </p:grpSpPr>
          <p:sp>
            <p:nvSpPr>
              <p:cNvPr id="1127" name="Google Shape;1127;p31"/>
              <p:cNvSpPr/>
              <p:nvPr/>
            </p:nvSpPr>
            <p:spPr>
              <a:xfrm>
                <a:off x="-1528750" y="3120100"/>
                <a:ext cx="1360760" cy="1503482"/>
              </a:xfrm>
              <a:custGeom>
                <a:avLst/>
                <a:gdLst/>
                <a:ahLst/>
                <a:cxnLst/>
                <a:rect l="l" t="t" r="r" b="b"/>
                <a:pathLst>
                  <a:path w="78070" h="84739" extrusionOk="0">
                    <a:moveTo>
                      <a:pt x="1" y="1"/>
                    </a:moveTo>
                    <a:lnTo>
                      <a:pt x="1" y="84738"/>
                    </a:lnTo>
                    <a:lnTo>
                      <a:pt x="78069" y="84738"/>
                    </a:lnTo>
                    <a:lnTo>
                      <a:pt x="78069" y="1"/>
                    </a:ln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8" name="Google Shape;1128;p31"/>
              <p:cNvSpPr/>
              <p:nvPr/>
            </p:nvSpPr>
            <p:spPr>
              <a:xfrm>
                <a:off x="-1047806" y="3788882"/>
                <a:ext cx="136459" cy="69703"/>
              </a:xfrm>
              <a:custGeom>
                <a:avLst/>
                <a:gdLst/>
                <a:ahLst/>
                <a:cxnLst/>
                <a:rect l="l" t="t" r="r" b="b"/>
                <a:pathLst>
                  <a:path w="7829" h="3999" extrusionOk="0">
                    <a:moveTo>
                      <a:pt x="3916" y="0"/>
                    </a:moveTo>
                    <a:cubicBezTo>
                      <a:pt x="1766" y="0"/>
                      <a:pt x="0" y="902"/>
                      <a:pt x="0" y="2020"/>
                    </a:cubicBezTo>
                    <a:cubicBezTo>
                      <a:pt x="0" y="3097"/>
                      <a:pt x="1766" y="3999"/>
                      <a:pt x="3916" y="3999"/>
                    </a:cubicBezTo>
                    <a:cubicBezTo>
                      <a:pt x="6067" y="3999"/>
                      <a:pt x="7829" y="3097"/>
                      <a:pt x="7829" y="2020"/>
                    </a:cubicBezTo>
                    <a:cubicBezTo>
                      <a:pt x="7829" y="902"/>
                      <a:pt x="6067" y="0"/>
                      <a:pt x="3916" y="0"/>
                    </a:cubicBez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29" name="Google Shape;1129;p31"/>
              <p:cNvSpPr/>
              <p:nvPr/>
            </p:nvSpPr>
            <p:spPr>
              <a:xfrm>
                <a:off x="-780134" y="3788882"/>
                <a:ext cx="131196" cy="69703"/>
              </a:xfrm>
              <a:custGeom>
                <a:avLst/>
                <a:gdLst/>
                <a:ahLst/>
                <a:cxnLst/>
                <a:rect l="l" t="t" r="r" b="b"/>
                <a:pathLst>
                  <a:path w="7527" h="3999" extrusionOk="0">
                    <a:moveTo>
                      <a:pt x="3786" y="0"/>
                    </a:moveTo>
                    <a:cubicBezTo>
                      <a:pt x="1677" y="0"/>
                      <a:pt x="1" y="902"/>
                      <a:pt x="1" y="2020"/>
                    </a:cubicBezTo>
                    <a:cubicBezTo>
                      <a:pt x="1" y="3097"/>
                      <a:pt x="1677" y="3999"/>
                      <a:pt x="3786" y="3999"/>
                    </a:cubicBezTo>
                    <a:cubicBezTo>
                      <a:pt x="5851" y="3999"/>
                      <a:pt x="7527" y="3097"/>
                      <a:pt x="7527" y="2020"/>
                    </a:cubicBezTo>
                    <a:cubicBezTo>
                      <a:pt x="7527" y="902"/>
                      <a:pt x="5851" y="0"/>
                      <a:pt x="3786" y="0"/>
                    </a:cubicBez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30" name="Google Shape;1130;p31"/>
              <p:cNvSpPr/>
              <p:nvPr/>
            </p:nvSpPr>
            <p:spPr>
              <a:xfrm>
                <a:off x="-1557226" y="4597093"/>
                <a:ext cx="1422218" cy="179163"/>
              </a:xfrm>
              <a:custGeom>
                <a:avLst/>
                <a:gdLst/>
                <a:ahLst/>
                <a:cxnLst/>
                <a:rect l="l" t="t" r="r" b="b"/>
                <a:pathLst>
                  <a:path w="81596" h="10279" extrusionOk="0">
                    <a:moveTo>
                      <a:pt x="0" y="0"/>
                    </a:moveTo>
                    <a:lnTo>
                      <a:pt x="0" y="1762"/>
                    </a:lnTo>
                    <a:lnTo>
                      <a:pt x="7010" y="1762"/>
                    </a:lnTo>
                    <a:lnTo>
                      <a:pt x="7010" y="10279"/>
                    </a:lnTo>
                    <a:lnTo>
                      <a:pt x="12130" y="10279"/>
                    </a:lnTo>
                    <a:lnTo>
                      <a:pt x="12130" y="1762"/>
                    </a:lnTo>
                    <a:lnTo>
                      <a:pt x="68392" y="1762"/>
                    </a:lnTo>
                    <a:lnTo>
                      <a:pt x="68392" y="10279"/>
                    </a:lnTo>
                    <a:lnTo>
                      <a:pt x="73767" y="10279"/>
                    </a:lnTo>
                    <a:lnTo>
                      <a:pt x="73767" y="1762"/>
                    </a:lnTo>
                    <a:lnTo>
                      <a:pt x="81596" y="1762"/>
                    </a:lnTo>
                    <a:lnTo>
                      <a:pt x="81596" y="0"/>
                    </a:ln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31" name="Google Shape;1131;p31"/>
              <p:cNvSpPr/>
              <p:nvPr/>
            </p:nvSpPr>
            <p:spPr>
              <a:xfrm>
                <a:off x="-1579375" y="3065825"/>
                <a:ext cx="1492800" cy="69600"/>
              </a:xfrm>
              <a:prstGeom prst="rect">
                <a:avLst/>
              </a:pr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32" name="Google Shape;1132;p31"/>
              <p:cNvSpPr/>
              <p:nvPr/>
            </p:nvSpPr>
            <p:spPr>
              <a:xfrm rot="5400000">
                <a:off x="-1621475" y="3831525"/>
                <a:ext cx="1546200" cy="37800"/>
              </a:xfrm>
              <a:prstGeom prst="rect">
                <a:avLst/>
              </a:pr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grpSp>
      </p:grpSp>
      <p:grpSp>
        <p:nvGrpSpPr>
          <p:cNvPr id="1133" name="Google Shape;1133;p31"/>
          <p:cNvGrpSpPr/>
          <p:nvPr/>
        </p:nvGrpSpPr>
        <p:grpSpPr>
          <a:xfrm>
            <a:off x="2110155" y="550028"/>
            <a:ext cx="512835" cy="512835"/>
            <a:chOff x="715100" y="535000"/>
            <a:chExt cx="512835" cy="512835"/>
          </a:xfrm>
        </p:grpSpPr>
        <p:sp>
          <p:nvSpPr>
            <p:cNvPr id="1134" name="Google Shape;1134;p31"/>
            <p:cNvSpPr/>
            <p:nvPr/>
          </p:nvSpPr>
          <p:spPr>
            <a:xfrm>
              <a:off x="715100" y="535000"/>
              <a:ext cx="512835" cy="512835"/>
            </a:xfrm>
            <a:custGeom>
              <a:avLst/>
              <a:gdLst/>
              <a:ahLst/>
              <a:cxnLst/>
              <a:rect l="l" t="t" r="r" b="b"/>
              <a:pathLst>
                <a:path w="24620" h="24620" extrusionOk="0">
                  <a:moveTo>
                    <a:pt x="12309" y="1"/>
                  </a:moveTo>
                  <a:cubicBezTo>
                    <a:pt x="5498" y="1"/>
                    <a:pt x="1" y="5518"/>
                    <a:pt x="1" y="12311"/>
                  </a:cubicBezTo>
                  <a:cubicBezTo>
                    <a:pt x="1" y="19122"/>
                    <a:pt x="5498" y="24619"/>
                    <a:pt x="12309" y="24619"/>
                  </a:cubicBezTo>
                  <a:cubicBezTo>
                    <a:pt x="19102" y="24619"/>
                    <a:pt x="24619" y="19122"/>
                    <a:pt x="24619" y="12311"/>
                  </a:cubicBezTo>
                  <a:cubicBezTo>
                    <a:pt x="24619" y="5518"/>
                    <a:pt x="19102" y="1"/>
                    <a:pt x="12309" y="1"/>
                  </a:cubicBezTo>
                  <a:close/>
                </a:path>
              </a:pathLst>
            </a:custGeom>
            <a:solidFill>
              <a:schemeClr val="l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35" name="Google Shape;1135;p31"/>
            <p:cNvSpPr/>
            <p:nvPr/>
          </p:nvSpPr>
          <p:spPr>
            <a:xfrm>
              <a:off x="748637" y="568537"/>
              <a:ext cx="445762" cy="445762"/>
            </a:xfrm>
            <a:custGeom>
              <a:avLst/>
              <a:gdLst/>
              <a:ahLst/>
              <a:cxnLst/>
              <a:rect l="l" t="t" r="r" b="b"/>
              <a:pathLst>
                <a:path w="21400" h="21400" extrusionOk="0">
                  <a:moveTo>
                    <a:pt x="10699" y="0"/>
                  </a:moveTo>
                  <a:cubicBezTo>
                    <a:pt x="4791" y="0"/>
                    <a:pt x="0" y="4791"/>
                    <a:pt x="0" y="10701"/>
                  </a:cubicBezTo>
                  <a:cubicBezTo>
                    <a:pt x="0" y="16609"/>
                    <a:pt x="4791" y="21399"/>
                    <a:pt x="10699" y="21399"/>
                  </a:cubicBezTo>
                  <a:cubicBezTo>
                    <a:pt x="16609" y="21399"/>
                    <a:pt x="21399" y="16609"/>
                    <a:pt x="21399" y="10701"/>
                  </a:cubicBezTo>
                  <a:cubicBezTo>
                    <a:pt x="21399" y="4791"/>
                    <a:pt x="16609" y="0"/>
                    <a:pt x="10699" y="0"/>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36" name="Google Shape;1136;p31"/>
            <p:cNvSpPr/>
            <p:nvPr/>
          </p:nvSpPr>
          <p:spPr>
            <a:xfrm>
              <a:off x="768260" y="588160"/>
              <a:ext cx="406497" cy="406497"/>
            </a:xfrm>
            <a:custGeom>
              <a:avLst/>
              <a:gdLst/>
              <a:ahLst/>
              <a:cxnLst/>
              <a:rect l="l" t="t" r="r" b="b"/>
              <a:pathLst>
                <a:path w="19515" h="19515" extrusionOk="0">
                  <a:moveTo>
                    <a:pt x="9443" y="1"/>
                  </a:moveTo>
                  <a:lnTo>
                    <a:pt x="9443" y="2592"/>
                  </a:lnTo>
                  <a:lnTo>
                    <a:pt x="10071" y="2592"/>
                  </a:lnTo>
                  <a:lnTo>
                    <a:pt x="10071" y="1"/>
                  </a:lnTo>
                  <a:close/>
                  <a:moveTo>
                    <a:pt x="1" y="9444"/>
                  </a:moveTo>
                  <a:lnTo>
                    <a:pt x="1" y="10073"/>
                  </a:lnTo>
                  <a:lnTo>
                    <a:pt x="2592" y="10073"/>
                  </a:lnTo>
                  <a:lnTo>
                    <a:pt x="2592" y="9444"/>
                  </a:lnTo>
                  <a:close/>
                  <a:moveTo>
                    <a:pt x="16924" y="9444"/>
                  </a:moveTo>
                  <a:lnTo>
                    <a:pt x="16924" y="10073"/>
                  </a:lnTo>
                  <a:lnTo>
                    <a:pt x="19515" y="10073"/>
                  </a:lnTo>
                  <a:lnTo>
                    <a:pt x="19515" y="9444"/>
                  </a:lnTo>
                  <a:close/>
                  <a:moveTo>
                    <a:pt x="9443" y="16923"/>
                  </a:moveTo>
                  <a:lnTo>
                    <a:pt x="9443" y="19515"/>
                  </a:lnTo>
                  <a:lnTo>
                    <a:pt x="10071" y="19515"/>
                  </a:lnTo>
                  <a:lnTo>
                    <a:pt x="10071" y="16923"/>
                  </a:ln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37" name="Google Shape;1137;p31"/>
            <p:cNvSpPr/>
            <p:nvPr/>
          </p:nvSpPr>
          <p:spPr>
            <a:xfrm>
              <a:off x="871309" y="682647"/>
              <a:ext cx="206529" cy="128417"/>
            </a:xfrm>
            <a:custGeom>
              <a:avLst/>
              <a:gdLst/>
              <a:ahLst/>
              <a:cxnLst/>
              <a:rect l="l" t="t" r="r" b="b"/>
              <a:pathLst>
                <a:path w="9915" h="6165" extrusionOk="0">
                  <a:moveTo>
                    <a:pt x="9542" y="0"/>
                  </a:moveTo>
                  <a:lnTo>
                    <a:pt x="5320" y="4437"/>
                  </a:lnTo>
                  <a:cubicBezTo>
                    <a:pt x="5163" y="4338"/>
                    <a:pt x="4988" y="4280"/>
                    <a:pt x="4810" y="4280"/>
                  </a:cubicBezTo>
                  <a:cubicBezTo>
                    <a:pt x="4673" y="4280"/>
                    <a:pt x="4535" y="4319"/>
                    <a:pt x="4417" y="4359"/>
                  </a:cubicBezTo>
                  <a:lnTo>
                    <a:pt x="570" y="1100"/>
                  </a:lnTo>
                  <a:lnTo>
                    <a:pt x="1" y="1786"/>
                  </a:lnTo>
                  <a:lnTo>
                    <a:pt x="3868" y="5084"/>
                  </a:lnTo>
                  <a:lnTo>
                    <a:pt x="3868" y="5223"/>
                  </a:lnTo>
                  <a:cubicBezTo>
                    <a:pt x="3868" y="5752"/>
                    <a:pt x="4281" y="6165"/>
                    <a:pt x="4810" y="6165"/>
                  </a:cubicBezTo>
                  <a:cubicBezTo>
                    <a:pt x="5320" y="6165"/>
                    <a:pt x="5752" y="5752"/>
                    <a:pt x="5752" y="5223"/>
                  </a:cubicBezTo>
                  <a:cubicBezTo>
                    <a:pt x="5752" y="5084"/>
                    <a:pt x="5713" y="4948"/>
                    <a:pt x="5655" y="4830"/>
                  </a:cubicBezTo>
                  <a:lnTo>
                    <a:pt x="9914" y="354"/>
                  </a:lnTo>
                  <a:lnTo>
                    <a:pt x="9542" y="0"/>
                  </a:ln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grpSp>
      <p:grpSp>
        <p:nvGrpSpPr>
          <p:cNvPr id="1138" name="Google Shape;1138;p31"/>
          <p:cNvGrpSpPr/>
          <p:nvPr/>
        </p:nvGrpSpPr>
        <p:grpSpPr>
          <a:xfrm>
            <a:off x="7358991" y="3015622"/>
            <a:ext cx="3493866" cy="2834865"/>
            <a:chOff x="5394075" y="2154795"/>
            <a:chExt cx="3493866" cy="2834865"/>
          </a:xfrm>
        </p:grpSpPr>
        <p:sp>
          <p:nvSpPr>
            <p:cNvPr id="1139" name="Google Shape;1139;p31"/>
            <p:cNvSpPr/>
            <p:nvPr/>
          </p:nvSpPr>
          <p:spPr>
            <a:xfrm>
              <a:off x="7261763" y="2158490"/>
              <a:ext cx="328803" cy="299189"/>
            </a:xfrm>
            <a:custGeom>
              <a:avLst/>
              <a:gdLst/>
              <a:ahLst/>
              <a:cxnLst/>
              <a:rect l="l" t="t" r="r" b="b"/>
              <a:pathLst>
                <a:path w="7206" h="6558" extrusionOk="0">
                  <a:moveTo>
                    <a:pt x="3593" y="1"/>
                  </a:moveTo>
                  <a:cubicBezTo>
                    <a:pt x="1610" y="1"/>
                    <a:pt x="0" y="1454"/>
                    <a:pt x="0" y="3279"/>
                  </a:cubicBezTo>
                  <a:cubicBezTo>
                    <a:pt x="0" y="5085"/>
                    <a:pt x="1610" y="6558"/>
                    <a:pt x="3593" y="6558"/>
                  </a:cubicBezTo>
                  <a:cubicBezTo>
                    <a:pt x="5596" y="6558"/>
                    <a:pt x="7206" y="5085"/>
                    <a:pt x="7206" y="3279"/>
                  </a:cubicBezTo>
                  <a:cubicBezTo>
                    <a:pt x="7206" y="1454"/>
                    <a:pt x="5596" y="1"/>
                    <a:pt x="3593" y="1"/>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0" name="Google Shape;1140;p31"/>
            <p:cNvSpPr/>
            <p:nvPr/>
          </p:nvSpPr>
          <p:spPr>
            <a:xfrm>
              <a:off x="7366573" y="3247626"/>
              <a:ext cx="2692" cy="46"/>
            </a:xfrm>
            <a:custGeom>
              <a:avLst/>
              <a:gdLst/>
              <a:ahLst/>
              <a:cxnLst/>
              <a:rect l="l" t="t" r="r" b="b"/>
              <a:pathLst>
                <a:path w="59" h="1" extrusionOk="0">
                  <a:moveTo>
                    <a:pt x="59" y="0"/>
                  </a:moveTo>
                  <a:lnTo>
                    <a:pt x="1" y="0"/>
                  </a:lnTo>
                  <a:close/>
                </a:path>
              </a:pathLst>
            </a:custGeom>
            <a:solidFill>
              <a:srgbClr val="47260D"/>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1" name="Google Shape;1141;p31"/>
            <p:cNvSpPr/>
            <p:nvPr/>
          </p:nvSpPr>
          <p:spPr>
            <a:xfrm>
              <a:off x="7342344" y="2428983"/>
              <a:ext cx="149709" cy="156757"/>
            </a:xfrm>
            <a:custGeom>
              <a:avLst/>
              <a:gdLst/>
              <a:ahLst/>
              <a:cxnLst/>
              <a:rect l="l" t="t" r="r" b="b"/>
              <a:pathLst>
                <a:path w="3281" h="3436" extrusionOk="0">
                  <a:moveTo>
                    <a:pt x="1" y="1"/>
                  </a:moveTo>
                  <a:lnTo>
                    <a:pt x="1" y="3436"/>
                  </a:lnTo>
                  <a:lnTo>
                    <a:pt x="3280" y="3436"/>
                  </a:lnTo>
                  <a:lnTo>
                    <a:pt x="3280" y="1"/>
                  </a:lnTo>
                  <a:close/>
                </a:path>
              </a:pathLst>
            </a:custGeom>
            <a:solidFill>
              <a:srgbClr val="83593E"/>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2" name="Google Shape;1142;p31"/>
            <p:cNvSpPr/>
            <p:nvPr/>
          </p:nvSpPr>
          <p:spPr>
            <a:xfrm>
              <a:off x="7246568" y="2507818"/>
              <a:ext cx="316209" cy="272318"/>
            </a:xfrm>
            <a:custGeom>
              <a:avLst/>
              <a:gdLst/>
              <a:ahLst/>
              <a:cxnLst/>
              <a:rect l="l" t="t" r="r" b="b"/>
              <a:pathLst>
                <a:path w="6930" h="5969" extrusionOk="0">
                  <a:moveTo>
                    <a:pt x="2336" y="0"/>
                  </a:moveTo>
                  <a:lnTo>
                    <a:pt x="0" y="1021"/>
                  </a:lnTo>
                  <a:lnTo>
                    <a:pt x="3003" y="5968"/>
                  </a:lnTo>
                  <a:lnTo>
                    <a:pt x="6929" y="707"/>
                  </a:lnTo>
                  <a:lnTo>
                    <a:pt x="5340" y="157"/>
                  </a:lnTo>
                  <a:lnTo>
                    <a:pt x="2336" y="0"/>
                  </a:lnTo>
                  <a:close/>
                </a:path>
              </a:pathLst>
            </a:custGeom>
            <a:solidFill>
              <a:srgbClr val="83593E"/>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3" name="Google Shape;1143;p31"/>
            <p:cNvSpPr/>
            <p:nvPr/>
          </p:nvSpPr>
          <p:spPr>
            <a:xfrm>
              <a:off x="7005556" y="2511377"/>
              <a:ext cx="778523" cy="1038084"/>
            </a:xfrm>
            <a:custGeom>
              <a:avLst/>
              <a:gdLst/>
              <a:ahLst/>
              <a:cxnLst/>
              <a:rect l="l" t="t" r="r" b="b"/>
              <a:pathLst>
                <a:path w="17062" h="22754" extrusionOk="0">
                  <a:moveTo>
                    <a:pt x="6832" y="1"/>
                  </a:moveTo>
                  <a:cubicBezTo>
                    <a:pt x="6832" y="1"/>
                    <a:pt x="3848" y="1198"/>
                    <a:pt x="2848" y="1669"/>
                  </a:cubicBezTo>
                  <a:cubicBezTo>
                    <a:pt x="1806" y="2160"/>
                    <a:pt x="0" y="8108"/>
                    <a:pt x="0" y="8108"/>
                  </a:cubicBezTo>
                  <a:lnTo>
                    <a:pt x="3298" y="9149"/>
                  </a:lnTo>
                  <a:lnTo>
                    <a:pt x="3947" y="6969"/>
                  </a:lnTo>
                  <a:lnTo>
                    <a:pt x="3947" y="6969"/>
                  </a:lnTo>
                  <a:cubicBezTo>
                    <a:pt x="3947" y="6970"/>
                    <a:pt x="3123" y="13076"/>
                    <a:pt x="2945" y="15118"/>
                  </a:cubicBezTo>
                  <a:cubicBezTo>
                    <a:pt x="2827" y="16707"/>
                    <a:pt x="2945" y="22754"/>
                    <a:pt x="2945" y="22754"/>
                  </a:cubicBezTo>
                  <a:lnTo>
                    <a:pt x="14980" y="22538"/>
                  </a:lnTo>
                  <a:cubicBezTo>
                    <a:pt x="14980" y="22538"/>
                    <a:pt x="14745" y="17277"/>
                    <a:pt x="14646" y="15824"/>
                  </a:cubicBezTo>
                  <a:cubicBezTo>
                    <a:pt x="14548" y="14607"/>
                    <a:pt x="14253" y="12035"/>
                    <a:pt x="14018" y="9895"/>
                  </a:cubicBezTo>
                  <a:cubicBezTo>
                    <a:pt x="13606" y="9090"/>
                    <a:pt x="13507" y="8168"/>
                    <a:pt x="13311" y="7304"/>
                  </a:cubicBezTo>
                  <a:cubicBezTo>
                    <a:pt x="13110" y="6486"/>
                    <a:pt x="13787" y="5955"/>
                    <a:pt x="14430" y="5955"/>
                  </a:cubicBezTo>
                  <a:cubicBezTo>
                    <a:pt x="14852" y="5955"/>
                    <a:pt x="15260" y="6185"/>
                    <a:pt x="15392" y="6715"/>
                  </a:cubicBezTo>
                  <a:cubicBezTo>
                    <a:pt x="15569" y="7500"/>
                    <a:pt x="15373" y="7755"/>
                    <a:pt x="15766" y="8461"/>
                  </a:cubicBezTo>
                  <a:lnTo>
                    <a:pt x="17061" y="8461"/>
                  </a:lnTo>
                  <a:cubicBezTo>
                    <a:pt x="17061" y="8461"/>
                    <a:pt x="16059" y="2671"/>
                    <a:pt x="15667" y="2043"/>
                  </a:cubicBezTo>
                  <a:cubicBezTo>
                    <a:pt x="15412" y="1590"/>
                    <a:pt x="11486" y="1"/>
                    <a:pt x="11486" y="1"/>
                  </a:cubicBezTo>
                  <a:lnTo>
                    <a:pt x="8973" y="3122"/>
                  </a:lnTo>
                  <a:lnTo>
                    <a:pt x="6832" y="1"/>
                  </a:ln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4" name="Google Shape;1144;p31"/>
            <p:cNvSpPr/>
            <p:nvPr/>
          </p:nvSpPr>
          <p:spPr>
            <a:xfrm>
              <a:off x="7285034" y="2511377"/>
              <a:ext cx="290292" cy="195308"/>
            </a:xfrm>
            <a:custGeom>
              <a:avLst/>
              <a:gdLst/>
              <a:ahLst/>
              <a:cxnLst/>
              <a:rect l="l" t="t" r="r" b="b"/>
              <a:pathLst>
                <a:path w="6362" h="4281" extrusionOk="0">
                  <a:moveTo>
                    <a:pt x="707" y="1"/>
                  </a:moveTo>
                  <a:lnTo>
                    <a:pt x="0" y="276"/>
                  </a:lnTo>
                  <a:lnTo>
                    <a:pt x="2691" y="4281"/>
                  </a:lnTo>
                  <a:lnTo>
                    <a:pt x="6361" y="412"/>
                  </a:lnTo>
                  <a:lnTo>
                    <a:pt x="5361" y="1"/>
                  </a:lnTo>
                  <a:lnTo>
                    <a:pt x="2848" y="3122"/>
                  </a:lnTo>
                  <a:lnTo>
                    <a:pt x="707" y="1"/>
                  </a:ln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5" name="Google Shape;1145;p31"/>
            <p:cNvSpPr/>
            <p:nvPr/>
          </p:nvSpPr>
          <p:spPr>
            <a:xfrm>
              <a:off x="7295893" y="2239104"/>
              <a:ext cx="262458" cy="267072"/>
            </a:xfrm>
            <a:custGeom>
              <a:avLst/>
              <a:gdLst/>
              <a:ahLst/>
              <a:cxnLst/>
              <a:rect l="l" t="t" r="r" b="b"/>
              <a:pathLst>
                <a:path w="5752" h="5854" extrusionOk="0">
                  <a:moveTo>
                    <a:pt x="2747" y="1"/>
                  </a:moveTo>
                  <a:cubicBezTo>
                    <a:pt x="1511" y="1"/>
                    <a:pt x="548" y="1257"/>
                    <a:pt x="548" y="2493"/>
                  </a:cubicBezTo>
                  <a:lnTo>
                    <a:pt x="548" y="2631"/>
                  </a:lnTo>
                  <a:cubicBezTo>
                    <a:pt x="502" y="2619"/>
                    <a:pt x="462" y="2612"/>
                    <a:pt x="429" y="2612"/>
                  </a:cubicBezTo>
                  <a:cubicBezTo>
                    <a:pt x="1" y="2612"/>
                    <a:pt x="505" y="3588"/>
                    <a:pt x="705" y="3770"/>
                  </a:cubicBezTo>
                  <a:cubicBezTo>
                    <a:pt x="765" y="4045"/>
                    <a:pt x="843" y="4320"/>
                    <a:pt x="961" y="4516"/>
                  </a:cubicBezTo>
                  <a:cubicBezTo>
                    <a:pt x="1196" y="4987"/>
                    <a:pt x="1608" y="5045"/>
                    <a:pt x="1961" y="5320"/>
                  </a:cubicBezTo>
                  <a:cubicBezTo>
                    <a:pt x="1961" y="5320"/>
                    <a:pt x="2158" y="5713"/>
                    <a:pt x="2296" y="5773"/>
                  </a:cubicBezTo>
                  <a:cubicBezTo>
                    <a:pt x="2408" y="5824"/>
                    <a:pt x="2613" y="5853"/>
                    <a:pt x="2813" y="5853"/>
                  </a:cubicBezTo>
                  <a:cubicBezTo>
                    <a:pt x="2995" y="5853"/>
                    <a:pt x="3174" y="5829"/>
                    <a:pt x="3277" y="5773"/>
                  </a:cubicBezTo>
                  <a:cubicBezTo>
                    <a:pt x="3375" y="5713"/>
                    <a:pt x="3552" y="5360"/>
                    <a:pt x="3552" y="5360"/>
                  </a:cubicBezTo>
                  <a:cubicBezTo>
                    <a:pt x="3846" y="5124"/>
                    <a:pt x="4239" y="4948"/>
                    <a:pt x="4474" y="4574"/>
                  </a:cubicBezTo>
                  <a:cubicBezTo>
                    <a:pt x="4612" y="4359"/>
                    <a:pt x="4710" y="4124"/>
                    <a:pt x="4788" y="3868"/>
                  </a:cubicBezTo>
                  <a:cubicBezTo>
                    <a:pt x="4848" y="3868"/>
                    <a:pt x="4887" y="3888"/>
                    <a:pt x="4887" y="3888"/>
                  </a:cubicBezTo>
                  <a:cubicBezTo>
                    <a:pt x="5071" y="3851"/>
                    <a:pt x="5752" y="2613"/>
                    <a:pt x="5293" y="2613"/>
                  </a:cubicBezTo>
                  <a:cubicBezTo>
                    <a:pt x="5262" y="2613"/>
                    <a:pt x="5224" y="2619"/>
                    <a:pt x="5181" y="2631"/>
                  </a:cubicBezTo>
                  <a:cubicBezTo>
                    <a:pt x="5123" y="2650"/>
                    <a:pt x="5084" y="2690"/>
                    <a:pt x="5024" y="2729"/>
                  </a:cubicBezTo>
                  <a:cubicBezTo>
                    <a:pt x="5044" y="2650"/>
                    <a:pt x="5044" y="2572"/>
                    <a:pt x="5044" y="2493"/>
                  </a:cubicBezTo>
                  <a:cubicBezTo>
                    <a:pt x="5044" y="1257"/>
                    <a:pt x="4003" y="1"/>
                    <a:pt x="2747" y="1"/>
                  </a:cubicBezTo>
                  <a:close/>
                </a:path>
              </a:pathLst>
            </a:custGeom>
            <a:solidFill>
              <a:srgbClr val="A86F4A"/>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6" name="Google Shape;1146;p31"/>
            <p:cNvSpPr/>
            <p:nvPr/>
          </p:nvSpPr>
          <p:spPr>
            <a:xfrm>
              <a:off x="7136329" y="2562428"/>
              <a:ext cx="647750" cy="990637"/>
            </a:xfrm>
            <a:custGeom>
              <a:avLst/>
              <a:gdLst/>
              <a:ahLst/>
              <a:cxnLst/>
              <a:rect l="l" t="t" r="r" b="b"/>
              <a:pathLst>
                <a:path w="14196" h="21714" extrusionOk="0">
                  <a:moveTo>
                    <a:pt x="11073" y="0"/>
                  </a:moveTo>
                  <a:lnTo>
                    <a:pt x="11073" y="0"/>
                  </a:lnTo>
                  <a:cubicBezTo>
                    <a:pt x="11269" y="2356"/>
                    <a:pt x="10583" y="5065"/>
                    <a:pt x="8973" y="7520"/>
                  </a:cubicBezTo>
                  <a:cubicBezTo>
                    <a:pt x="6757" y="10922"/>
                    <a:pt x="3365" y="12919"/>
                    <a:pt x="345" y="12919"/>
                  </a:cubicBezTo>
                  <a:cubicBezTo>
                    <a:pt x="315" y="12919"/>
                    <a:pt x="286" y="12918"/>
                    <a:pt x="257" y="12918"/>
                  </a:cubicBezTo>
                  <a:cubicBezTo>
                    <a:pt x="197" y="13389"/>
                    <a:pt x="158" y="13782"/>
                    <a:pt x="139" y="14096"/>
                  </a:cubicBezTo>
                  <a:cubicBezTo>
                    <a:pt x="1" y="15666"/>
                    <a:pt x="139" y="21713"/>
                    <a:pt x="139" y="21713"/>
                  </a:cubicBezTo>
                  <a:lnTo>
                    <a:pt x="12172" y="21498"/>
                  </a:lnTo>
                  <a:cubicBezTo>
                    <a:pt x="12172" y="21498"/>
                    <a:pt x="11918" y="16237"/>
                    <a:pt x="11819" y="14803"/>
                  </a:cubicBezTo>
                  <a:cubicBezTo>
                    <a:pt x="11746" y="13805"/>
                    <a:pt x="11355" y="10091"/>
                    <a:pt x="11048" y="7342"/>
                  </a:cubicBezTo>
                  <a:lnTo>
                    <a:pt x="14195" y="7342"/>
                  </a:lnTo>
                  <a:cubicBezTo>
                    <a:pt x="14195" y="7342"/>
                    <a:pt x="13233" y="1649"/>
                    <a:pt x="12860" y="1002"/>
                  </a:cubicBezTo>
                  <a:cubicBezTo>
                    <a:pt x="12743" y="825"/>
                    <a:pt x="11937" y="413"/>
                    <a:pt x="11073" y="0"/>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7" name="Google Shape;1147;p31"/>
            <p:cNvSpPr/>
            <p:nvPr/>
          </p:nvSpPr>
          <p:spPr>
            <a:xfrm>
              <a:off x="7319985" y="2225646"/>
              <a:ext cx="206106" cy="142478"/>
            </a:xfrm>
            <a:custGeom>
              <a:avLst/>
              <a:gdLst/>
              <a:ahLst/>
              <a:cxnLst/>
              <a:rect l="l" t="t" r="r" b="b"/>
              <a:pathLst>
                <a:path w="4517" h="3123" extrusionOk="0">
                  <a:moveTo>
                    <a:pt x="2258" y="1"/>
                  </a:moveTo>
                  <a:cubicBezTo>
                    <a:pt x="1001" y="1"/>
                    <a:pt x="1" y="1178"/>
                    <a:pt x="1" y="2652"/>
                  </a:cubicBezTo>
                  <a:cubicBezTo>
                    <a:pt x="1" y="2809"/>
                    <a:pt x="1" y="2966"/>
                    <a:pt x="20" y="3123"/>
                  </a:cubicBezTo>
                  <a:cubicBezTo>
                    <a:pt x="216" y="1885"/>
                    <a:pt x="1140" y="943"/>
                    <a:pt x="2258" y="943"/>
                  </a:cubicBezTo>
                  <a:cubicBezTo>
                    <a:pt x="3378" y="943"/>
                    <a:pt x="4300" y="1885"/>
                    <a:pt x="4496" y="3123"/>
                  </a:cubicBezTo>
                  <a:cubicBezTo>
                    <a:pt x="4516" y="2966"/>
                    <a:pt x="4516" y="2809"/>
                    <a:pt x="4516" y="2652"/>
                  </a:cubicBezTo>
                  <a:cubicBezTo>
                    <a:pt x="4516" y="1178"/>
                    <a:pt x="3514" y="1"/>
                    <a:pt x="2258" y="1"/>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8" name="Google Shape;1148;p31"/>
            <p:cNvSpPr/>
            <p:nvPr/>
          </p:nvSpPr>
          <p:spPr>
            <a:xfrm>
              <a:off x="6975076" y="2815904"/>
              <a:ext cx="392410" cy="369904"/>
            </a:xfrm>
            <a:custGeom>
              <a:avLst/>
              <a:gdLst/>
              <a:ahLst/>
              <a:cxnLst/>
              <a:rect l="l" t="t" r="r" b="b"/>
              <a:pathLst>
                <a:path w="8600" h="8108" extrusionOk="0">
                  <a:moveTo>
                    <a:pt x="1532" y="1"/>
                  </a:moveTo>
                  <a:lnTo>
                    <a:pt x="668" y="1433"/>
                  </a:lnTo>
                  <a:cubicBezTo>
                    <a:pt x="668" y="1433"/>
                    <a:pt x="1" y="2789"/>
                    <a:pt x="158" y="3220"/>
                  </a:cubicBezTo>
                  <a:cubicBezTo>
                    <a:pt x="924" y="5105"/>
                    <a:pt x="7560" y="8108"/>
                    <a:pt x="7560" y="8108"/>
                  </a:cubicBezTo>
                  <a:lnTo>
                    <a:pt x="8600" y="5870"/>
                  </a:lnTo>
                  <a:lnTo>
                    <a:pt x="3908" y="2650"/>
                  </a:lnTo>
                  <a:lnTo>
                    <a:pt x="4595" y="452"/>
                  </a:lnTo>
                  <a:lnTo>
                    <a:pt x="1532" y="1"/>
                  </a:ln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49" name="Google Shape;1149;p31"/>
            <p:cNvSpPr/>
            <p:nvPr/>
          </p:nvSpPr>
          <p:spPr>
            <a:xfrm>
              <a:off x="7492007" y="2796195"/>
              <a:ext cx="308178" cy="339474"/>
            </a:xfrm>
            <a:custGeom>
              <a:avLst/>
              <a:gdLst/>
              <a:ahLst/>
              <a:cxnLst/>
              <a:rect l="l" t="t" r="r" b="b"/>
              <a:pathLst>
                <a:path w="6754" h="7441" extrusionOk="0">
                  <a:moveTo>
                    <a:pt x="2964" y="1"/>
                  </a:moveTo>
                  <a:cubicBezTo>
                    <a:pt x="2945" y="177"/>
                    <a:pt x="2945" y="3318"/>
                    <a:pt x="2945" y="3318"/>
                  </a:cubicBezTo>
                  <a:lnTo>
                    <a:pt x="0" y="5301"/>
                  </a:lnTo>
                  <a:lnTo>
                    <a:pt x="2375" y="7441"/>
                  </a:lnTo>
                  <a:lnTo>
                    <a:pt x="6754" y="4221"/>
                  </a:lnTo>
                  <a:lnTo>
                    <a:pt x="6400" y="2218"/>
                  </a:lnTo>
                  <a:lnTo>
                    <a:pt x="2964" y="1"/>
                  </a:ln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0" name="Google Shape;1150;p31"/>
            <p:cNvSpPr/>
            <p:nvPr/>
          </p:nvSpPr>
          <p:spPr>
            <a:xfrm>
              <a:off x="7505376" y="2793504"/>
              <a:ext cx="139807" cy="276835"/>
            </a:xfrm>
            <a:custGeom>
              <a:avLst/>
              <a:gdLst/>
              <a:ahLst/>
              <a:cxnLst/>
              <a:rect l="l" t="t" r="r" b="b"/>
              <a:pathLst>
                <a:path w="3064" h="6068" extrusionOk="0">
                  <a:moveTo>
                    <a:pt x="2966" y="0"/>
                  </a:moveTo>
                  <a:cubicBezTo>
                    <a:pt x="2946" y="157"/>
                    <a:pt x="2946" y="3319"/>
                    <a:pt x="2946" y="3319"/>
                  </a:cubicBezTo>
                  <a:lnTo>
                    <a:pt x="1" y="5301"/>
                  </a:lnTo>
                  <a:lnTo>
                    <a:pt x="846" y="6067"/>
                  </a:lnTo>
                  <a:lnTo>
                    <a:pt x="3064" y="3711"/>
                  </a:lnTo>
                  <a:lnTo>
                    <a:pt x="2966" y="0"/>
                  </a:ln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1" name="Google Shape;1151;p31"/>
            <p:cNvSpPr/>
            <p:nvPr/>
          </p:nvSpPr>
          <p:spPr>
            <a:xfrm>
              <a:off x="6064962" y="3769771"/>
              <a:ext cx="2822979" cy="130791"/>
            </a:xfrm>
            <a:custGeom>
              <a:avLst/>
              <a:gdLst/>
              <a:ahLst/>
              <a:cxnLst/>
              <a:rect l="l" t="t" r="r" b="b"/>
              <a:pathLst>
                <a:path w="60920" h="2867" extrusionOk="0">
                  <a:moveTo>
                    <a:pt x="1" y="0"/>
                  </a:moveTo>
                  <a:lnTo>
                    <a:pt x="1" y="2866"/>
                  </a:lnTo>
                  <a:lnTo>
                    <a:pt x="60920" y="2866"/>
                  </a:lnTo>
                  <a:lnTo>
                    <a:pt x="60920"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2" name="Google Shape;1152;p31"/>
            <p:cNvSpPr/>
            <p:nvPr/>
          </p:nvSpPr>
          <p:spPr>
            <a:xfrm>
              <a:off x="6064962" y="3700836"/>
              <a:ext cx="2822979" cy="68985"/>
            </a:xfrm>
            <a:custGeom>
              <a:avLst/>
              <a:gdLst/>
              <a:ahLst/>
              <a:cxnLst/>
              <a:rect l="l" t="t" r="r" b="b"/>
              <a:pathLst>
                <a:path w="60920" h="1512" extrusionOk="0">
                  <a:moveTo>
                    <a:pt x="1" y="0"/>
                  </a:moveTo>
                  <a:lnTo>
                    <a:pt x="1" y="1511"/>
                  </a:lnTo>
                  <a:lnTo>
                    <a:pt x="60920" y="1511"/>
                  </a:lnTo>
                  <a:lnTo>
                    <a:pt x="60920" y="0"/>
                  </a:ln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3" name="Google Shape;1153;p31"/>
            <p:cNvSpPr/>
            <p:nvPr/>
          </p:nvSpPr>
          <p:spPr>
            <a:xfrm>
              <a:off x="7119355" y="3900523"/>
              <a:ext cx="564386" cy="629721"/>
            </a:xfrm>
            <a:custGeom>
              <a:avLst/>
              <a:gdLst/>
              <a:ahLst/>
              <a:cxnLst/>
              <a:rect l="l" t="t" r="r" b="b"/>
              <a:pathLst>
                <a:path w="12369" h="13803" extrusionOk="0">
                  <a:moveTo>
                    <a:pt x="0" y="0"/>
                  </a:moveTo>
                  <a:lnTo>
                    <a:pt x="0" y="13802"/>
                  </a:lnTo>
                  <a:lnTo>
                    <a:pt x="12369" y="13802"/>
                  </a:lnTo>
                  <a:lnTo>
                    <a:pt x="12369" y="0"/>
                  </a:ln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4" name="Google Shape;1154;p31"/>
            <p:cNvSpPr/>
            <p:nvPr/>
          </p:nvSpPr>
          <p:spPr>
            <a:xfrm>
              <a:off x="6775357" y="4530199"/>
              <a:ext cx="1202188" cy="285731"/>
            </a:xfrm>
            <a:custGeom>
              <a:avLst/>
              <a:gdLst/>
              <a:ahLst/>
              <a:cxnLst/>
              <a:rect l="l" t="t" r="r" b="b"/>
              <a:pathLst>
                <a:path w="26347" h="6263" extrusionOk="0">
                  <a:moveTo>
                    <a:pt x="1" y="0"/>
                  </a:moveTo>
                  <a:lnTo>
                    <a:pt x="1" y="3259"/>
                  </a:lnTo>
                  <a:lnTo>
                    <a:pt x="1" y="6262"/>
                  </a:lnTo>
                  <a:lnTo>
                    <a:pt x="8736" y="6262"/>
                  </a:lnTo>
                  <a:lnTo>
                    <a:pt x="8736" y="3259"/>
                  </a:lnTo>
                  <a:lnTo>
                    <a:pt x="17610" y="3259"/>
                  </a:lnTo>
                  <a:lnTo>
                    <a:pt x="17610" y="6262"/>
                  </a:lnTo>
                  <a:lnTo>
                    <a:pt x="26347" y="6262"/>
                  </a:lnTo>
                  <a:lnTo>
                    <a:pt x="26347" y="3259"/>
                  </a:lnTo>
                  <a:lnTo>
                    <a:pt x="26347" y="0"/>
                  </a:ln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5" name="Google Shape;1155;p31"/>
            <p:cNvSpPr/>
            <p:nvPr/>
          </p:nvSpPr>
          <p:spPr>
            <a:xfrm>
              <a:off x="6817427" y="4656435"/>
              <a:ext cx="293030" cy="148728"/>
            </a:xfrm>
            <a:custGeom>
              <a:avLst/>
              <a:gdLst/>
              <a:ahLst/>
              <a:cxnLst/>
              <a:rect l="l" t="t" r="r" b="b"/>
              <a:pathLst>
                <a:path w="6422" h="3260" extrusionOk="0">
                  <a:moveTo>
                    <a:pt x="3201" y="1"/>
                  </a:moveTo>
                  <a:cubicBezTo>
                    <a:pt x="1434" y="1"/>
                    <a:pt x="1" y="1453"/>
                    <a:pt x="1" y="3260"/>
                  </a:cubicBezTo>
                  <a:lnTo>
                    <a:pt x="6421" y="3260"/>
                  </a:lnTo>
                  <a:cubicBezTo>
                    <a:pt x="6421" y="1453"/>
                    <a:pt x="4987" y="1"/>
                    <a:pt x="3201" y="1"/>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6" name="Google Shape;1156;p31"/>
            <p:cNvSpPr/>
            <p:nvPr/>
          </p:nvSpPr>
          <p:spPr>
            <a:xfrm>
              <a:off x="6853246" y="4712915"/>
              <a:ext cx="220434" cy="203292"/>
            </a:xfrm>
            <a:custGeom>
              <a:avLst/>
              <a:gdLst/>
              <a:ahLst/>
              <a:cxnLst/>
              <a:rect l="l" t="t" r="r" b="b"/>
              <a:pathLst>
                <a:path w="4831" h="4456" extrusionOk="0">
                  <a:moveTo>
                    <a:pt x="2416" y="0"/>
                  </a:moveTo>
                  <a:cubicBezTo>
                    <a:pt x="1081" y="0"/>
                    <a:pt x="1" y="1001"/>
                    <a:pt x="1" y="2238"/>
                  </a:cubicBezTo>
                  <a:cubicBezTo>
                    <a:pt x="1" y="3474"/>
                    <a:pt x="1081" y="4456"/>
                    <a:pt x="2416" y="4456"/>
                  </a:cubicBezTo>
                  <a:cubicBezTo>
                    <a:pt x="3751" y="4456"/>
                    <a:pt x="4830" y="3474"/>
                    <a:pt x="4830" y="2238"/>
                  </a:cubicBezTo>
                  <a:cubicBezTo>
                    <a:pt x="4830" y="1001"/>
                    <a:pt x="3751" y="0"/>
                    <a:pt x="2416"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7" name="Google Shape;1157;p31"/>
            <p:cNvSpPr/>
            <p:nvPr/>
          </p:nvSpPr>
          <p:spPr>
            <a:xfrm>
              <a:off x="6944641" y="4797088"/>
              <a:ext cx="38602" cy="35859"/>
            </a:xfrm>
            <a:custGeom>
              <a:avLst/>
              <a:gdLst/>
              <a:ahLst/>
              <a:cxnLst/>
              <a:rect l="l" t="t" r="r" b="b"/>
              <a:pathLst>
                <a:path w="846" h="786" extrusionOk="0">
                  <a:moveTo>
                    <a:pt x="413" y="1"/>
                  </a:moveTo>
                  <a:cubicBezTo>
                    <a:pt x="178" y="1"/>
                    <a:pt x="0" y="177"/>
                    <a:pt x="0" y="393"/>
                  </a:cubicBezTo>
                  <a:cubicBezTo>
                    <a:pt x="0" y="608"/>
                    <a:pt x="178" y="786"/>
                    <a:pt x="413" y="786"/>
                  </a:cubicBezTo>
                  <a:cubicBezTo>
                    <a:pt x="649" y="786"/>
                    <a:pt x="845" y="608"/>
                    <a:pt x="845" y="393"/>
                  </a:cubicBezTo>
                  <a:cubicBezTo>
                    <a:pt x="845" y="177"/>
                    <a:pt x="649" y="1"/>
                    <a:pt x="413" y="1"/>
                  </a:cubicBezTo>
                  <a:close/>
                </a:path>
              </a:pathLst>
            </a:custGeom>
            <a:solidFill>
              <a:schemeClr val="accent5"/>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8" name="Google Shape;1158;p31"/>
            <p:cNvSpPr/>
            <p:nvPr/>
          </p:nvSpPr>
          <p:spPr>
            <a:xfrm>
              <a:off x="7647876" y="4656435"/>
              <a:ext cx="292938" cy="148728"/>
            </a:xfrm>
            <a:custGeom>
              <a:avLst/>
              <a:gdLst/>
              <a:ahLst/>
              <a:cxnLst/>
              <a:rect l="l" t="t" r="r" b="b"/>
              <a:pathLst>
                <a:path w="6420" h="3260" extrusionOk="0">
                  <a:moveTo>
                    <a:pt x="3220" y="1"/>
                  </a:moveTo>
                  <a:cubicBezTo>
                    <a:pt x="1433" y="1"/>
                    <a:pt x="0" y="1453"/>
                    <a:pt x="0" y="3260"/>
                  </a:cubicBezTo>
                  <a:lnTo>
                    <a:pt x="6419" y="3260"/>
                  </a:lnTo>
                  <a:cubicBezTo>
                    <a:pt x="6419" y="1453"/>
                    <a:pt x="4987" y="1"/>
                    <a:pt x="3220" y="1"/>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59" name="Google Shape;1159;p31"/>
            <p:cNvSpPr/>
            <p:nvPr/>
          </p:nvSpPr>
          <p:spPr>
            <a:xfrm>
              <a:off x="7684561" y="4713782"/>
              <a:ext cx="220388" cy="202425"/>
            </a:xfrm>
            <a:custGeom>
              <a:avLst/>
              <a:gdLst/>
              <a:ahLst/>
              <a:cxnLst/>
              <a:rect l="l" t="t" r="r" b="b"/>
              <a:pathLst>
                <a:path w="4830" h="4437" extrusionOk="0">
                  <a:moveTo>
                    <a:pt x="2416" y="0"/>
                  </a:moveTo>
                  <a:cubicBezTo>
                    <a:pt x="1081" y="0"/>
                    <a:pt x="0" y="982"/>
                    <a:pt x="0" y="2219"/>
                  </a:cubicBezTo>
                  <a:cubicBezTo>
                    <a:pt x="0" y="3455"/>
                    <a:pt x="1081" y="4437"/>
                    <a:pt x="2416" y="4437"/>
                  </a:cubicBezTo>
                  <a:cubicBezTo>
                    <a:pt x="3751" y="4437"/>
                    <a:pt x="4830" y="3455"/>
                    <a:pt x="4830" y="2219"/>
                  </a:cubicBezTo>
                  <a:cubicBezTo>
                    <a:pt x="4830" y="982"/>
                    <a:pt x="3751" y="0"/>
                    <a:pt x="2416"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0" name="Google Shape;1160;p31"/>
            <p:cNvSpPr/>
            <p:nvPr/>
          </p:nvSpPr>
          <p:spPr>
            <a:xfrm>
              <a:off x="7775089" y="4797088"/>
              <a:ext cx="39423" cy="35859"/>
            </a:xfrm>
            <a:custGeom>
              <a:avLst/>
              <a:gdLst/>
              <a:ahLst/>
              <a:cxnLst/>
              <a:rect l="l" t="t" r="r" b="b"/>
              <a:pathLst>
                <a:path w="864" h="786" extrusionOk="0">
                  <a:moveTo>
                    <a:pt x="432" y="1"/>
                  </a:moveTo>
                  <a:cubicBezTo>
                    <a:pt x="196" y="1"/>
                    <a:pt x="0" y="177"/>
                    <a:pt x="0" y="393"/>
                  </a:cubicBezTo>
                  <a:cubicBezTo>
                    <a:pt x="0" y="608"/>
                    <a:pt x="196" y="786"/>
                    <a:pt x="432" y="786"/>
                  </a:cubicBezTo>
                  <a:cubicBezTo>
                    <a:pt x="667" y="786"/>
                    <a:pt x="864" y="608"/>
                    <a:pt x="864" y="393"/>
                  </a:cubicBezTo>
                  <a:cubicBezTo>
                    <a:pt x="864" y="177"/>
                    <a:pt x="667" y="1"/>
                    <a:pt x="432" y="1"/>
                  </a:cubicBezTo>
                  <a:close/>
                </a:path>
              </a:pathLst>
            </a:custGeom>
            <a:solidFill>
              <a:schemeClr val="accent5"/>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1" name="Google Shape;1161;p31"/>
            <p:cNvSpPr/>
            <p:nvPr/>
          </p:nvSpPr>
          <p:spPr>
            <a:xfrm>
              <a:off x="6089188" y="3326460"/>
              <a:ext cx="389672" cy="351837"/>
            </a:xfrm>
            <a:custGeom>
              <a:avLst/>
              <a:gdLst/>
              <a:ahLst/>
              <a:cxnLst/>
              <a:rect l="l" t="t" r="r" b="b"/>
              <a:pathLst>
                <a:path w="8540" h="7712" extrusionOk="0">
                  <a:moveTo>
                    <a:pt x="4380" y="1"/>
                  </a:moveTo>
                  <a:cubicBezTo>
                    <a:pt x="4114" y="1"/>
                    <a:pt x="3808" y="441"/>
                    <a:pt x="3632" y="569"/>
                  </a:cubicBezTo>
                  <a:cubicBezTo>
                    <a:pt x="3473" y="675"/>
                    <a:pt x="3314" y="749"/>
                    <a:pt x="3126" y="749"/>
                  </a:cubicBezTo>
                  <a:cubicBezTo>
                    <a:pt x="3106" y="749"/>
                    <a:pt x="3085" y="748"/>
                    <a:pt x="3063" y="746"/>
                  </a:cubicBezTo>
                  <a:cubicBezTo>
                    <a:pt x="2928" y="734"/>
                    <a:pt x="2786" y="723"/>
                    <a:pt x="2642" y="723"/>
                  </a:cubicBezTo>
                  <a:cubicBezTo>
                    <a:pt x="2534" y="723"/>
                    <a:pt x="2426" y="729"/>
                    <a:pt x="2317" y="746"/>
                  </a:cubicBezTo>
                  <a:cubicBezTo>
                    <a:pt x="1668" y="843"/>
                    <a:pt x="1021" y="1178"/>
                    <a:pt x="648" y="1746"/>
                  </a:cubicBezTo>
                  <a:lnTo>
                    <a:pt x="707" y="1668"/>
                  </a:lnTo>
                  <a:lnTo>
                    <a:pt x="707" y="1668"/>
                  </a:lnTo>
                  <a:cubicBezTo>
                    <a:pt x="648" y="1786"/>
                    <a:pt x="589" y="1885"/>
                    <a:pt x="530" y="2002"/>
                  </a:cubicBezTo>
                  <a:cubicBezTo>
                    <a:pt x="373" y="2395"/>
                    <a:pt x="333" y="2827"/>
                    <a:pt x="216" y="3238"/>
                  </a:cubicBezTo>
                  <a:cubicBezTo>
                    <a:pt x="158" y="3494"/>
                    <a:pt x="98" y="3710"/>
                    <a:pt x="98" y="3984"/>
                  </a:cubicBezTo>
                  <a:cubicBezTo>
                    <a:pt x="79" y="4437"/>
                    <a:pt x="0" y="4888"/>
                    <a:pt x="40" y="5340"/>
                  </a:cubicBezTo>
                  <a:cubicBezTo>
                    <a:pt x="59" y="5890"/>
                    <a:pt x="216" y="6458"/>
                    <a:pt x="569" y="6851"/>
                  </a:cubicBezTo>
                  <a:cubicBezTo>
                    <a:pt x="962" y="7303"/>
                    <a:pt x="1571" y="7518"/>
                    <a:pt x="2100" y="7656"/>
                  </a:cubicBezTo>
                  <a:cubicBezTo>
                    <a:pt x="2260" y="7695"/>
                    <a:pt x="2420" y="7712"/>
                    <a:pt x="2580" y="7712"/>
                  </a:cubicBezTo>
                  <a:cubicBezTo>
                    <a:pt x="2988" y="7712"/>
                    <a:pt x="3393" y="7601"/>
                    <a:pt x="3789" y="7460"/>
                  </a:cubicBezTo>
                  <a:cubicBezTo>
                    <a:pt x="4338" y="7264"/>
                    <a:pt x="4673" y="6714"/>
                    <a:pt x="5105" y="6301"/>
                  </a:cubicBezTo>
                  <a:cubicBezTo>
                    <a:pt x="5576" y="5869"/>
                    <a:pt x="6243" y="5929"/>
                    <a:pt x="6793" y="5712"/>
                  </a:cubicBezTo>
                  <a:cubicBezTo>
                    <a:pt x="7304" y="5516"/>
                    <a:pt x="7736" y="5222"/>
                    <a:pt x="8207" y="4947"/>
                  </a:cubicBezTo>
                  <a:cubicBezTo>
                    <a:pt x="8343" y="4848"/>
                    <a:pt x="8343" y="4652"/>
                    <a:pt x="8383" y="4476"/>
                  </a:cubicBezTo>
                  <a:cubicBezTo>
                    <a:pt x="8422" y="4240"/>
                    <a:pt x="8540" y="3906"/>
                    <a:pt x="8521" y="3652"/>
                  </a:cubicBezTo>
                  <a:cubicBezTo>
                    <a:pt x="8500" y="3513"/>
                    <a:pt x="8304" y="3435"/>
                    <a:pt x="8186" y="3356"/>
                  </a:cubicBezTo>
                  <a:cubicBezTo>
                    <a:pt x="7990" y="3259"/>
                    <a:pt x="7775" y="3160"/>
                    <a:pt x="7578" y="3063"/>
                  </a:cubicBezTo>
                  <a:cubicBezTo>
                    <a:pt x="7343" y="2924"/>
                    <a:pt x="7008" y="2846"/>
                    <a:pt x="6851" y="2610"/>
                  </a:cubicBezTo>
                  <a:cubicBezTo>
                    <a:pt x="6715" y="2395"/>
                    <a:pt x="6694" y="2081"/>
                    <a:pt x="6773" y="1825"/>
                  </a:cubicBezTo>
                  <a:cubicBezTo>
                    <a:pt x="6851" y="1629"/>
                    <a:pt x="6911" y="1296"/>
                    <a:pt x="6793" y="1099"/>
                  </a:cubicBezTo>
                  <a:cubicBezTo>
                    <a:pt x="6684" y="913"/>
                    <a:pt x="6502" y="825"/>
                    <a:pt x="6314" y="825"/>
                  </a:cubicBezTo>
                  <a:cubicBezTo>
                    <a:pt x="6264" y="825"/>
                    <a:pt x="6214" y="831"/>
                    <a:pt x="6165" y="843"/>
                  </a:cubicBezTo>
                  <a:cubicBezTo>
                    <a:pt x="6048" y="869"/>
                    <a:pt x="5958" y="955"/>
                    <a:pt x="5859" y="955"/>
                  </a:cubicBezTo>
                  <a:cubicBezTo>
                    <a:pt x="5808" y="955"/>
                    <a:pt x="5754" y="931"/>
                    <a:pt x="5694" y="864"/>
                  </a:cubicBezTo>
                  <a:cubicBezTo>
                    <a:pt x="5644" y="782"/>
                    <a:pt x="5596" y="741"/>
                    <a:pt x="5514" y="741"/>
                  </a:cubicBezTo>
                  <a:cubicBezTo>
                    <a:pt x="5497" y="741"/>
                    <a:pt x="5478" y="743"/>
                    <a:pt x="5458" y="746"/>
                  </a:cubicBezTo>
                  <a:cubicBezTo>
                    <a:pt x="5402" y="754"/>
                    <a:pt x="5378" y="762"/>
                    <a:pt x="5364" y="762"/>
                  </a:cubicBezTo>
                  <a:cubicBezTo>
                    <a:pt x="5342" y="762"/>
                    <a:pt x="5339" y="745"/>
                    <a:pt x="5281" y="686"/>
                  </a:cubicBezTo>
                  <a:cubicBezTo>
                    <a:pt x="5233" y="631"/>
                    <a:pt x="5183" y="617"/>
                    <a:pt x="5131" y="617"/>
                  </a:cubicBezTo>
                  <a:cubicBezTo>
                    <a:pt x="5077" y="617"/>
                    <a:pt x="5021" y="632"/>
                    <a:pt x="4965" y="632"/>
                  </a:cubicBezTo>
                  <a:cubicBezTo>
                    <a:pt x="4920" y="632"/>
                    <a:pt x="4875" y="623"/>
                    <a:pt x="4830" y="589"/>
                  </a:cubicBezTo>
                  <a:cubicBezTo>
                    <a:pt x="4692" y="471"/>
                    <a:pt x="4692" y="215"/>
                    <a:pt x="4555" y="79"/>
                  </a:cubicBezTo>
                  <a:cubicBezTo>
                    <a:pt x="4500" y="24"/>
                    <a:pt x="4441" y="1"/>
                    <a:pt x="4380" y="1"/>
                  </a:cubicBezTo>
                  <a:close/>
                </a:path>
              </a:pathLst>
            </a:custGeom>
            <a:solidFill>
              <a:srgbClr val="ECC3A6"/>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2" name="Google Shape;1162;p31"/>
            <p:cNvSpPr/>
            <p:nvPr/>
          </p:nvSpPr>
          <p:spPr>
            <a:xfrm>
              <a:off x="6090055" y="3364053"/>
              <a:ext cx="388805" cy="314245"/>
            </a:xfrm>
            <a:custGeom>
              <a:avLst/>
              <a:gdLst/>
              <a:ahLst/>
              <a:cxnLst/>
              <a:rect l="l" t="t" r="r" b="b"/>
              <a:pathLst>
                <a:path w="8521" h="6888" extrusionOk="0">
                  <a:moveTo>
                    <a:pt x="6361" y="1"/>
                  </a:moveTo>
                  <a:lnTo>
                    <a:pt x="6361" y="1"/>
                  </a:lnTo>
                  <a:cubicBezTo>
                    <a:pt x="6460" y="2179"/>
                    <a:pt x="4772" y="4084"/>
                    <a:pt x="2552" y="4280"/>
                  </a:cubicBezTo>
                  <a:cubicBezTo>
                    <a:pt x="2414" y="4295"/>
                    <a:pt x="2276" y="4302"/>
                    <a:pt x="2140" y="4302"/>
                  </a:cubicBezTo>
                  <a:cubicBezTo>
                    <a:pt x="1369" y="4302"/>
                    <a:pt x="640" y="4074"/>
                    <a:pt x="40" y="3691"/>
                  </a:cubicBezTo>
                  <a:cubicBezTo>
                    <a:pt x="21" y="3966"/>
                    <a:pt x="0" y="4241"/>
                    <a:pt x="21" y="4516"/>
                  </a:cubicBezTo>
                  <a:cubicBezTo>
                    <a:pt x="40" y="5066"/>
                    <a:pt x="197" y="5634"/>
                    <a:pt x="550" y="6027"/>
                  </a:cubicBezTo>
                  <a:cubicBezTo>
                    <a:pt x="943" y="6479"/>
                    <a:pt x="1552" y="6694"/>
                    <a:pt x="2081" y="6832"/>
                  </a:cubicBezTo>
                  <a:cubicBezTo>
                    <a:pt x="2241" y="6871"/>
                    <a:pt x="2401" y="6888"/>
                    <a:pt x="2561" y="6888"/>
                  </a:cubicBezTo>
                  <a:cubicBezTo>
                    <a:pt x="2969" y="6888"/>
                    <a:pt x="3374" y="6777"/>
                    <a:pt x="3770" y="6636"/>
                  </a:cubicBezTo>
                  <a:cubicBezTo>
                    <a:pt x="4319" y="6440"/>
                    <a:pt x="4654" y="5890"/>
                    <a:pt x="5086" y="5477"/>
                  </a:cubicBezTo>
                  <a:cubicBezTo>
                    <a:pt x="5557" y="5045"/>
                    <a:pt x="6224" y="5105"/>
                    <a:pt x="6774" y="4888"/>
                  </a:cubicBezTo>
                  <a:cubicBezTo>
                    <a:pt x="7285" y="4692"/>
                    <a:pt x="7717" y="4398"/>
                    <a:pt x="8188" y="4123"/>
                  </a:cubicBezTo>
                  <a:cubicBezTo>
                    <a:pt x="8324" y="4024"/>
                    <a:pt x="8324" y="3828"/>
                    <a:pt x="8364" y="3652"/>
                  </a:cubicBezTo>
                  <a:cubicBezTo>
                    <a:pt x="8403" y="3416"/>
                    <a:pt x="8521" y="3082"/>
                    <a:pt x="8502" y="2828"/>
                  </a:cubicBezTo>
                  <a:cubicBezTo>
                    <a:pt x="8481" y="2689"/>
                    <a:pt x="8285" y="2611"/>
                    <a:pt x="8167" y="2532"/>
                  </a:cubicBezTo>
                  <a:cubicBezTo>
                    <a:pt x="7971" y="2435"/>
                    <a:pt x="7756" y="2336"/>
                    <a:pt x="7559" y="2239"/>
                  </a:cubicBezTo>
                  <a:cubicBezTo>
                    <a:pt x="7324" y="2100"/>
                    <a:pt x="6989" y="2022"/>
                    <a:pt x="6832" y="1786"/>
                  </a:cubicBezTo>
                  <a:cubicBezTo>
                    <a:pt x="6696" y="1571"/>
                    <a:pt x="6675" y="1257"/>
                    <a:pt x="6754" y="1001"/>
                  </a:cubicBezTo>
                  <a:cubicBezTo>
                    <a:pt x="6832" y="805"/>
                    <a:pt x="6892" y="472"/>
                    <a:pt x="6774" y="275"/>
                  </a:cubicBezTo>
                  <a:cubicBezTo>
                    <a:pt x="6675" y="98"/>
                    <a:pt x="6518" y="19"/>
                    <a:pt x="6361" y="1"/>
                  </a:cubicBezTo>
                  <a:close/>
                </a:path>
              </a:pathLst>
            </a:custGeom>
            <a:solidFill>
              <a:srgbClr val="D5A889"/>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3" name="Google Shape;1163;p31"/>
            <p:cNvSpPr/>
            <p:nvPr/>
          </p:nvSpPr>
          <p:spPr>
            <a:xfrm>
              <a:off x="6317561" y="3492114"/>
              <a:ext cx="159519" cy="143436"/>
            </a:xfrm>
            <a:custGeom>
              <a:avLst/>
              <a:gdLst/>
              <a:ahLst/>
              <a:cxnLst/>
              <a:rect l="l" t="t" r="r" b="b"/>
              <a:pathLst>
                <a:path w="3496" h="3144" extrusionOk="0">
                  <a:moveTo>
                    <a:pt x="3495" y="0"/>
                  </a:moveTo>
                  <a:cubicBezTo>
                    <a:pt x="3319" y="295"/>
                    <a:pt x="2927" y="570"/>
                    <a:pt x="2632" y="707"/>
                  </a:cubicBezTo>
                  <a:cubicBezTo>
                    <a:pt x="2220" y="924"/>
                    <a:pt x="1788" y="1100"/>
                    <a:pt x="1396" y="1374"/>
                  </a:cubicBezTo>
                  <a:cubicBezTo>
                    <a:pt x="1100" y="1591"/>
                    <a:pt x="807" y="1846"/>
                    <a:pt x="551" y="2102"/>
                  </a:cubicBezTo>
                  <a:cubicBezTo>
                    <a:pt x="433" y="2219"/>
                    <a:pt x="354" y="2337"/>
                    <a:pt x="257" y="2455"/>
                  </a:cubicBezTo>
                  <a:cubicBezTo>
                    <a:pt x="178" y="2552"/>
                    <a:pt x="61" y="2612"/>
                    <a:pt x="1" y="2730"/>
                  </a:cubicBezTo>
                  <a:lnTo>
                    <a:pt x="21" y="2749"/>
                  </a:lnTo>
                  <a:cubicBezTo>
                    <a:pt x="173" y="2570"/>
                    <a:pt x="365" y="2506"/>
                    <a:pt x="572" y="2506"/>
                  </a:cubicBezTo>
                  <a:cubicBezTo>
                    <a:pt x="979" y="2506"/>
                    <a:pt x="1443" y="2757"/>
                    <a:pt x="1768" y="2887"/>
                  </a:cubicBezTo>
                  <a:cubicBezTo>
                    <a:pt x="1906" y="2965"/>
                    <a:pt x="2024" y="3044"/>
                    <a:pt x="2160" y="3102"/>
                  </a:cubicBezTo>
                  <a:cubicBezTo>
                    <a:pt x="2222" y="3126"/>
                    <a:pt x="2237" y="3144"/>
                    <a:pt x="2264" y="3144"/>
                  </a:cubicBezTo>
                  <a:cubicBezTo>
                    <a:pt x="2280" y="3144"/>
                    <a:pt x="2300" y="3137"/>
                    <a:pt x="2338" y="3122"/>
                  </a:cubicBezTo>
                  <a:cubicBezTo>
                    <a:pt x="2396" y="3083"/>
                    <a:pt x="2456" y="3005"/>
                    <a:pt x="2495" y="2965"/>
                  </a:cubicBezTo>
                  <a:cubicBezTo>
                    <a:pt x="2691" y="2709"/>
                    <a:pt x="2867" y="2376"/>
                    <a:pt x="3005" y="2081"/>
                  </a:cubicBezTo>
                  <a:cubicBezTo>
                    <a:pt x="3319" y="1414"/>
                    <a:pt x="3417" y="707"/>
                    <a:pt x="3495" y="0"/>
                  </a:cubicBezTo>
                  <a:close/>
                </a:path>
              </a:pathLst>
            </a:custGeom>
            <a:solidFill>
              <a:srgbClr val="D5A889"/>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4" name="Google Shape;1164;p31"/>
            <p:cNvSpPr/>
            <p:nvPr/>
          </p:nvSpPr>
          <p:spPr>
            <a:xfrm>
              <a:off x="6001398" y="3352374"/>
              <a:ext cx="320726" cy="362148"/>
            </a:xfrm>
            <a:custGeom>
              <a:avLst/>
              <a:gdLst/>
              <a:ahLst/>
              <a:cxnLst/>
              <a:rect l="l" t="t" r="r" b="b"/>
              <a:pathLst>
                <a:path w="7029" h="7938" extrusionOk="0">
                  <a:moveTo>
                    <a:pt x="2977" y="1"/>
                  </a:moveTo>
                  <a:cubicBezTo>
                    <a:pt x="2788" y="1"/>
                    <a:pt x="2594" y="44"/>
                    <a:pt x="2435" y="99"/>
                  </a:cubicBezTo>
                  <a:cubicBezTo>
                    <a:pt x="1650" y="414"/>
                    <a:pt x="864" y="1120"/>
                    <a:pt x="530" y="1964"/>
                  </a:cubicBezTo>
                  <a:cubicBezTo>
                    <a:pt x="1" y="3299"/>
                    <a:pt x="79" y="5066"/>
                    <a:pt x="943" y="6225"/>
                  </a:cubicBezTo>
                  <a:cubicBezTo>
                    <a:pt x="1629" y="7167"/>
                    <a:pt x="2729" y="7814"/>
                    <a:pt x="3809" y="7913"/>
                  </a:cubicBezTo>
                  <a:cubicBezTo>
                    <a:pt x="3955" y="7929"/>
                    <a:pt x="4107" y="7937"/>
                    <a:pt x="4261" y="7937"/>
                  </a:cubicBezTo>
                  <a:cubicBezTo>
                    <a:pt x="5057" y="7937"/>
                    <a:pt x="5916" y="7707"/>
                    <a:pt x="6459" y="7049"/>
                  </a:cubicBezTo>
                  <a:cubicBezTo>
                    <a:pt x="6793" y="6657"/>
                    <a:pt x="6773" y="6146"/>
                    <a:pt x="7029" y="5733"/>
                  </a:cubicBezTo>
                  <a:cubicBezTo>
                    <a:pt x="6223" y="5557"/>
                    <a:pt x="5537" y="5165"/>
                    <a:pt x="4869" y="4576"/>
                  </a:cubicBezTo>
                  <a:cubicBezTo>
                    <a:pt x="4456" y="4202"/>
                    <a:pt x="4202" y="3515"/>
                    <a:pt x="4005" y="2966"/>
                  </a:cubicBezTo>
                  <a:cubicBezTo>
                    <a:pt x="3749" y="2180"/>
                    <a:pt x="3475" y="1160"/>
                    <a:pt x="3671" y="335"/>
                  </a:cubicBezTo>
                  <a:lnTo>
                    <a:pt x="3632" y="236"/>
                  </a:lnTo>
                  <a:lnTo>
                    <a:pt x="3632" y="236"/>
                  </a:lnTo>
                  <a:cubicBezTo>
                    <a:pt x="3632" y="273"/>
                    <a:pt x="3632" y="327"/>
                    <a:pt x="3648" y="366"/>
                  </a:cubicBezTo>
                  <a:lnTo>
                    <a:pt x="3648" y="366"/>
                  </a:lnTo>
                  <a:cubicBezTo>
                    <a:pt x="3518" y="92"/>
                    <a:pt x="3252" y="1"/>
                    <a:pt x="2977" y="1"/>
                  </a:cubicBez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5" name="Google Shape;1165;p31"/>
            <p:cNvSpPr/>
            <p:nvPr/>
          </p:nvSpPr>
          <p:spPr>
            <a:xfrm>
              <a:off x="6157266" y="3359582"/>
              <a:ext cx="157694" cy="272592"/>
            </a:xfrm>
            <a:custGeom>
              <a:avLst/>
              <a:gdLst/>
              <a:ahLst/>
              <a:cxnLst/>
              <a:rect l="l" t="t" r="r" b="b"/>
              <a:pathLst>
                <a:path w="3456" h="5975" extrusionOk="0">
                  <a:moveTo>
                    <a:pt x="148" y="0"/>
                  </a:moveTo>
                  <a:cubicBezTo>
                    <a:pt x="66" y="0"/>
                    <a:pt x="67" y="77"/>
                    <a:pt x="40" y="295"/>
                  </a:cubicBezTo>
                  <a:cubicBezTo>
                    <a:pt x="1" y="589"/>
                    <a:pt x="1" y="884"/>
                    <a:pt x="1" y="1178"/>
                  </a:cubicBezTo>
                  <a:cubicBezTo>
                    <a:pt x="1" y="2454"/>
                    <a:pt x="255" y="3847"/>
                    <a:pt x="1139" y="4732"/>
                  </a:cubicBezTo>
                  <a:cubicBezTo>
                    <a:pt x="1511" y="5085"/>
                    <a:pt x="1943" y="5379"/>
                    <a:pt x="2375" y="5654"/>
                  </a:cubicBezTo>
                  <a:cubicBezTo>
                    <a:pt x="2592" y="5792"/>
                    <a:pt x="2807" y="5850"/>
                    <a:pt x="3063" y="5928"/>
                  </a:cubicBezTo>
                  <a:cubicBezTo>
                    <a:pt x="3168" y="5958"/>
                    <a:pt x="3238" y="5975"/>
                    <a:pt x="3287" y="5975"/>
                  </a:cubicBezTo>
                  <a:cubicBezTo>
                    <a:pt x="3404" y="5975"/>
                    <a:pt x="3400" y="5878"/>
                    <a:pt x="3456" y="5614"/>
                  </a:cubicBezTo>
                  <a:cubicBezTo>
                    <a:pt x="2572" y="5595"/>
                    <a:pt x="1650" y="4790"/>
                    <a:pt x="1197" y="3965"/>
                  </a:cubicBezTo>
                  <a:cubicBezTo>
                    <a:pt x="569" y="2808"/>
                    <a:pt x="315" y="1295"/>
                    <a:pt x="315" y="39"/>
                  </a:cubicBezTo>
                  <a:cubicBezTo>
                    <a:pt x="237" y="15"/>
                    <a:pt x="184" y="0"/>
                    <a:pt x="148" y="0"/>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6" name="Google Shape;1166;p31"/>
            <p:cNvSpPr/>
            <p:nvPr/>
          </p:nvSpPr>
          <p:spPr>
            <a:xfrm>
              <a:off x="6404485" y="3305018"/>
              <a:ext cx="1076800" cy="399056"/>
            </a:xfrm>
            <a:custGeom>
              <a:avLst/>
              <a:gdLst/>
              <a:ahLst/>
              <a:cxnLst/>
              <a:rect l="l" t="t" r="r" b="b"/>
              <a:pathLst>
                <a:path w="23599" h="8747" extrusionOk="0">
                  <a:moveTo>
                    <a:pt x="16719" y="1"/>
                  </a:moveTo>
                  <a:cubicBezTo>
                    <a:pt x="13036" y="1"/>
                    <a:pt x="8654" y="72"/>
                    <a:pt x="5655" y="352"/>
                  </a:cubicBezTo>
                  <a:cubicBezTo>
                    <a:pt x="4653" y="450"/>
                    <a:pt x="1729" y="2119"/>
                    <a:pt x="1041" y="3120"/>
                  </a:cubicBezTo>
                  <a:cubicBezTo>
                    <a:pt x="472" y="3983"/>
                    <a:pt x="98" y="6418"/>
                    <a:pt x="1" y="6791"/>
                  </a:cubicBezTo>
                  <a:cubicBezTo>
                    <a:pt x="1" y="6791"/>
                    <a:pt x="1001" y="7852"/>
                    <a:pt x="1394" y="8067"/>
                  </a:cubicBezTo>
                  <a:cubicBezTo>
                    <a:pt x="1826" y="8323"/>
                    <a:pt x="3318" y="8616"/>
                    <a:pt x="3357" y="8616"/>
                  </a:cubicBezTo>
                  <a:cubicBezTo>
                    <a:pt x="3391" y="8616"/>
                    <a:pt x="5870" y="8747"/>
                    <a:pt x="7113" y="8747"/>
                  </a:cubicBezTo>
                  <a:cubicBezTo>
                    <a:pt x="7322" y="8747"/>
                    <a:pt x="7497" y="8743"/>
                    <a:pt x="7618" y="8734"/>
                  </a:cubicBezTo>
                  <a:cubicBezTo>
                    <a:pt x="11367" y="8519"/>
                    <a:pt x="23559" y="7910"/>
                    <a:pt x="23559" y="7910"/>
                  </a:cubicBezTo>
                  <a:lnTo>
                    <a:pt x="23599" y="77"/>
                  </a:lnTo>
                  <a:cubicBezTo>
                    <a:pt x="23599" y="77"/>
                    <a:pt x="20534" y="1"/>
                    <a:pt x="16719"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7" name="Google Shape;1167;p31"/>
            <p:cNvSpPr/>
            <p:nvPr/>
          </p:nvSpPr>
          <p:spPr>
            <a:xfrm>
              <a:off x="6404485" y="3298585"/>
              <a:ext cx="1076800" cy="405489"/>
            </a:xfrm>
            <a:custGeom>
              <a:avLst/>
              <a:gdLst/>
              <a:ahLst/>
              <a:cxnLst/>
              <a:rect l="l" t="t" r="r" b="b"/>
              <a:pathLst>
                <a:path w="23599" h="8888" extrusionOk="0">
                  <a:moveTo>
                    <a:pt x="18998" y="1"/>
                  </a:moveTo>
                  <a:cubicBezTo>
                    <a:pt x="17981" y="1"/>
                    <a:pt x="16903" y="37"/>
                    <a:pt x="15883" y="140"/>
                  </a:cubicBezTo>
                  <a:cubicBezTo>
                    <a:pt x="14705" y="2632"/>
                    <a:pt x="12958" y="4242"/>
                    <a:pt x="10170" y="5852"/>
                  </a:cubicBezTo>
                  <a:cubicBezTo>
                    <a:pt x="8156" y="7013"/>
                    <a:pt x="5892" y="7488"/>
                    <a:pt x="3796" y="7488"/>
                  </a:cubicBezTo>
                  <a:cubicBezTo>
                    <a:pt x="2419" y="7488"/>
                    <a:pt x="1114" y="7283"/>
                    <a:pt x="1" y="6932"/>
                  </a:cubicBezTo>
                  <a:lnTo>
                    <a:pt x="1" y="6932"/>
                  </a:lnTo>
                  <a:cubicBezTo>
                    <a:pt x="216" y="7325"/>
                    <a:pt x="1100" y="8051"/>
                    <a:pt x="1394" y="8208"/>
                  </a:cubicBezTo>
                  <a:cubicBezTo>
                    <a:pt x="1826" y="8464"/>
                    <a:pt x="3279" y="8757"/>
                    <a:pt x="3318" y="8757"/>
                  </a:cubicBezTo>
                  <a:cubicBezTo>
                    <a:pt x="3352" y="8757"/>
                    <a:pt x="5817" y="8888"/>
                    <a:pt x="7055" y="8888"/>
                  </a:cubicBezTo>
                  <a:cubicBezTo>
                    <a:pt x="7264" y="8888"/>
                    <a:pt x="7437" y="8884"/>
                    <a:pt x="7559" y="8875"/>
                  </a:cubicBezTo>
                  <a:cubicBezTo>
                    <a:pt x="11328" y="8660"/>
                    <a:pt x="23559" y="8051"/>
                    <a:pt x="23559" y="8051"/>
                  </a:cubicBezTo>
                  <a:lnTo>
                    <a:pt x="23599" y="218"/>
                  </a:lnTo>
                  <a:cubicBezTo>
                    <a:pt x="23599" y="218"/>
                    <a:pt x="21483" y="1"/>
                    <a:pt x="18998" y="1"/>
                  </a:cubicBezTo>
                  <a:close/>
                </a:path>
              </a:pathLst>
            </a:custGeom>
            <a:solidFill>
              <a:schemeClr val="accent5"/>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8" name="Google Shape;1168;p31"/>
            <p:cNvSpPr/>
            <p:nvPr/>
          </p:nvSpPr>
          <p:spPr>
            <a:xfrm>
              <a:off x="6589054" y="3212314"/>
              <a:ext cx="2255626" cy="495729"/>
            </a:xfrm>
            <a:custGeom>
              <a:avLst/>
              <a:gdLst/>
              <a:ahLst/>
              <a:cxnLst/>
              <a:rect l="l" t="t" r="r" b="b"/>
              <a:pathLst>
                <a:path w="49434" h="10866" extrusionOk="0">
                  <a:moveTo>
                    <a:pt x="30430" y="1"/>
                  </a:moveTo>
                  <a:cubicBezTo>
                    <a:pt x="16930" y="1"/>
                    <a:pt x="1354" y="1775"/>
                    <a:pt x="1354" y="1775"/>
                  </a:cubicBezTo>
                  <a:lnTo>
                    <a:pt x="0" y="10865"/>
                  </a:lnTo>
                  <a:lnTo>
                    <a:pt x="0" y="10865"/>
                  </a:lnTo>
                  <a:lnTo>
                    <a:pt x="49434" y="10708"/>
                  </a:lnTo>
                  <a:cubicBezTo>
                    <a:pt x="49434" y="10708"/>
                    <a:pt x="46783" y="1560"/>
                    <a:pt x="44270" y="1029"/>
                  </a:cubicBezTo>
                  <a:cubicBezTo>
                    <a:pt x="40680" y="272"/>
                    <a:pt x="35714" y="1"/>
                    <a:pt x="30430" y="1"/>
                  </a:cubicBez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69" name="Google Shape;1169;p31"/>
            <p:cNvSpPr/>
            <p:nvPr/>
          </p:nvSpPr>
          <p:spPr>
            <a:xfrm>
              <a:off x="7532252" y="3214458"/>
              <a:ext cx="1312428" cy="497144"/>
            </a:xfrm>
            <a:custGeom>
              <a:avLst/>
              <a:gdLst/>
              <a:ahLst/>
              <a:cxnLst/>
              <a:rect l="l" t="t" r="r" b="b"/>
              <a:pathLst>
                <a:path w="28763" h="10897" extrusionOk="0">
                  <a:moveTo>
                    <a:pt x="12958" y="0"/>
                  </a:moveTo>
                  <a:cubicBezTo>
                    <a:pt x="12840" y="3751"/>
                    <a:pt x="7089" y="8423"/>
                    <a:pt x="1" y="10897"/>
                  </a:cubicBezTo>
                  <a:lnTo>
                    <a:pt x="28763" y="10661"/>
                  </a:lnTo>
                  <a:cubicBezTo>
                    <a:pt x="28763" y="10661"/>
                    <a:pt x="26112" y="1513"/>
                    <a:pt x="23599" y="982"/>
                  </a:cubicBezTo>
                  <a:cubicBezTo>
                    <a:pt x="20753" y="374"/>
                    <a:pt x="17023" y="79"/>
                    <a:pt x="12958" y="0"/>
                  </a:cubicBezTo>
                  <a:close/>
                </a:path>
              </a:pathLst>
            </a:custGeom>
            <a:solidFill>
              <a:schemeClr val="accent5"/>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0" name="Google Shape;1170;p31"/>
            <p:cNvSpPr/>
            <p:nvPr/>
          </p:nvSpPr>
          <p:spPr>
            <a:xfrm>
              <a:off x="6482419" y="3277143"/>
              <a:ext cx="349382" cy="434459"/>
            </a:xfrm>
            <a:custGeom>
              <a:avLst/>
              <a:gdLst/>
              <a:ahLst/>
              <a:cxnLst/>
              <a:rect l="l" t="t" r="r" b="b"/>
              <a:pathLst>
                <a:path w="7657" h="9523" extrusionOk="0">
                  <a:moveTo>
                    <a:pt x="7225" y="0"/>
                  </a:moveTo>
                  <a:lnTo>
                    <a:pt x="3397" y="178"/>
                  </a:lnTo>
                  <a:lnTo>
                    <a:pt x="0" y="9523"/>
                  </a:lnTo>
                  <a:lnTo>
                    <a:pt x="7657" y="9523"/>
                  </a:lnTo>
                  <a:lnTo>
                    <a:pt x="7225" y="0"/>
                  </a:lnTo>
                  <a:close/>
                </a:path>
              </a:pathLst>
            </a:custGeom>
            <a:solidFill>
              <a:schemeClr val="accent5"/>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1" name="Google Shape;1171;p31"/>
            <p:cNvSpPr/>
            <p:nvPr/>
          </p:nvSpPr>
          <p:spPr>
            <a:xfrm>
              <a:off x="7066471" y="3207296"/>
              <a:ext cx="538423" cy="428163"/>
            </a:xfrm>
            <a:custGeom>
              <a:avLst/>
              <a:gdLst/>
              <a:ahLst/>
              <a:cxnLst/>
              <a:rect l="l" t="t" r="r" b="b"/>
              <a:pathLst>
                <a:path w="11800" h="9385" extrusionOk="0">
                  <a:moveTo>
                    <a:pt x="11800" y="0"/>
                  </a:moveTo>
                  <a:lnTo>
                    <a:pt x="0" y="845"/>
                  </a:lnTo>
                  <a:lnTo>
                    <a:pt x="1100" y="9384"/>
                  </a:lnTo>
                  <a:lnTo>
                    <a:pt x="11132" y="9384"/>
                  </a:lnTo>
                  <a:lnTo>
                    <a:pt x="11800" y="0"/>
                  </a:lnTo>
                  <a:close/>
                </a:path>
              </a:pathLst>
            </a:custGeom>
            <a:solidFill>
              <a:schemeClr val="l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2" name="Google Shape;1172;p31"/>
            <p:cNvSpPr/>
            <p:nvPr/>
          </p:nvSpPr>
          <p:spPr>
            <a:xfrm>
              <a:off x="6064962" y="3769774"/>
              <a:ext cx="2822979" cy="43937"/>
            </a:xfrm>
            <a:custGeom>
              <a:avLst/>
              <a:gdLst/>
              <a:ahLst/>
              <a:cxnLst/>
              <a:rect l="l" t="t" r="r" b="b"/>
              <a:pathLst>
                <a:path w="60920" h="963" extrusionOk="0">
                  <a:moveTo>
                    <a:pt x="1" y="0"/>
                  </a:moveTo>
                  <a:lnTo>
                    <a:pt x="1" y="963"/>
                  </a:lnTo>
                  <a:lnTo>
                    <a:pt x="60920" y="963"/>
                  </a:lnTo>
                  <a:lnTo>
                    <a:pt x="60920" y="0"/>
                  </a:lnTo>
                  <a:close/>
                </a:path>
              </a:pathLst>
            </a:custGeom>
            <a:solidFill>
              <a:schemeClr val="accent4"/>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3" name="Google Shape;1173;p31"/>
            <p:cNvSpPr/>
            <p:nvPr/>
          </p:nvSpPr>
          <p:spPr>
            <a:xfrm>
              <a:off x="7116617" y="3890714"/>
              <a:ext cx="575154" cy="630588"/>
            </a:xfrm>
            <a:custGeom>
              <a:avLst/>
              <a:gdLst/>
              <a:ahLst/>
              <a:cxnLst/>
              <a:rect l="l" t="t" r="r" b="b"/>
              <a:pathLst>
                <a:path w="12605" h="13822" extrusionOk="0">
                  <a:moveTo>
                    <a:pt x="6303" y="0"/>
                  </a:moveTo>
                  <a:lnTo>
                    <a:pt x="5440" y="1904"/>
                  </a:lnTo>
                  <a:lnTo>
                    <a:pt x="60" y="1904"/>
                  </a:lnTo>
                  <a:lnTo>
                    <a:pt x="60" y="2749"/>
                  </a:lnTo>
                  <a:lnTo>
                    <a:pt x="5047" y="2749"/>
                  </a:lnTo>
                  <a:lnTo>
                    <a:pt x="4595" y="3749"/>
                  </a:lnTo>
                  <a:lnTo>
                    <a:pt x="60" y="3749"/>
                  </a:lnTo>
                  <a:lnTo>
                    <a:pt x="60" y="4299"/>
                  </a:lnTo>
                  <a:lnTo>
                    <a:pt x="4340" y="4299"/>
                  </a:lnTo>
                  <a:lnTo>
                    <a:pt x="1" y="13821"/>
                  </a:lnTo>
                  <a:lnTo>
                    <a:pt x="12604" y="13821"/>
                  </a:lnTo>
                  <a:lnTo>
                    <a:pt x="12604"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4" name="Google Shape;1174;p31"/>
            <p:cNvSpPr/>
            <p:nvPr/>
          </p:nvSpPr>
          <p:spPr>
            <a:xfrm>
              <a:off x="8466689" y="4697860"/>
              <a:ext cx="162074" cy="178382"/>
            </a:xfrm>
            <a:custGeom>
              <a:avLst/>
              <a:gdLst/>
              <a:ahLst/>
              <a:cxnLst/>
              <a:rect l="l" t="t" r="r" b="b"/>
              <a:pathLst>
                <a:path w="3552" h="3910" extrusionOk="0">
                  <a:moveTo>
                    <a:pt x="62" y="3837"/>
                  </a:moveTo>
                  <a:cubicBezTo>
                    <a:pt x="54" y="3839"/>
                    <a:pt x="46" y="3841"/>
                    <a:pt x="38" y="3844"/>
                  </a:cubicBezTo>
                  <a:lnTo>
                    <a:pt x="77" y="3864"/>
                  </a:lnTo>
                  <a:cubicBezTo>
                    <a:pt x="72" y="3858"/>
                    <a:pt x="67" y="3849"/>
                    <a:pt x="62" y="3837"/>
                  </a:cubicBezTo>
                  <a:close/>
                  <a:moveTo>
                    <a:pt x="1895" y="1"/>
                  </a:moveTo>
                  <a:cubicBezTo>
                    <a:pt x="1711" y="1"/>
                    <a:pt x="1529" y="26"/>
                    <a:pt x="1392" y="95"/>
                  </a:cubicBezTo>
                  <a:cubicBezTo>
                    <a:pt x="1059" y="291"/>
                    <a:pt x="823" y="702"/>
                    <a:pt x="666" y="1056"/>
                  </a:cubicBezTo>
                  <a:cubicBezTo>
                    <a:pt x="392" y="1763"/>
                    <a:pt x="117" y="2451"/>
                    <a:pt x="18" y="3197"/>
                  </a:cubicBezTo>
                  <a:cubicBezTo>
                    <a:pt x="1" y="3320"/>
                    <a:pt x="15" y="3718"/>
                    <a:pt x="62" y="3837"/>
                  </a:cubicBezTo>
                  <a:lnTo>
                    <a:pt x="62" y="3837"/>
                  </a:lnTo>
                  <a:cubicBezTo>
                    <a:pt x="194" y="3798"/>
                    <a:pt x="343" y="3784"/>
                    <a:pt x="499" y="3784"/>
                  </a:cubicBezTo>
                  <a:cubicBezTo>
                    <a:pt x="851" y="3784"/>
                    <a:pt x="1236" y="3856"/>
                    <a:pt x="1530" y="3883"/>
                  </a:cubicBezTo>
                  <a:cubicBezTo>
                    <a:pt x="1722" y="3898"/>
                    <a:pt x="1924" y="3910"/>
                    <a:pt x="2128" y="3910"/>
                  </a:cubicBezTo>
                  <a:cubicBezTo>
                    <a:pt x="2468" y="3910"/>
                    <a:pt x="2813" y="3876"/>
                    <a:pt x="3120" y="3765"/>
                  </a:cubicBezTo>
                  <a:cubicBezTo>
                    <a:pt x="3552" y="3628"/>
                    <a:pt x="3454" y="3118"/>
                    <a:pt x="3454" y="2725"/>
                  </a:cubicBezTo>
                  <a:cubicBezTo>
                    <a:pt x="3454" y="2587"/>
                    <a:pt x="3473" y="2430"/>
                    <a:pt x="3454" y="2293"/>
                  </a:cubicBezTo>
                  <a:cubicBezTo>
                    <a:pt x="3434" y="2097"/>
                    <a:pt x="3297" y="1998"/>
                    <a:pt x="3219" y="1841"/>
                  </a:cubicBezTo>
                  <a:cubicBezTo>
                    <a:pt x="3140" y="1704"/>
                    <a:pt x="3120" y="1547"/>
                    <a:pt x="3041" y="1409"/>
                  </a:cubicBezTo>
                  <a:cubicBezTo>
                    <a:pt x="2944" y="1273"/>
                    <a:pt x="2806" y="1116"/>
                    <a:pt x="2766" y="938"/>
                  </a:cubicBezTo>
                  <a:cubicBezTo>
                    <a:pt x="2688" y="605"/>
                    <a:pt x="2904" y="114"/>
                    <a:pt x="2413" y="55"/>
                  </a:cubicBezTo>
                  <a:cubicBezTo>
                    <a:pt x="2266" y="26"/>
                    <a:pt x="2080" y="1"/>
                    <a:pt x="1895" y="1"/>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5" name="Google Shape;1175;p31"/>
            <p:cNvSpPr/>
            <p:nvPr/>
          </p:nvSpPr>
          <p:spPr>
            <a:xfrm>
              <a:off x="8438809" y="4608075"/>
              <a:ext cx="140720" cy="178337"/>
            </a:xfrm>
            <a:custGeom>
              <a:avLst/>
              <a:gdLst/>
              <a:ahLst/>
              <a:cxnLst/>
              <a:rect l="l" t="t" r="r" b="b"/>
              <a:pathLst>
                <a:path w="3084" h="3909" extrusionOk="0">
                  <a:moveTo>
                    <a:pt x="100" y="1"/>
                  </a:moveTo>
                  <a:lnTo>
                    <a:pt x="1" y="3830"/>
                  </a:lnTo>
                  <a:lnTo>
                    <a:pt x="3005" y="3908"/>
                  </a:lnTo>
                  <a:lnTo>
                    <a:pt x="3084" y="79"/>
                  </a:lnTo>
                  <a:lnTo>
                    <a:pt x="100" y="1"/>
                  </a:lnTo>
                  <a:close/>
                </a:path>
              </a:pathLst>
            </a:custGeom>
            <a:solidFill>
              <a:schemeClr val="accent6"/>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6" name="Google Shape;1176;p31"/>
            <p:cNvSpPr/>
            <p:nvPr/>
          </p:nvSpPr>
          <p:spPr>
            <a:xfrm>
              <a:off x="8264187" y="3591570"/>
              <a:ext cx="360150" cy="1150041"/>
            </a:xfrm>
            <a:custGeom>
              <a:avLst/>
              <a:gdLst/>
              <a:ahLst/>
              <a:cxnLst/>
              <a:rect l="l" t="t" r="r" b="b"/>
              <a:pathLst>
                <a:path w="7893" h="25208" extrusionOk="0">
                  <a:moveTo>
                    <a:pt x="1099" y="0"/>
                  </a:moveTo>
                  <a:lnTo>
                    <a:pt x="0" y="10758"/>
                  </a:lnTo>
                  <a:cubicBezTo>
                    <a:pt x="0" y="10758"/>
                    <a:pt x="79" y="11916"/>
                    <a:pt x="79" y="11936"/>
                  </a:cubicBezTo>
                  <a:cubicBezTo>
                    <a:pt x="961" y="15234"/>
                    <a:pt x="2199" y="25207"/>
                    <a:pt x="2199" y="25207"/>
                  </a:cubicBezTo>
                  <a:lnTo>
                    <a:pt x="7892" y="24540"/>
                  </a:lnTo>
                  <a:cubicBezTo>
                    <a:pt x="7892" y="24540"/>
                    <a:pt x="6929" y="17944"/>
                    <a:pt x="6400" y="15724"/>
                  </a:cubicBezTo>
                  <a:cubicBezTo>
                    <a:pt x="6144" y="14606"/>
                    <a:pt x="5065" y="11877"/>
                    <a:pt x="4594" y="10699"/>
                  </a:cubicBezTo>
                  <a:lnTo>
                    <a:pt x="7204" y="39"/>
                  </a:lnTo>
                  <a:lnTo>
                    <a:pt x="1099" y="0"/>
                  </a:ln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7" name="Google Shape;1177;p31"/>
            <p:cNvSpPr/>
            <p:nvPr/>
          </p:nvSpPr>
          <p:spPr>
            <a:xfrm>
              <a:off x="8284720" y="4705752"/>
              <a:ext cx="342263" cy="194167"/>
            </a:xfrm>
            <a:custGeom>
              <a:avLst/>
              <a:gdLst/>
              <a:ahLst/>
              <a:cxnLst/>
              <a:rect l="l" t="t" r="r" b="b"/>
              <a:pathLst>
                <a:path w="7501" h="4256" extrusionOk="0">
                  <a:moveTo>
                    <a:pt x="6657" y="0"/>
                  </a:moveTo>
                  <a:cubicBezTo>
                    <a:pt x="6558" y="39"/>
                    <a:pt x="6461" y="236"/>
                    <a:pt x="6362" y="333"/>
                  </a:cubicBezTo>
                  <a:cubicBezTo>
                    <a:pt x="6244" y="471"/>
                    <a:pt x="6087" y="589"/>
                    <a:pt x="5930" y="687"/>
                  </a:cubicBezTo>
                  <a:cubicBezTo>
                    <a:pt x="5694" y="825"/>
                    <a:pt x="5440" y="961"/>
                    <a:pt x="5184" y="1060"/>
                  </a:cubicBezTo>
                  <a:cubicBezTo>
                    <a:pt x="5099" y="1086"/>
                    <a:pt x="5022" y="1098"/>
                    <a:pt x="4949" y="1098"/>
                  </a:cubicBezTo>
                  <a:cubicBezTo>
                    <a:pt x="4579" y="1098"/>
                    <a:pt x="4334" y="805"/>
                    <a:pt x="4006" y="608"/>
                  </a:cubicBezTo>
                  <a:cubicBezTo>
                    <a:pt x="3913" y="562"/>
                    <a:pt x="3800" y="522"/>
                    <a:pt x="3694" y="522"/>
                  </a:cubicBezTo>
                  <a:cubicBezTo>
                    <a:pt x="3643" y="522"/>
                    <a:pt x="3594" y="531"/>
                    <a:pt x="3550" y="553"/>
                  </a:cubicBezTo>
                  <a:lnTo>
                    <a:pt x="3550" y="553"/>
                  </a:lnTo>
                  <a:lnTo>
                    <a:pt x="3555" y="550"/>
                  </a:lnTo>
                  <a:lnTo>
                    <a:pt x="3555" y="550"/>
                  </a:lnTo>
                  <a:cubicBezTo>
                    <a:pt x="3552" y="552"/>
                    <a:pt x="3549" y="553"/>
                    <a:pt x="3546" y="555"/>
                  </a:cubicBezTo>
                  <a:lnTo>
                    <a:pt x="3546" y="555"/>
                  </a:lnTo>
                  <a:cubicBezTo>
                    <a:pt x="3528" y="564"/>
                    <a:pt x="3511" y="576"/>
                    <a:pt x="3495" y="589"/>
                  </a:cubicBezTo>
                  <a:lnTo>
                    <a:pt x="3517" y="575"/>
                  </a:lnTo>
                  <a:lnTo>
                    <a:pt x="3517" y="575"/>
                  </a:lnTo>
                  <a:cubicBezTo>
                    <a:pt x="3402" y="661"/>
                    <a:pt x="3331" y="817"/>
                    <a:pt x="3260" y="943"/>
                  </a:cubicBezTo>
                  <a:cubicBezTo>
                    <a:pt x="3162" y="1118"/>
                    <a:pt x="3045" y="1296"/>
                    <a:pt x="2927" y="1472"/>
                  </a:cubicBezTo>
                  <a:cubicBezTo>
                    <a:pt x="2730" y="1786"/>
                    <a:pt x="2514" y="2160"/>
                    <a:pt x="2220" y="2375"/>
                  </a:cubicBezTo>
                  <a:cubicBezTo>
                    <a:pt x="1807" y="2689"/>
                    <a:pt x="1356" y="2885"/>
                    <a:pt x="846" y="2925"/>
                  </a:cubicBezTo>
                  <a:cubicBezTo>
                    <a:pt x="629" y="2964"/>
                    <a:pt x="335" y="3042"/>
                    <a:pt x="197" y="3199"/>
                  </a:cubicBezTo>
                  <a:cubicBezTo>
                    <a:pt x="100" y="3317"/>
                    <a:pt x="21" y="3691"/>
                    <a:pt x="100" y="3848"/>
                  </a:cubicBezTo>
                  <a:cubicBezTo>
                    <a:pt x="90" y="3857"/>
                    <a:pt x="65" y="3857"/>
                    <a:pt x="45" y="3857"/>
                  </a:cubicBezTo>
                  <a:cubicBezTo>
                    <a:pt x="26" y="3857"/>
                    <a:pt x="11" y="3857"/>
                    <a:pt x="21" y="3867"/>
                  </a:cubicBezTo>
                  <a:cubicBezTo>
                    <a:pt x="1" y="3927"/>
                    <a:pt x="21" y="4084"/>
                    <a:pt x="40" y="4142"/>
                  </a:cubicBezTo>
                  <a:cubicBezTo>
                    <a:pt x="96" y="4212"/>
                    <a:pt x="230" y="4222"/>
                    <a:pt x="353" y="4222"/>
                  </a:cubicBezTo>
                  <a:cubicBezTo>
                    <a:pt x="403" y="4222"/>
                    <a:pt x="452" y="4220"/>
                    <a:pt x="492" y="4220"/>
                  </a:cubicBezTo>
                  <a:cubicBezTo>
                    <a:pt x="700" y="4240"/>
                    <a:pt x="917" y="4255"/>
                    <a:pt x="1134" y="4255"/>
                  </a:cubicBezTo>
                  <a:cubicBezTo>
                    <a:pt x="1349" y="4255"/>
                    <a:pt x="1563" y="4240"/>
                    <a:pt x="1768" y="4201"/>
                  </a:cubicBezTo>
                  <a:cubicBezTo>
                    <a:pt x="2613" y="4063"/>
                    <a:pt x="3477" y="3848"/>
                    <a:pt x="4262" y="3495"/>
                  </a:cubicBezTo>
                  <a:cubicBezTo>
                    <a:pt x="4595" y="3356"/>
                    <a:pt x="4870" y="3121"/>
                    <a:pt x="5184" y="2964"/>
                  </a:cubicBezTo>
                  <a:cubicBezTo>
                    <a:pt x="5276" y="2910"/>
                    <a:pt x="5453" y="2786"/>
                    <a:pt x="5572" y="2786"/>
                  </a:cubicBezTo>
                  <a:cubicBezTo>
                    <a:pt x="5580" y="2786"/>
                    <a:pt x="5589" y="2787"/>
                    <a:pt x="5597" y="2788"/>
                  </a:cubicBezTo>
                  <a:cubicBezTo>
                    <a:pt x="5733" y="2807"/>
                    <a:pt x="5754" y="3003"/>
                    <a:pt x="5754" y="3102"/>
                  </a:cubicBezTo>
                  <a:cubicBezTo>
                    <a:pt x="6087" y="3082"/>
                    <a:pt x="6362" y="3003"/>
                    <a:pt x="6636" y="2906"/>
                  </a:cubicBezTo>
                  <a:cubicBezTo>
                    <a:pt x="6872" y="2827"/>
                    <a:pt x="7186" y="2788"/>
                    <a:pt x="7364" y="2610"/>
                  </a:cubicBezTo>
                  <a:cubicBezTo>
                    <a:pt x="7500" y="2493"/>
                    <a:pt x="7442" y="2139"/>
                    <a:pt x="7383" y="1943"/>
                  </a:cubicBezTo>
                  <a:lnTo>
                    <a:pt x="7383" y="1904"/>
                  </a:lnTo>
                  <a:cubicBezTo>
                    <a:pt x="7383" y="1885"/>
                    <a:pt x="7403" y="1864"/>
                    <a:pt x="7403" y="1846"/>
                  </a:cubicBezTo>
                  <a:cubicBezTo>
                    <a:pt x="7442" y="1689"/>
                    <a:pt x="7304" y="1335"/>
                    <a:pt x="7265" y="1178"/>
                  </a:cubicBezTo>
                  <a:cubicBezTo>
                    <a:pt x="7167" y="746"/>
                    <a:pt x="6932" y="314"/>
                    <a:pt x="6657"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8" name="Google Shape;1178;p31"/>
            <p:cNvSpPr/>
            <p:nvPr/>
          </p:nvSpPr>
          <p:spPr>
            <a:xfrm>
              <a:off x="8324144" y="3590612"/>
              <a:ext cx="303752" cy="1149220"/>
            </a:xfrm>
            <a:custGeom>
              <a:avLst/>
              <a:gdLst/>
              <a:ahLst/>
              <a:cxnLst/>
              <a:rect l="l" t="t" r="r" b="b"/>
              <a:pathLst>
                <a:path w="6657" h="25190" extrusionOk="0">
                  <a:moveTo>
                    <a:pt x="1532" y="1"/>
                  </a:moveTo>
                  <a:lnTo>
                    <a:pt x="1532" y="1"/>
                  </a:lnTo>
                  <a:cubicBezTo>
                    <a:pt x="1925" y="1218"/>
                    <a:pt x="2239" y="2573"/>
                    <a:pt x="2416" y="4045"/>
                  </a:cubicBezTo>
                  <a:cubicBezTo>
                    <a:pt x="1532" y="6460"/>
                    <a:pt x="1100" y="8895"/>
                    <a:pt x="1160" y="11505"/>
                  </a:cubicBezTo>
                  <a:cubicBezTo>
                    <a:pt x="1199" y="12939"/>
                    <a:pt x="1278" y="14332"/>
                    <a:pt x="1435" y="15745"/>
                  </a:cubicBezTo>
                  <a:cubicBezTo>
                    <a:pt x="1042" y="16923"/>
                    <a:pt x="550" y="17944"/>
                    <a:pt x="1" y="18789"/>
                  </a:cubicBezTo>
                  <a:cubicBezTo>
                    <a:pt x="492" y="22106"/>
                    <a:pt x="885" y="25189"/>
                    <a:pt x="885" y="25189"/>
                  </a:cubicBezTo>
                  <a:lnTo>
                    <a:pt x="6657" y="24522"/>
                  </a:lnTo>
                  <a:cubicBezTo>
                    <a:pt x="6657" y="24522"/>
                    <a:pt x="5675" y="17944"/>
                    <a:pt x="5144" y="15727"/>
                  </a:cubicBezTo>
                  <a:cubicBezTo>
                    <a:pt x="5125" y="15648"/>
                    <a:pt x="5105" y="15549"/>
                    <a:pt x="5066" y="15431"/>
                  </a:cubicBezTo>
                  <a:cubicBezTo>
                    <a:pt x="5086" y="14156"/>
                    <a:pt x="5105" y="12879"/>
                    <a:pt x="5026" y="11623"/>
                  </a:cubicBezTo>
                  <a:cubicBezTo>
                    <a:pt x="5008" y="11054"/>
                    <a:pt x="4772" y="10563"/>
                    <a:pt x="4673" y="10013"/>
                  </a:cubicBezTo>
                  <a:cubicBezTo>
                    <a:pt x="4576" y="9405"/>
                    <a:pt x="4654" y="9091"/>
                    <a:pt x="4791" y="8482"/>
                  </a:cubicBezTo>
                  <a:cubicBezTo>
                    <a:pt x="5165" y="6774"/>
                    <a:pt x="5576" y="3987"/>
                    <a:pt x="5479" y="1906"/>
                  </a:cubicBezTo>
                  <a:lnTo>
                    <a:pt x="5950" y="21"/>
                  </a:lnTo>
                  <a:lnTo>
                    <a:pt x="1532" y="1"/>
                  </a:ln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79" name="Google Shape;1179;p31"/>
            <p:cNvSpPr/>
            <p:nvPr/>
          </p:nvSpPr>
          <p:spPr>
            <a:xfrm>
              <a:off x="8303565" y="2264196"/>
              <a:ext cx="351207" cy="386829"/>
            </a:xfrm>
            <a:custGeom>
              <a:avLst/>
              <a:gdLst/>
              <a:ahLst/>
              <a:cxnLst/>
              <a:rect l="l" t="t" r="r" b="b"/>
              <a:pathLst>
                <a:path w="7697" h="8479" extrusionOk="0">
                  <a:moveTo>
                    <a:pt x="4374" y="7"/>
                  </a:moveTo>
                  <a:cubicBezTo>
                    <a:pt x="4277" y="7"/>
                    <a:pt x="4181" y="12"/>
                    <a:pt x="4084" y="19"/>
                  </a:cubicBezTo>
                  <a:cubicBezTo>
                    <a:pt x="3671" y="40"/>
                    <a:pt x="3279" y="0"/>
                    <a:pt x="2886" y="79"/>
                  </a:cubicBezTo>
                  <a:cubicBezTo>
                    <a:pt x="2768" y="98"/>
                    <a:pt x="2650" y="137"/>
                    <a:pt x="2533" y="176"/>
                  </a:cubicBezTo>
                  <a:lnTo>
                    <a:pt x="2632" y="118"/>
                  </a:lnTo>
                  <a:lnTo>
                    <a:pt x="2632" y="118"/>
                  </a:lnTo>
                  <a:cubicBezTo>
                    <a:pt x="2003" y="393"/>
                    <a:pt x="1551" y="962"/>
                    <a:pt x="1315" y="1590"/>
                  </a:cubicBezTo>
                  <a:cubicBezTo>
                    <a:pt x="1218" y="1846"/>
                    <a:pt x="1179" y="2100"/>
                    <a:pt x="1158" y="2356"/>
                  </a:cubicBezTo>
                  <a:cubicBezTo>
                    <a:pt x="1119" y="2571"/>
                    <a:pt x="1001" y="2729"/>
                    <a:pt x="865" y="2886"/>
                  </a:cubicBezTo>
                  <a:cubicBezTo>
                    <a:pt x="668" y="3063"/>
                    <a:pt x="1" y="3357"/>
                    <a:pt x="197" y="3710"/>
                  </a:cubicBezTo>
                  <a:cubicBezTo>
                    <a:pt x="295" y="3867"/>
                    <a:pt x="511" y="3927"/>
                    <a:pt x="590" y="4103"/>
                  </a:cubicBezTo>
                  <a:cubicBezTo>
                    <a:pt x="668" y="4260"/>
                    <a:pt x="472" y="4378"/>
                    <a:pt x="569" y="4555"/>
                  </a:cubicBezTo>
                  <a:cubicBezTo>
                    <a:pt x="648" y="4673"/>
                    <a:pt x="648" y="4613"/>
                    <a:pt x="590" y="4751"/>
                  </a:cubicBezTo>
                  <a:cubicBezTo>
                    <a:pt x="530" y="4869"/>
                    <a:pt x="569" y="4927"/>
                    <a:pt x="629" y="5026"/>
                  </a:cubicBezTo>
                  <a:cubicBezTo>
                    <a:pt x="786" y="5223"/>
                    <a:pt x="609" y="5301"/>
                    <a:pt x="511" y="5477"/>
                  </a:cubicBezTo>
                  <a:cubicBezTo>
                    <a:pt x="412" y="5713"/>
                    <a:pt x="412" y="5987"/>
                    <a:pt x="609" y="6165"/>
                  </a:cubicBezTo>
                  <a:cubicBezTo>
                    <a:pt x="724" y="6280"/>
                    <a:pt x="924" y="6311"/>
                    <a:pt x="1109" y="6311"/>
                  </a:cubicBezTo>
                  <a:cubicBezTo>
                    <a:pt x="1175" y="6311"/>
                    <a:pt x="1239" y="6307"/>
                    <a:pt x="1297" y="6302"/>
                  </a:cubicBezTo>
                  <a:cubicBezTo>
                    <a:pt x="1319" y="6300"/>
                    <a:pt x="1343" y="6299"/>
                    <a:pt x="1366" y="6299"/>
                  </a:cubicBezTo>
                  <a:cubicBezTo>
                    <a:pt x="1588" y="6299"/>
                    <a:pt x="1841" y="6378"/>
                    <a:pt x="1983" y="6537"/>
                  </a:cubicBezTo>
                  <a:cubicBezTo>
                    <a:pt x="2179" y="6754"/>
                    <a:pt x="2160" y="7107"/>
                    <a:pt x="2219" y="7382"/>
                  </a:cubicBezTo>
                  <a:cubicBezTo>
                    <a:pt x="2278" y="7597"/>
                    <a:pt x="2317" y="7814"/>
                    <a:pt x="2376" y="8029"/>
                  </a:cubicBezTo>
                  <a:cubicBezTo>
                    <a:pt x="2396" y="8167"/>
                    <a:pt x="2435" y="8383"/>
                    <a:pt x="2553" y="8422"/>
                  </a:cubicBezTo>
                  <a:cubicBezTo>
                    <a:pt x="2651" y="8467"/>
                    <a:pt x="2777" y="8479"/>
                    <a:pt x="2905" y="8479"/>
                  </a:cubicBezTo>
                  <a:cubicBezTo>
                    <a:pt x="3061" y="8479"/>
                    <a:pt x="3220" y="8461"/>
                    <a:pt x="3338" y="8461"/>
                  </a:cubicBezTo>
                  <a:cubicBezTo>
                    <a:pt x="3411" y="8461"/>
                    <a:pt x="3492" y="8474"/>
                    <a:pt x="3570" y="8474"/>
                  </a:cubicBezTo>
                  <a:cubicBezTo>
                    <a:pt x="3661" y="8474"/>
                    <a:pt x="3746" y="8457"/>
                    <a:pt x="3810" y="8383"/>
                  </a:cubicBezTo>
                  <a:cubicBezTo>
                    <a:pt x="4182" y="7990"/>
                    <a:pt x="4556" y="7618"/>
                    <a:pt x="4849" y="7147"/>
                  </a:cubicBezTo>
                  <a:cubicBezTo>
                    <a:pt x="5163" y="6616"/>
                    <a:pt x="5262" y="5948"/>
                    <a:pt x="5773" y="5556"/>
                  </a:cubicBezTo>
                  <a:cubicBezTo>
                    <a:pt x="6244" y="5223"/>
                    <a:pt x="6833" y="5006"/>
                    <a:pt x="7147" y="4495"/>
                  </a:cubicBezTo>
                  <a:cubicBezTo>
                    <a:pt x="7461" y="3985"/>
                    <a:pt x="7697" y="3435"/>
                    <a:pt x="7697" y="2827"/>
                  </a:cubicBezTo>
                  <a:cubicBezTo>
                    <a:pt x="7697" y="2278"/>
                    <a:pt x="7637" y="1610"/>
                    <a:pt x="7323" y="1119"/>
                  </a:cubicBezTo>
                  <a:cubicBezTo>
                    <a:pt x="7048" y="687"/>
                    <a:pt x="6558" y="412"/>
                    <a:pt x="6066" y="275"/>
                  </a:cubicBezTo>
                  <a:cubicBezTo>
                    <a:pt x="5655" y="137"/>
                    <a:pt x="5223" y="118"/>
                    <a:pt x="4791" y="40"/>
                  </a:cubicBezTo>
                  <a:cubicBezTo>
                    <a:pt x="4652" y="17"/>
                    <a:pt x="4513" y="7"/>
                    <a:pt x="4374" y="7"/>
                  </a:cubicBezTo>
                  <a:close/>
                </a:path>
              </a:pathLst>
            </a:custGeom>
            <a:solidFill>
              <a:srgbClr val="D4927A"/>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0" name="Google Shape;1180;p31"/>
            <p:cNvSpPr/>
            <p:nvPr/>
          </p:nvSpPr>
          <p:spPr>
            <a:xfrm>
              <a:off x="8323277" y="2269580"/>
              <a:ext cx="331495" cy="381446"/>
            </a:xfrm>
            <a:custGeom>
              <a:avLst/>
              <a:gdLst/>
              <a:ahLst/>
              <a:cxnLst/>
              <a:rect l="l" t="t" r="r" b="b"/>
              <a:pathLst>
                <a:path w="7265" h="8361" extrusionOk="0">
                  <a:moveTo>
                    <a:pt x="4870" y="0"/>
                  </a:moveTo>
                  <a:lnTo>
                    <a:pt x="4870" y="0"/>
                  </a:lnTo>
                  <a:cubicBezTo>
                    <a:pt x="5105" y="825"/>
                    <a:pt x="5124" y="1747"/>
                    <a:pt x="4830" y="2650"/>
                  </a:cubicBezTo>
                  <a:cubicBezTo>
                    <a:pt x="4252" y="4499"/>
                    <a:pt x="2647" y="5709"/>
                    <a:pt x="971" y="5709"/>
                  </a:cubicBezTo>
                  <a:cubicBezTo>
                    <a:pt x="654" y="5709"/>
                    <a:pt x="335" y="5666"/>
                    <a:pt x="20" y="5576"/>
                  </a:cubicBezTo>
                  <a:lnTo>
                    <a:pt x="20" y="5576"/>
                  </a:lnTo>
                  <a:cubicBezTo>
                    <a:pt x="1" y="5733"/>
                    <a:pt x="40" y="5909"/>
                    <a:pt x="177" y="6047"/>
                  </a:cubicBezTo>
                  <a:cubicBezTo>
                    <a:pt x="292" y="6162"/>
                    <a:pt x="492" y="6193"/>
                    <a:pt x="677" y="6193"/>
                  </a:cubicBezTo>
                  <a:cubicBezTo>
                    <a:pt x="743" y="6193"/>
                    <a:pt x="807" y="6189"/>
                    <a:pt x="865" y="6184"/>
                  </a:cubicBezTo>
                  <a:cubicBezTo>
                    <a:pt x="887" y="6182"/>
                    <a:pt x="911" y="6181"/>
                    <a:pt x="934" y="6181"/>
                  </a:cubicBezTo>
                  <a:cubicBezTo>
                    <a:pt x="1156" y="6181"/>
                    <a:pt x="1409" y="6260"/>
                    <a:pt x="1551" y="6419"/>
                  </a:cubicBezTo>
                  <a:cubicBezTo>
                    <a:pt x="1747" y="6636"/>
                    <a:pt x="1728" y="6989"/>
                    <a:pt x="1787" y="7264"/>
                  </a:cubicBezTo>
                  <a:cubicBezTo>
                    <a:pt x="1846" y="7479"/>
                    <a:pt x="1885" y="7696"/>
                    <a:pt x="1944" y="7911"/>
                  </a:cubicBezTo>
                  <a:cubicBezTo>
                    <a:pt x="1964" y="8049"/>
                    <a:pt x="2003" y="8265"/>
                    <a:pt x="2121" y="8304"/>
                  </a:cubicBezTo>
                  <a:cubicBezTo>
                    <a:pt x="2219" y="8349"/>
                    <a:pt x="2345" y="8361"/>
                    <a:pt x="2473" y="8361"/>
                  </a:cubicBezTo>
                  <a:cubicBezTo>
                    <a:pt x="2629" y="8361"/>
                    <a:pt x="2788" y="8343"/>
                    <a:pt x="2906" y="8343"/>
                  </a:cubicBezTo>
                  <a:cubicBezTo>
                    <a:pt x="2979" y="8343"/>
                    <a:pt x="3060" y="8356"/>
                    <a:pt x="3138" y="8356"/>
                  </a:cubicBezTo>
                  <a:cubicBezTo>
                    <a:pt x="3229" y="8356"/>
                    <a:pt x="3314" y="8339"/>
                    <a:pt x="3378" y="8265"/>
                  </a:cubicBezTo>
                  <a:cubicBezTo>
                    <a:pt x="3750" y="7872"/>
                    <a:pt x="4124" y="7500"/>
                    <a:pt x="4417" y="7029"/>
                  </a:cubicBezTo>
                  <a:cubicBezTo>
                    <a:pt x="4731" y="6498"/>
                    <a:pt x="4830" y="5830"/>
                    <a:pt x="5341" y="5438"/>
                  </a:cubicBezTo>
                  <a:cubicBezTo>
                    <a:pt x="5812" y="5105"/>
                    <a:pt x="6401" y="4888"/>
                    <a:pt x="6715" y="4377"/>
                  </a:cubicBezTo>
                  <a:cubicBezTo>
                    <a:pt x="7029" y="3867"/>
                    <a:pt x="7265" y="3317"/>
                    <a:pt x="7265" y="2709"/>
                  </a:cubicBezTo>
                  <a:cubicBezTo>
                    <a:pt x="7265" y="2160"/>
                    <a:pt x="7205" y="1492"/>
                    <a:pt x="6891" y="1001"/>
                  </a:cubicBezTo>
                  <a:cubicBezTo>
                    <a:pt x="6616" y="569"/>
                    <a:pt x="6126" y="294"/>
                    <a:pt x="5634" y="157"/>
                  </a:cubicBezTo>
                  <a:cubicBezTo>
                    <a:pt x="5380" y="79"/>
                    <a:pt x="5124" y="40"/>
                    <a:pt x="4870" y="0"/>
                  </a:cubicBezTo>
                  <a:close/>
                </a:path>
              </a:pathLst>
            </a:custGeom>
            <a:solidFill>
              <a:srgbClr val="B67E69"/>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1" name="Google Shape;1181;p31"/>
            <p:cNvSpPr/>
            <p:nvPr/>
          </p:nvSpPr>
          <p:spPr>
            <a:xfrm>
              <a:off x="8419098" y="2514068"/>
              <a:ext cx="152355" cy="136957"/>
            </a:xfrm>
            <a:custGeom>
              <a:avLst/>
              <a:gdLst/>
              <a:ahLst/>
              <a:cxnLst/>
              <a:rect l="l" t="t" r="r" b="b"/>
              <a:pathLst>
                <a:path w="3339" h="3002" extrusionOk="0">
                  <a:moveTo>
                    <a:pt x="3319" y="0"/>
                  </a:moveTo>
                  <a:cubicBezTo>
                    <a:pt x="3201" y="39"/>
                    <a:pt x="3103" y="138"/>
                    <a:pt x="3005" y="196"/>
                  </a:cubicBezTo>
                  <a:cubicBezTo>
                    <a:pt x="2887" y="275"/>
                    <a:pt x="2749" y="335"/>
                    <a:pt x="2613" y="413"/>
                  </a:cubicBezTo>
                  <a:cubicBezTo>
                    <a:pt x="2317" y="628"/>
                    <a:pt x="2024" y="864"/>
                    <a:pt x="1768" y="1120"/>
                  </a:cubicBezTo>
                  <a:cubicBezTo>
                    <a:pt x="1414" y="1453"/>
                    <a:pt x="1160" y="1845"/>
                    <a:pt x="864" y="2219"/>
                  </a:cubicBezTo>
                  <a:cubicBezTo>
                    <a:pt x="649" y="2474"/>
                    <a:pt x="315" y="2827"/>
                    <a:pt x="1" y="2926"/>
                  </a:cubicBezTo>
                  <a:cubicBezTo>
                    <a:pt x="347" y="2967"/>
                    <a:pt x="698" y="3002"/>
                    <a:pt x="1049" y="3002"/>
                  </a:cubicBezTo>
                  <a:cubicBezTo>
                    <a:pt x="1376" y="3002"/>
                    <a:pt x="1702" y="2971"/>
                    <a:pt x="2024" y="2887"/>
                  </a:cubicBezTo>
                  <a:cubicBezTo>
                    <a:pt x="2317" y="2808"/>
                    <a:pt x="2691" y="2709"/>
                    <a:pt x="2945" y="2552"/>
                  </a:cubicBezTo>
                  <a:cubicBezTo>
                    <a:pt x="3005" y="2533"/>
                    <a:pt x="3103" y="2474"/>
                    <a:pt x="3142" y="2416"/>
                  </a:cubicBezTo>
                  <a:cubicBezTo>
                    <a:pt x="3201" y="2337"/>
                    <a:pt x="3181" y="2356"/>
                    <a:pt x="3162" y="2258"/>
                  </a:cubicBezTo>
                  <a:cubicBezTo>
                    <a:pt x="3142" y="2101"/>
                    <a:pt x="3084" y="1963"/>
                    <a:pt x="3063" y="1806"/>
                  </a:cubicBezTo>
                  <a:cubicBezTo>
                    <a:pt x="2985" y="1277"/>
                    <a:pt x="2749" y="353"/>
                    <a:pt x="3338" y="39"/>
                  </a:cubicBezTo>
                  <a:lnTo>
                    <a:pt x="3319" y="0"/>
                  </a:lnTo>
                  <a:close/>
                </a:path>
              </a:pathLst>
            </a:custGeom>
            <a:solidFill>
              <a:srgbClr val="B67E6A"/>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2" name="Google Shape;1182;p31"/>
            <p:cNvSpPr/>
            <p:nvPr/>
          </p:nvSpPr>
          <p:spPr>
            <a:xfrm>
              <a:off x="8358183" y="2220673"/>
              <a:ext cx="326111" cy="323460"/>
            </a:xfrm>
            <a:custGeom>
              <a:avLst/>
              <a:gdLst/>
              <a:ahLst/>
              <a:cxnLst/>
              <a:rect l="l" t="t" r="r" b="b"/>
              <a:pathLst>
                <a:path w="7147" h="7090" extrusionOk="0">
                  <a:moveTo>
                    <a:pt x="954" y="611"/>
                  </a:moveTo>
                  <a:lnTo>
                    <a:pt x="954" y="611"/>
                  </a:lnTo>
                  <a:cubicBezTo>
                    <a:pt x="934" y="624"/>
                    <a:pt x="916" y="634"/>
                    <a:pt x="904" y="640"/>
                  </a:cubicBezTo>
                  <a:lnTo>
                    <a:pt x="954" y="611"/>
                  </a:lnTo>
                  <a:close/>
                  <a:moveTo>
                    <a:pt x="2976" y="0"/>
                  </a:moveTo>
                  <a:cubicBezTo>
                    <a:pt x="2738" y="0"/>
                    <a:pt x="2493" y="20"/>
                    <a:pt x="2278" y="31"/>
                  </a:cubicBezTo>
                  <a:cubicBezTo>
                    <a:pt x="2082" y="51"/>
                    <a:pt x="1885" y="70"/>
                    <a:pt x="1689" y="149"/>
                  </a:cubicBezTo>
                  <a:cubicBezTo>
                    <a:pt x="1627" y="176"/>
                    <a:pt x="1483" y="268"/>
                    <a:pt x="1333" y="366"/>
                  </a:cubicBezTo>
                  <a:lnTo>
                    <a:pt x="1333" y="366"/>
                  </a:lnTo>
                  <a:cubicBezTo>
                    <a:pt x="1021" y="527"/>
                    <a:pt x="716" y="752"/>
                    <a:pt x="532" y="1013"/>
                  </a:cubicBezTo>
                  <a:cubicBezTo>
                    <a:pt x="315" y="1308"/>
                    <a:pt x="1" y="1916"/>
                    <a:pt x="335" y="2269"/>
                  </a:cubicBezTo>
                  <a:cubicBezTo>
                    <a:pt x="397" y="2331"/>
                    <a:pt x="466" y="2350"/>
                    <a:pt x="538" y="2350"/>
                  </a:cubicBezTo>
                  <a:cubicBezTo>
                    <a:pt x="646" y="2350"/>
                    <a:pt x="758" y="2307"/>
                    <a:pt x="856" y="2307"/>
                  </a:cubicBezTo>
                  <a:cubicBezTo>
                    <a:pt x="920" y="2307"/>
                    <a:pt x="977" y="2326"/>
                    <a:pt x="1022" y="2387"/>
                  </a:cubicBezTo>
                  <a:cubicBezTo>
                    <a:pt x="1120" y="2525"/>
                    <a:pt x="1100" y="2643"/>
                    <a:pt x="1238" y="2740"/>
                  </a:cubicBezTo>
                  <a:cubicBezTo>
                    <a:pt x="1395" y="2839"/>
                    <a:pt x="1592" y="2839"/>
                    <a:pt x="1749" y="2918"/>
                  </a:cubicBezTo>
                  <a:cubicBezTo>
                    <a:pt x="2003" y="3015"/>
                    <a:pt x="2298" y="3368"/>
                    <a:pt x="2357" y="3624"/>
                  </a:cubicBezTo>
                  <a:cubicBezTo>
                    <a:pt x="2416" y="3840"/>
                    <a:pt x="2278" y="4056"/>
                    <a:pt x="2239" y="4272"/>
                  </a:cubicBezTo>
                  <a:cubicBezTo>
                    <a:pt x="2199" y="4507"/>
                    <a:pt x="2278" y="4821"/>
                    <a:pt x="2553" y="4900"/>
                  </a:cubicBezTo>
                  <a:cubicBezTo>
                    <a:pt x="2666" y="4922"/>
                    <a:pt x="2753" y="4945"/>
                    <a:pt x="2841" y="4945"/>
                  </a:cubicBezTo>
                  <a:cubicBezTo>
                    <a:pt x="2905" y="4945"/>
                    <a:pt x="2969" y="4933"/>
                    <a:pt x="3044" y="4900"/>
                  </a:cubicBezTo>
                  <a:cubicBezTo>
                    <a:pt x="3359" y="4724"/>
                    <a:pt x="3652" y="4135"/>
                    <a:pt x="4026" y="4056"/>
                  </a:cubicBezTo>
                  <a:cubicBezTo>
                    <a:pt x="4073" y="4044"/>
                    <a:pt x="4119" y="4039"/>
                    <a:pt x="4161" y="4039"/>
                  </a:cubicBezTo>
                  <a:cubicBezTo>
                    <a:pt x="4471" y="4039"/>
                    <a:pt x="4645" y="4337"/>
                    <a:pt x="4576" y="4664"/>
                  </a:cubicBezTo>
                  <a:cubicBezTo>
                    <a:pt x="4536" y="4881"/>
                    <a:pt x="4280" y="5116"/>
                    <a:pt x="4144" y="5292"/>
                  </a:cubicBezTo>
                  <a:cubicBezTo>
                    <a:pt x="4045" y="5410"/>
                    <a:pt x="3966" y="5489"/>
                    <a:pt x="3888" y="5627"/>
                  </a:cubicBezTo>
                  <a:cubicBezTo>
                    <a:pt x="3673" y="5960"/>
                    <a:pt x="3888" y="6255"/>
                    <a:pt x="4045" y="6569"/>
                  </a:cubicBezTo>
                  <a:cubicBezTo>
                    <a:pt x="4123" y="6726"/>
                    <a:pt x="4202" y="6883"/>
                    <a:pt x="4301" y="7001"/>
                  </a:cubicBezTo>
                  <a:cubicBezTo>
                    <a:pt x="4350" y="7064"/>
                    <a:pt x="4379" y="7090"/>
                    <a:pt x="4401" y="7090"/>
                  </a:cubicBezTo>
                  <a:cubicBezTo>
                    <a:pt x="4439" y="7090"/>
                    <a:pt x="4454" y="7010"/>
                    <a:pt x="4516" y="6923"/>
                  </a:cubicBezTo>
                  <a:cubicBezTo>
                    <a:pt x="4791" y="6569"/>
                    <a:pt x="5223" y="6412"/>
                    <a:pt x="5615" y="6216"/>
                  </a:cubicBezTo>
                  <a:cubicBezTo>
                    <a:pt x="6204" y="5941"/>
                    <a:pt x="6578" y="5274"/>
                    <a:pt x="6793" y="4685"/>
                  </a:cubicBezTo>
                  <a:cubicBezTo>
                    <a:pt x="7010" y="4056"/>
                    <a:pt x="7147" y="3408"/>
                    <a:pt x="7029" y="2740"/>
                  </a:cubicBezTo>
                  <a:cubicBezTo>
                    <a:pt x="6793" y="1484"/>
                    <a:pt x="5812" y="620"/>
                    <a:pt x="4673" y="267"/>
                  </a:cubicBezTo>
                  <a:cubicBezTo>
                    <a:pt x="4301" y="149"/>
                    <a:pt x="3987" y="91"/>
                    <a:pt x="3417" y="31"/>
                  </a:cubicBezTo>
                  <a:cubicBezTo>
                    <a:pt x="3279" y="8"/>
                    <a:pt x="3129" y="0"/>
                    <a:pt x="2976"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3" name="Google Shape;1183;p31"/>
            <p:cNvSpPr/>
            <p:nvPr/>
          </p:nvSpPr>
          <p:spPr>
            <a:xfrm>
              <a:off x="8221159" y="2604537"/>
              <a:ext cx="455104" cy="1098990"/>
            </a:xfrm>
            <a:custGeom>
              <a:avLst/>
              <a:gdLst/>
              <a:ahLst/>
              <a:cxnLst/>
              <a:rect l="l" t="t" r="r" b="b"/>
              <a:pathLst>
                <a:path w="9974" h="24089" extrusionOk="0">
                  <a:moveTo>
                    <a:pt x="7579" y="1"/>
                  </a:moveTo>
                  <a:cubicBezTo>
                    <a:pt x="7225" y="98"/>
                    <a:pt x="4849" y="530"/>
                    <a:pt x="4025" y="1158"/>
                  </a:cubicBezTo>
                  <a:cubicBezTo>
                    <a:pt x="3063" y="1885"/>
                    <a:pt x="1472" y="5026"/>
                    <a:pt x="1414" y="6087"/>
                  </a:cubicBezTo>
                  <a:cubicBezTo>
                    <a:pt x="943" y="12584"/>
                    <a:pt x="1" y="24088"/>
                    <a:pt x="1" y="24088"/>
                  </a:cubicBezTo>
                  <a:lnTo>
                    <a:pt x="9974" y="24088"/>
                  </a:lnTo>
                  <a:cubicBezTo>
                    <a:pt x="9974" y="24088"/>
                    <a:pt x="9424" y="12034"/>
                    <a:pt x="9581" y="8050"/>
                  </a:cubicBezTo>
                  <a:cubicBezTo>
                    <a:pt x="9620" y="7147"/>
                    <a:pt x="9385" y="3574"/>
                    <a:pt x="9385" y="3534"/>
                  </a:cubicBezTo>
                  <a:cubicBezTo>
                    <a:pt x="9385" y="3495"/>
                    <a:pt x="9071" y="1904"/>
                    <a:pt x="8835" y="1453"/>
                  </a:cubicBezTo>
                  <a:cubicBezTo>
                    <a:pt x="8618" y="1040"/>
                    <a:pt x="7579" y="1"/>
                    <a:pt x="7579" y="1"/>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4" name="Google Shape;1184;p31"/>
            <p:cNvSpPr/>
            <p:nvPr/>
          </p:nvSpPr>
          <p:spPr>
            <a:xfrm>
              <a:off x="8221159" y="2604537"/>
              <a:ext cx="455104" cy="1106152"/>
            </a:xfrm>
            <a:custGeom>
              <a:avLst/>
              <a:gdLst/>
              <a:ahLst/>
              <a:cxnLst/>
              <a:rect l="l" t="t" r="r" b="b"/>
              <a:pathLst>
                <a:path w="9974" h="24246" extrusionOk="0">
                  <a:moveTo>
                    <a:pt x="7579" y="1"/>
                  </a:moveTo>
                  <a:lnTo>
                    <a:pt x="7579" y="1"/>
                  </a:lnTo>
                  <a:cubicBezTo>
                    <a:pt x="8482" y="2964"/>
                    <a:pt x="8501" y="7225"/>
                    <a:pt x="6676" y="10817"/>
                  </a:cubicBezTo>
                  <a:cubicBezTo>
                    <a:pt x="5163" y="13782"/>
                    <a:pt x="2946" y="16060"/>
                    <a:pt x="550" y="17355"/>
                  </a:cubicBezTo>
                  <a:cubicBezTo>
                    <a:pt x="236" y="21085"/>
                    <a:pt x="1" y="24245"/>
                    <a:pt x="1" y="24245"/>
                  </a:cubicBezTo>
                  <a:lnTo>
                    <a:pt x="9974" y="24245"/>
                  </a:lnTo>
                  <a:cubicBezTo>
                    <a:pt x="9974" y="24245"/>
                    <a:pt x="9424" y="11976"/>
                    <a:pt x="9581" y="7990"/>
                  </a:cubicBezTo>
                  <a:cubicBezTo>
                    <a:pt x="9620" y="7087"/>
                    <a:pt x="9385" y="3514"/>
                    <a:pt x="9385" y="3475"/>
                  </a:cubicBezTo>
                  <a:cubicBezTo>
                    <a:pt x="9385" y="3435"/>
                    <a:pt x="9071" y="1904"/>
                    <a:pt x="8835" y="1453"/>
                  </a:cubicBezTo>
                  <a:cubicBezTo>
                    <a:pt x="8658" y="1139"/>
                    <a:pt x="7951" y="216"/>
                    <a:pt x="7579" y="1"/>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5" name="Google Shape;1185;p31"/>
            <p:cNvSpPr/>
            <p:nvPr/>
          </p:nvSpPr>
          <p:spPr>
            <a:xfrm>
              <a:off x="8004375" y="2685014"/>
              <a:ext cx="584964" cy="644138"/>
            </a:xfrm>
            <a:custGeom>
              <a:avLst/>
              <a:gdLst/>
              <a:ahLst/>
              <a:cxnLst/>
              <a:rect l="l" t="t" r="r" b="b"/>
              <a:pathLst>
                <a:path w="12820" h="14119" extrusionOk="0">
                  <a:moveTo>
                    <a:pt x="11119" y="0"/>
                  </a:moveTo>
                  <a:cubicBezTo>
                    <a:pt x="9950" y="0"/>
                    <a:pt x="9208" y="1326"/>
                    <a:pt x="8914" y="1849"/>
                  </a:cubicBezTo>
                  <a:cubicBezTo>
                    <a:pt x="7872" y="3694"/>
                    <a:pt x="5812" y="8877"/>
                    <a:pt x="5812" y="8877"/>
                  </a:cubicBezTo>
                  <a:lnTo>
                    <a:pt x="1" y="13000"/>
                  </a:lnTo>
                  <a:lnTo>
                    <a:pt x="766" y="14118"/>
                  </a:lnTo>
                  <a:cubicBezTo>
                    <a:pt x="766" y="14118"/>
                    <a:pt x="5616" y="14060"/>
                    <a:pt x="7500" y="12764"/>
                  </a:cubicBezTo>
                  <a:cubicBezTo>
                    <a:pt x="10249" y="10840"/>
                    <a:pt x="12605" y="1986"/>
                    <a:pt x="12605" y="1986"/>
                  </a:cubicBezTo>
                  <a:cubicBezTo>
                    <a:pt x="12605" y="1986"/>
                    <a:pt x="12820" y="611"/>
                    <a:pt x="11877" y="179"/>
                  </a:cubicBezTo>
                  <a:cubicBezTo>
                    <a:pt x="11607" y="54"/>
                    <a:pt x="11354" y="0"/>
                    <a:pt x="11119" y="0"/>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6" name="Google Shape;1186;p31"/>
            <p:cNvSpPr/>
            <p:nvPr/>
          </p:nvSpPr>
          <p:spPr>
            <a:xfrm>
              <a:off x="8382412" y="2154795"/>
              <a:ext cx="361017" cy="374466"/>
            </a:xfrm>
            <a:custGeom>
              <a:avLst/>
              <a:gdLst/>
              <a:ahLst/>
              <a:cxnLst/>
              <a:rect l="l" t="t" r="r" b="b"/>
              <a:pathLst>
                <a:path w="7912" h="8208" extrusionOk="0">
                  <a:moveTo>
                    <a:pt x="3115" y="1"/>
                  </a:moveTo>
                  <a:cubicBezTo>
                    <a:pt x="2644" y="1"/>
                    <a:pt x="2356" y="114"/>
                    <a:pt x="2042" y="219"/>
                  </a:cubicBezTo>
                  <a:cubicBezTo>
                    <a:pt x="959" y="626"/>
                    <a:pt x="84" y="1547"/>
                    <a:pt x="59" y="2569"/>
                  </a:cubicBezTo>
                  <a:lnTo>
                    <a:pt x="59" y="2569"/>
                  </a:lnTo>
                  <a:lnTo>
                    <a:pt x="1" y="2595"/>
                  </a:lnTo>
                  <a:cubicBezTo>
                    <a:pt x="19" y="2597"/>
                    <a:pt x="39" y="2602"/>
                    <a:pt x="59" y="2608"/>
                  </a:cubicBezTo>
                  <a:lnTo>
                    <a:pt x="59" y="2608"/>
                  </a:lnTo>
                  <a:cubicBezTo>
                    <a:pt x="59" y="2610"/>
                    <a:pt x="59" y="2612"/>
                    <a:pt x="59" y="2614"/>
                  </a:cubicBezTo>
                  <a:cubicBezTo>
                    <a:pt x="78" y="2633"/>
                    <a:pt x="90" y="2640"/>
                    <a:pt x="98" y="2640"/>
                  </a:cubicBezTo>
                  <a:cubicBezTo>
                    <a:pt x="104" y="2640"/>
                    <a:pt x="108" y="2635"/>
                    <a:pt x="110" y="2628"/>
                  </a:cubicBezTo>
                  <a:lnTo>
                    <a:pt x="110" y="2628"/>
                  </a:lnTo>
                  <a:cubicBezTo>
                    <a:pt x="560" y="2829"/>
                    <a:pt x="1283" y="3827"/>
                    <a:pt x="1590" y="4244"/>
                  </a:cubicBezTo>
                  <a:cubicBezTo>
                    <a:pt x="1964" y="4773"/>
                    <a:pt x="2297" y="5362"/>
                    <a:pt x="2592" y="5951"/>
                  </a:cubicBezTo>
                  <a:cubicBezTo>
                    <a:pt x="3024" y="6757"/>
                    <a:pt x="3613" y="7639"/>
                    <a:pt x="4437" y="8032"/>
                  </a:cubicBezTo>
                  <a:cubicBezTo>
                    <a:pt x="4682" y="8152"/>
                    <a:pt x="4897" y="8207"/>
                    <a:pt x="5098" y="8207"/>
                  </a:cubicBezTo>
                  <a:cubicBezTo>
                    <a:pt x="5589" y="8207"/>
                    <a:pt x="5994" y="7875"/>
                    <a:pt x="6537" y="7346"/>
                  </a:cubicBezTo>
                  <a:cubicBezTo>
                    <a:pt x="7500" y="6422"/>
                    <a:pt x="7911" y="5087"/>
                    <a:pt x="7715" y="3812"/>
                  </a:cubicBezTo>
                  <a:cubicBezTo>
                    <a:pt x="7382" y="1810"/>
                    <a:pt x="5929" y="493"/>
                    <a:pt x="3985" y="101"/>
                  </a:cubicBezTo>
                  <a:cubicBezTo>
                    <a:pt x="3632" y="29"/>
                    <a:pt x="3350" y="1"/>
                    <a:pt x="3115" y="1"/>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7" name="Google Shape;1187;p31"/>
            <p:cNvSpPr/>
            <p:nvPr/>
          </p:nvSpPr>
          <p:spPr>
            <a:xfrm>
              <a:off x="8376115" y="2260592"/>
              <a:ext cx="172980" cy="234725"/>
            </a:xfrm>
            <a:custGeom>
              <a:avLst/>
              <a:gdLst/>
              <a:ahLst/>
              <a:cxnLst/>
              <a:rect l="l" t="t" r="r" b="b"/>
              <a:pathLst>
                <a:path w="3791" h="5145" extrusionOk="0">
                  <a:moveTo>
                    <a:pt x="178" y="1"/>
                  </a:moveTo>
                  <a:cubicBezTo>
                    <a:pt x="139" y="119"/>
                    <a:pt x="79" y="237"/>
                    <a:pt x="0" y="373"/>
                  </a:cubicBezTo>
                  <a:cubicBezTo>
                    <a:pt x="217" y="629"/>
                    <a:pt x="471" y="865"/>
                    <a:pt x="727" y="1100"/>
                  </a:cubicBezTo>
                  <a:cubicBezTo>
                    <a:pt x="1356" y="1669"/>
                    <a:pt x="1905" y="2396"/>
                    <a:pt x="2356" y="3122"/>
                  </a:cubicBezTo>
                  <a:cubicBezTo>
                    <a:pt x="2788" y="3828"/>
                    <a:pt x="3220" y="4535"/>
                    <a:pt x="3790" y="5145"/>
                  </a:cubicBezTo>
                  <a:cubicBezTo>
                    <a:pt x="3555" y="4399"/>
                    <a:pt x="3024" y="3554"/>
                    <a:pt x="2612" y="2867"/>
                  </a:cubicBezTo>
                  <a:cubicBezTo>
                    <a:pt x="2317" y="2376"/>
                    <a:pt x="2003" y="1904"/>
                    <a:pt x="1670" y="1433"/>
                  </a:cubicBezTo>
                  <a:cubicBezTo>
                    <a:pt x="1356" y="1022"/>
                    <a:pt x="806" y="433"/>
                    <a:pt x="178" y="1"/>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8" name="Google Shape;1188;p31"/>
            <p:cNvSpPr/>
            <p:nvPr/>
          </p:nvSpPr>
          <p:spPr>
            <a:xfrm>
              <a:off x="8280294" y="2382403"/>
              <a:ext cx="451545" cy="163053"/>
            </a:xfrm>
            <a:custGeom>
              <a:avLst/>
              <a:gdLst/>
              <a:ahLst/>
              <a:cxnLst/>
              <a:rect l="l" t="t" r="r" b="b"/>
              <a:pathLst>
                <a:path w="9896" h="3574" extrusionOk="0">
                  <a:moveTo>
                    <a:pt x="1021" y="1"/>
                  </a:moveTo>
                  <a:cubicBezTo>
                    <a:pt x="844" y="236"/>
                    <a:pt x="216" y="825"/>
                    <a:pt x="216" y="825"/>
                  </a:cubicBezTo>
                  <a:lnTo>
                    <a:pt x="216" y="1433"/>
                  </a:lnTo>
                  <a:lnTo>
                    <a:pt x="0" y="1964"/>
                  </a:lnTo>
                  <a:lnTo>
                    <a:pt x="315" y="2475"/>
                  </a:lnTo>
                  <a:lnTo>
                    <a:pt x="315" y="3436"/>
                  </a:lnTo>
                  <a:lnTo>
                    <a:pt x="1178" y="3574"/>
                  </a:lnTo>
                  <a:lnTo>
                    <a:pt x="3632" y="2965"/>
                  </a:lnTo>
                  <a:lnTo>
                    <a:pt x="6126" y="3574"/>
                  </a:lnTo>
                  <a:lnTo>
                    <a:pt x="6283" y="3318"/>
                  </a:lnTo>
                  <a:cubicBezTo>
                    <a:pt x="6283" y="3318"/>
                    <a:pt x="4123" y="2650"/>
                    <a:pt x="3652" y="2553"/>
                  </a:cubicBezTo>
                  <a:lnTo>
                    <a:pt x="3592" y="1473"/>
                  </a:lnTo>
                  <a:lnTo>
                    <a:pt x="9856" y="551"/>
                  </a:lnTo>
                  <a:lnTo>
                    <a:pt x="9895" y="354"/>
                  </a:lnTo>
                  <a:lnTo>
                    <a:pt x="3574" y="1198"/>
                  </a:lnTo>
                  <a:lnTo>
                    <a:pt x="3553" y="884"/>
                  </a:lnTo>
                  <a:lnTo>
                    <a:pt x="1021" y="1"/>
                  </a:ln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89" name="Google Shape;1189;p31"/>
            <p:cNvSpPr/>
            <p:nvPr/>
          </p:nvSpPr>
          <p:spPr>
            <a:xfrm>
              <a:off x="7858317" y="3173262"/>
              <a:ext cx="326156" cy="228749"/>
            </a:xfrm>
            <a:custGeom>
              <a:avLst/>
              <a:gdLst/>
              <a:ahLst/>
              <a:cxnLst/>
              <a:rect l="l" t="t" r="r" b="b"/>
              <a:pathLst>
                <a:path w="7148" h="5014" extrusionOk="0">
                  <a:moveTo>
                    <a:pt x="5969" y="0"/>
                  </a:moveTo>
                  <a:lnTo>
                    <a:pt x="2789" y="2631"/>
                  </a:lnTo>
                  <a:cubicBezTo>
                    <a:pt x="2632" y="2670"/>
                    <a:pt x="2495" y="2691"/>
                    <a:pt x="2338" y="2709"/>
                  </a:cubicBezTo>
                  <a:cubicBezTo>
                    <a:pt x="1729" y="2788"/>
                    <a:pt x="786" y="2612"/>
                    <a:pt x="375" y="3201"/>
                  </a:cubicBezTo>
                  <a:cubicBezTo>
                    <a:pt x="119" y="3554"/>
                    <a:pt x="1" y="4457"/>
                    <a:pt x="354" y="4790"/>
                  </a:cubicBezTo>
                  <a:cubicBezTo>
                    <a:pt x="499" y="4917"/>
                    <a:pt x="829" y="5014"/>
                    <a:pt x="1128" y="5014"/>
                  </a:cubicBezTo>
                  <a:cubicBezTo>
                    <a:pt x="1479" y="5014"/>
                    <a:pt x="1785" y="4879"/>
                    <a:pt x="1689" y="4497"/>
                  </a:cubicBezTo>
                  <a:cubicBezTo>
                    <a:pt x="1553" y="4457"/>
                    <a:pt x="1435" y="4398"/>
                    <a:pt x="1336" y="4300"/>
                  </a:cubicBezTo>
                  <a:cubicBezTo>
                    <a:pt x="1359" y="4299"/>
                    <a:pt x="1381" y="4298"/>
                    <a:pt x="1404" y="4298"/>
                  </a:cubicBezTo>
                  <a:cubicBezTo>
                    <a:pt x="1588" y="4298"/>
                    <a:pt x="1776" y="4337"/>
                    <a:pt x="1958" y="4337"/>
                  </a:cubicBezTo>
                  <a:cubicBezTo>
                    <a:pt x="2104" y="4337"/>
                    <a:pt x="2246" y="4312"/>
                    <a:pt x="2377" y="4222"/>
                  </a:cubicBezTo>
                  <a:cubicBezTo>
                    <a:pt x="2710" y="3966"/>
                    <a:pt x="2632" y="3790"/>
                    <a:pt x="3084" y="3652"/>
                  </a:cubicBezTo>
                  <a:lnTo>
                    <a:pt x="7147" y="3495"/>
                  </a:lnTo>
                  <a:lnTo>
                    <a:pt x="5969"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0" name="Google Shape;1190;p31"/>
            <p:cNvSpPr/>
            <p:nvPr/>
          </p:nvSpPr>
          <p:spPr>
            <a:xfrm>
              <a:off x="7420324" y="2969970"/>
              <a:ext cx="246351" cy="251879"/>
            </a:xfrm>
            <a:custGeom>
              <a:avLst/>
              <a:gdLst/>
              <a:ahLst/>
              <a:cxnLst/>
              <a:rect l="l" t="t" r="r" b="b"/>
              <a:pathLst>
                <a:path w="5399" h="5521" extrusionOk="0">
                  <a:moveTo>
                    <a:pt x="3200" y="0"/>
                  </a:moveTo>
                  <a:lnTo>
                    <a:pt x="1865" y="1433"/>
                  </a:lnTo>
                  <a:cubicBezTo>
                    <a:pt x="1689" y="1590"/>
                    <a:pt x="1218" y="2218"/>
                    <a:pt x="904" y="2650"/>
                  </a:cubicBezTo>
                  <a:cubicBezTo>
                    <a:pt x="844" y="2631"/>
                    <a:pt x="805" y="2631"/>
                    <a:pt x="726" y="2631"/>
                  </a:cubicBezTo>
                  <a:cubicBezTo>
                    <a:pt x="412" y="2846"/>
                    <a:pt x="1" y="3789"/>
                    <a:pt x="59" y="4181"/>
                  </a:cubicBezTo>
                  <a:cubicBezTo>
                    <a:pt x="98" y="4574"/>
                    <a:pt x="393" y="4417"/>
                    <a:pt x="629" y="4712"/>
                  </a:cubicBezTo>
                  <a:cubicBezTo>
                    <a:pt x="766" y="4888"/>
                    <a:pt x="805" y="5320"/>
                    <a:pt x="1001" y="5458"/>
                  </a:cubicBezTo>
                  <a:cubicBezTo>
                    <a:pt x="1069" y="5502"/>
                    <a:pt x="1128" y="5520"/>
                    <a:pt x="1182" y="5520"/>
                  </a:cubicBezTo>
                  <a:cubicBezTo>
                    <a:pt x="1393" y="5520"/>
                    <a:pt x="1512" y="5229"/>
                    <a:pt x="1669" y="5026"/>
                  </a:cubicBezTo>
                  <a:cubicBezTo>
                    <a:pt x="1846" y="4810"/>
                    <a:pt x="2101" y="4613"/>
                    <a:pt x="2278" y="4378"/>
                  </a:cubicBezTo>
                  <a:cubicBezTo>
                    <a:pt x="2415" y="4181"/>
                    <a:pt x="2474" y="3966"/>
                    <a:pt x="2375" y="3789"/>
                  </a:cubicBezTo>
                  <a:lnTo>
                    <a:pt x="5399" y="2414"/>
                  </a:lnTo>
                  <a:lnTo>
                    <a:pt x="3200"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1" name="Google Shape;1191;p31"/>
            <p:cNvSpPr/>
            <p:nvPr/>
          </p:nvSpPr>
          <p:spPr>
            <a:xfrm>
              <a:off x="7228636" y="3020975"/>
              <a:ext cx="233803" cy="224917"/>
            </a:xfrm>
            <a:custGeom>
              <a:avLst/>
              <a:gdLst/>
              <a:ahLst/>
              <a:cxnLst/>
              <a:rect l="l" t="t" r="r" b="b"/>
              <a:pathLst>
                <a:path w="5124" h="4930" extrusionOk="0">
                  <a:moveTo>
                    <a:pt x="1728" y="1"/>
                  </a:moveTo>
                  <a:cubicBezTo>
                    <a:pt x="1696" y="1"/>
                    <a:pt x="0" y="2848"/>
                    <a:pt x="0" y="2848"/>
                  </a:cubicBezTo>
                  <a:lnTo>
                    <a:pt x="2689" y="3869"/>
                  </a:lnTo>
                  <a:cubicBezTo>
                    <a:pt x="2592" y="3948"/>
                    <a:pt x="2532" y="4065"/>
                    <a:pt x="2611" y="4280"/>
                  </a:cubicBezTo>
                  <a:cubicBezTo>
                    <a:pt x="2689" y="4516"/>
                    <a:pt x="3063" y="4673"/>
                    <a:pt x="3278" y="4752"/>
                  </a:cubicBezTo>
                  <a:cubicBezTo>
                    <a:pt x="3541" y="4843"/>
                    <a:pt x="3836" y="4929"/>
                    <a:pt x="4110" y="4929"/>
                  </a:cubicBezTo>
                  <a:cubicBezTo>
                    <a:pt x="4369" y="4929"/>
                    <a:pt x="4610" y="4853"/>
                    <a:pt x="4791" y="4634"/>
                  </a:cubicBezTo>
                  <a:cubicBezTo>
                    <a:pt x="5124" y="4241"/>
                    <a:pt x="5066" y="3534"/>
                    <a:pt x="4830" y="3063"/>
                  </a:cubicBezTo>
                  <a:cubicBezTo>
                    <a:pt x="4724" y="2834"/>
                    <a:pt x="4554" y="2237"/>
                    <a:pt x="4305" y="2237"/>
                  </a:cubicBezTo>
                  <a:cubicBezTo>
                    <a:pt x="4278" y="2237"/>
                    <a:pt x="4250" y="2244"/>
                    <a:pt x="4221" y="2259"/>
                  </a:cubicBezTo>
                  <a:lnTo>
                    <a:pt x="4142" y="2259"/>
                  </a:lnTo>
                  <a:lnTo>
                    <a:pt x="1728" y="1"/>
                  </a:lnTo>
                  <a:cubicBezTo>
                    <a:pt x="1728" y="1"/>
                    <a:pt x="1728" y="1"/>
                    <a:pt x="1728" y="1"/>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2" name="Google Shape;1192;p31"/>
            <p:cNvSpPr/>
            <p:nvPr/>
          </p:nvSpPr>
          <p:spPr>
            <a:xfrm>
              <a:off x="5722787" y="2662705"/>
              <a:ext cx="124570" cy="69939"/>
            </a:xfrm>
            <a:custGeom>
              <a:avLst/>
              <a:gdLst/>
              <a:ahLst/>
              <a:cxnLst/>
              <a:rect l="l" t="t" r="r" b="b"/>
              <a:pathLst>
                <a:path w="2730" h="1533" extrusionOk="0">
                  <a:moveTo>
                    <a:pt x="2705" y="1482"/>
                  </a:moveTo>
                  <a:cubicBezTo>
                    <a:pt x="2716" y="1490"/>
                    <a:pt x="2725" y="1501"/>
                    <a:pt x="2730" y="1513"/>
                  </a:cubicBezTo>
                  <a:lnTo>
                    <a:pt x="2730" y="1493"/>
                  </a:lnTo>
                  <a:cubicBezTo>
                    <a:pt x="2721" y="1488"/>
                    <a:pt x="2712" y="1485"/>
                    <a:pt x="2705" y="1482"/>
                  </a:cubicBezTo>
                  <a:close/>
                  <a:moveTo>
                    <a:pt x="0" y="1"/>
                  </a:moveTo>
                  <a:lnTo>
                    <a:pt x="0" y="1"/>
                  </a:lnTo>
                  <a:cubicBezTo>
                    <a:pt x="21" y="296"/>
                    <a:pt x="60" y="629"/>
                    <a:pt x="275" y="885"/>
                  </a:cubicBezTo>
                  <a:cubicBezTo>
                    <a:pt x="492" y="1121"/>
                    <a:pt x="785" y="1278"/>
                    <a:pt x="1100" y="1375"/>
                  </a:cubicBezTo>
                  <a:cubicBezTo>
                    <a:pt x="1374" y="1454"/>
                    <a:pt x="1689" y="1532"/>
                    <a:pt x="1963" y="1532"/>
                  </a:cubicBezTo>
                  <a:lnTo>
                    <a:pt x="2278" y="1532"/>
                  </a:lnTo>
                  <a:cubicBezTo>
                    <a:pt x="2395" y="1532"/>
                    <a:pt x="2513" y="1474"/>
                    <a:pt x="2631" y="1474"/>
                  </a:cubicBezTo>
                  <a:cubicBezTo>
                    <a:pt x="2661" y="1474"/>
                    <a:pt x="2680" y="1474"/>
                    <a:pt x="2705" y="1482"/>
                  </a:cubicBezTo>
                  <a:lnTo>
                    <a:pt x="2705" y="1482"/>
                  </a:lnTo>
                  <a:cubicBezTo>
                    <a:pt x="2676" y="1463"/>
                    <a:pt x="2630" y="1456"/>
                    <a:pt x="2580" y="1456"/>
                  </a:cubicBezTo>
                  <a:cubicBezTo>
                    <a:pt x="2495" y="1456"/>
                    <a:pt x="2399" y="1474"/>
                    <a:pt x="2356" y="1474"/>
                  </a:cubicBezTo>
                  <a:cubicBezTo>
                    <a:pt x="2141" y="1474"/>
                    <a:pt x="1924" y="1474"/>
                    <a:pt x="1709" y="1414"/>
                  </a:cubicBezTo>
                  <a:cubicBezTo>
                    <a:pt x="1335" y="1336"/>
                    <a:pt x="943" y="1199"/>
                    <a:pt x="610" y="1003"/>
                  </a:cubicBezTo>
                  <a:cubicBezTo>
                    <a:pt x="236" y="767"/>
                    <a:pt x="39" y="414"/>
                    <a:pt x="0" y="1"/>
                  </a:cubicBezTo>
                  <a:close/>
                </a:path>
              </a:pathLst>
            </a:custGeom>
            <a:solidFill>
              <a:srgbClr val="905C4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3" name="Google Shape;1193;p31"/>
            <p:cNvSpPr/>
            <p:nvPr/>
          </p:nvSpPr>
          <p:spPr>
            <a:xfrm>
              <a:off x="5785481" y="2609920"/>
              <a:ext cx="9947" cy="94986"/>
            </a:xfrm>
            <a:custGeom>
              <a:avLst/>
              <a:gdLst/>
              <a:ahLst/>
              <a:cxnLst/>
              <a:rect l="l" t="t" r="r" b="b"/>
              <a:pathLst>
                <a:path w="218" h="2082" extrusionOk="0">
                  <a:moveTo>
                    <a:pt x="79" y="0"/>
                  </a:moveTo>
                  <a:lnTo>
                    <a:pt x="0" y="2081"/>
                  </a:lnTo>
                  <a:lnTo>
                    <a:pt x="99" y="2081"/>
                  </a:lnTo>
                  <a:lnTo>
                    <a:pt x="217" y="0"/>
                  </a:lnTo>
                  <a:close/>
                </a:path>
              </a:pathLst>
            </a:custGeom>
            <a:solidFill>
              <a:srgbClr val="4C9C96"/>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4" name="Google Shape;1194;p31"/>
            <p:cNvSpPr/>
            <p:nvPr/>
          </p:nvSpPr>
          <p:spPr>
            <a:xfrm>
              <a:off x="5597353" y="3752388"/>
              <a:ext cx="375444" cy="1151329"/>
            </a:xfrm>
            <a:custGeom>
              <a:avLst/>
              <a:gdLst/>
              <a:ahLst/>
              <a:cxnLst/>
              <a:rect l="l" t="t" r="r" b="b"/>
              <a:pathLst>
                <a:path w="8228" h="25236" extrusionOk="0">
                  <a:moveTo>
                    <a:pt x="2372" y="0"/>
                  </a:moveTo>
                  <a:cubicBezTo>
                    <a:pt x="1982" y="0"/>
                    <a:pt x="1523" y="81"/>
                    <a:pt x="1317" y="420"/>
                  </a:cubicBezTo>
                  <a:cubicBezTo>
                    <a:pt x="1" y="2580"/>
                    <a:pt x="2160" y="10786"/>
                    <a:pt x="2160" y="10786"/>
                  </a:cubicBezTo>
                  <a:cubicBezTo>
                    <a:pt x="1984" y="11984"/>
                    <a:pt x="1592" y="14772"/>
                    <a:pt x="1592" y="15871"/>
                  </a:cubicBezTo>
                  <a:cubicBezTo>
                    <a:pt x="1611" y="18050"/>
                    <a:pt x="1317" y="25157"/>
                    <a:pt x="1317" y="25157"/>
                  </a:cubicBezTo>
                  <a:lnTo>
                    <a:pt x="8227" y="25235"/>
                  </a:lnTo>
                  <a:cubicBezTo>
                    <a:pt x="8227" y="25235"/>
                    <a:pt x="6539" y="14183"/>
                    <a:pt x="6617" y="10924"/>
                  </a:cubicBezTo>
                  <a:lnTo>
                    <a:pt x="6421" y="9825"/>
                  </a:lnTo>
                  <a:lnTo>
                    <a:pt x="3024" y="67"/>
                  </a:lnTo>
                  <a:cubicBezTo>
                    <a:pt x="3024" y="67"/>
                    <a:pt x="2726" y="0"/>
                    <a:pt x="2372" y="0"/>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5" name="Google Shape;1195;p31"/>
            <p:cNvSpPr/>
            <p:nvPr/>
          </p:nvSpPr>
          <p:spPr>
            <a:xfrm>
              <a:off x="5712977" y="4842755"/>
              <a:ext cx="338620" cy="138738"/>
            </a:xfrm>
            <a:custGeom>
              <a:avLst/>
              <a:gdLst/>
              <a:ahLst/>
              <a:cxnLst/>
              <a:rect l="l" t="t" r="r" b="b"/>
              <a:pathLst>
                <a:path w="7421" h="3041" extrusionOk="0">
                  <a:moveTo>
                    <a:pt x="3356" y="0"/>
                  </a:moveTo>
                  <a:lnTo>
                    <a:pt x="3377" y="21"/>
                  </a:lnTo>
                  <a:cubicBezTo>
                    <a:pt x="3348" y="8"/>
                    <a:pt x="3318" y="3"/>
                    <a:pt x="3287" y="3"/>
                  </a:cubicBezTo>
                  <a:cubicBezTo>
                    <a:pt x="3168" y="3"/>
                    <a:pt x="3038" y="84"/>
                    <a:pt x="2945" y="178"/>
                  </a:cubicBezTo>
                  <a:cubicBezTo>
                    <a:pt x="2645" y="458"/>
                    <a:pt x="2469" y="848"/>
                    <a:pt x="2009" y="848"/>
                  </a:cubicBezTo>
                  <a:cubicBezTo>
                    <a:pt x="1988" y="848"/>
                    <a:pt x="1966" y="847"/>
                    <a:pt x="1943" y="845"/>
                  </a:cubicBezTo>
                  <a:cubicBezTo>
                    <a:pt x="1688" y="825"/>
                    <a:pt x="1414" y="746"/>
                    <a:pt x="1178" y="668"/>
                  </a:cubicBezTo>
                  <a:cubicBezTo>
                    <a:pt x="1000" y="609"/>
                    <a:pt x="843" y="531"/>
                    <a:pt x="686" y="432"/>
                  </a:cubicBezTo>
                  <a:cubicBezTo>
                    <a:pt x="589" y="374"/>
                    <a:pt x="451" y="217"/>
                    <a:pt x="353" y="178"/>
                  </a:cubicBezTo>
                  <a:cubicBezTo>
                    <a:pt x="157" y="531"/>
                    <a:pt x="39" y="1002"/>
                    <a:pt x="39" y="1414"/>
                  </a:cubicBezTo>
                  <a:cubicBezTo>
                    <a:pt x="39" y="1571"/>
                    <a:pt x="0" y="1944"/>
                    <a:pt x="58" y="2062"/>
                  </a:cubicBezTo>
                  <a:cubicBezTo>
                    <a:pt x="79" y="2081"/>
                    <a:pt x="79" y="2102"/>
                    <a:pt x="97" y="2120"/>
                  </a:cubicBezTo>
                  <a:lnTo>
                    <a:pt x="97" y="2160"/>
                  </a:lnTo>
                  <a:cubicBezTo>
                    <a:pt x="97" y="2337"/>
                    <a:pt x="118" y="2690"/>
                    <a:pt x="275" y="2769"/>
                  </a:cubicBezTo>
                  <a:cubicBezTo>
                    <a:pt x="490" y="2906"/>
                    <a:pt x="785" y="2866"/>
                    <a:pt x="1021" y="2887"/>
                  </a:cubicBezTo>
                  <a:cubicBezTo>
                    <a:pt x="1169" y="2898"/>
                    <a:pt x="1330" y="2909"/>
                    <a:pt x="1501" y="2909"/>
                  </a:cubicBezTo>
                  <a:cubicBezTo>
                    <a:pt x="1625" y="2909"/>
                    <a:pt x="1753" y="2903"/>
                    <a:pt x="1885" y="2887"/>
                  </a:cubicBezTo>
                  <a:cubicBezTo>
                    <a:pt x="1845" y="2769"/>
                    <a:pt x="1825" y="2592"/>
                    <a:pt x="1963" y="2552"/>
                  </a:cubicBezTo>
                  <a:cubicBezTo>
                    <a:pt x="1982" y="2545"/>
                    <a:pt x="2006" y="2541"/>
                    <a:pt x="2032" y="2541"/>
                  </a:cubicBezTo>
                  <a:cubicBezTo>
                    <a:pt x="2141" y="2541"/>
                    <a:pt x="2296" y="2596"/>
                    <a:pt x="2375" y="2612"/>
                  </a:cubicBezTo>
                  <a:cubicBezTo>
                    <a:pt x="2689" y="2690"/>
                    <a:pt x="3023" y="2848"/>
                    <a:pt x="3356" y="2906"/>
                  </a:cubicBezTo>
                  <a:cubicBezTo>
                    <a:pt x="3857" y="3003"/>
                    <a:pt x="4373" y="3040"/>
                    <a:pt x="4889" y="3040"/>
                  </a:cubicBezTo>
                  <a:cubicBezTo>
                    <a:pt x="5204" y="3040"/>
                    <a:pt x="5518" y="3027"/>
                    <a:pt x="5830" y="3005"/>
                  </a:cubicBezTo>
                  <a:cubicBezTo>
                    <a:pt x="6223" y="2984"/>
                    <a:pt x="6636" y="2866"/>
                    <a:pt x="7008" y="2749"/>
                  </a:cubicBezTo>
                  <a:cubicBezTo>
                    <a:pt x="7146" y="2709"/>
                    <a:pt x="7361" y="2670"/>
                    <a:pt x="7401" y="2552"/>
                  </a:cubicBezTo>
                  <a:cubicBezTo>
                    <a:pt x="7421" y="2513"/>
                    <a:pt x="7401" y="2356"/>
                    <a:pt x="7361" y="2317"/>
                  </a:cubicBezTo>
                  <a:cubicBezTo>
                    <a:pt x="7369" y="2302"/>
                    <a:pt x="7363" y="2298"/>
                    <a:pt x="7352" y="2298"/>
                  </a:cubicBezTo>
                  <a:cubicBezTo>
                    <a:pt x="7341" y="2298"/>
                    <a:pt x="7323" y="2303"/>
                    <a:pt x="7313" y="2303"/>
                  </a:cubicBezTo>
                  <a:cubicBezTo>
                    <a:pt x="7307" y="2303"/>
                    <a:pt x="7303" y="2302"/>
                    <a:pt x="7303" y="2298"/>
                  </a:cubicBezTo>
                  <a:cubicBezTo>
                    <a:pt x="7342" y="2141"/>
                    <a:pt x="7165" y="1806"/>
                    <a:pt x="7068" y="1728"/>
                  </a:cubicBezTo>
                  <a:cubicBezTo>
                    <a:pt x="6928" y="1635"/>
                    <a:pt x="6716" y="1604"/>
                    <a:pt x="6537" y="1604"/>
                  </a:cubicBezTo>
                  <a:cubicBezTo>
                    <a:pt x="6488" y="1604"/>
                    <a:pt x="6442" y="1606"/>
                    <a:pt x="6400" y="1610"/>
                  </a:cubicBezTo>
                  <a:cubicBezTo>
                    <a:pt x="6281" y="1624"/>
                    <a:pt x="6165" y="1632"/>
                    <a:pt x="6051" y="1632"/>
                  </a:cubicBezTo>
                  <a:cubicBezTo>
                    <a:pt x="5691" y="1632"/>
                    <a:pt x="5349" y="1558"/>
                    <a:pt x="5005" y="1395"/>
                  </a:cubicBezTo>
                  <a:cubicBezTo>
                    <a:pt x="4672" y="1257"/>
                    <a:pt x="4398" y="982"/>
                    <a:pt x="4142" y="727"/>
                  </a:cubicBezTo>
                  <a:cubicBezTo>
                    <a:pt x="4005" y="589"/>
                    <a:pt x="3848" y="452"/>
                    <a:pt x="3710" y="295"/>
                  </a:cubicBezTo>
                  <a:cubicBezTo>
                    <a:pt x="3592" y="196"/>
                    <a:pt x="3495" y="39"/>
                    <a:pt x="3356"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113444"/>
                </a:solidFill>
                <a:latin typeface="Arial"/>
                <a:cs typeface="Arial"/>
                <a:sym typeface="Arial"/>
              </a:endParaRPr>
            </a:p>
          </p:txBody>
        </p:sp>
        <p:sp>
          <p:nvSpPr>
            <p:cNvPr id="1196" name="Google Shape;1196;p31"/>
            <p:cNvSpPr/>
            <p:nvPr/>
          </p:nvSpPr>
          <p:spPr>
            <a:xfrm>
              <a:off x="6017505" y="4153087"/>
              <a:ext cx="636069" cy="773020"/>
            </a:xfrm>
            <a:custGeom>
              <a:avLst/>
              <a:gdLst/>
              <a:ahLst/>
              <a:cxnLst/>
              <a:rect l="l" t="t" r="r" b="b"/>
              <a:pathLst>
                <a:path w="13940" h="16944" extrusionOk="0">
                  <a:moveTo>
                    <a:pt x="1" y="1"/>
                  </a:moveTo>
                  <a:lnTo>
                    <a:pt x="1" y="16944"/>
                  </a:lnTo>
                  <a:lnTo>
                    <a:pt x="13940" y="16944"/>
                  </a:lnTo>
                  <a:lnTo>
                    <a:pt x="13940" y="1"/>
                  </a:ln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7" name="Google Shape;1197;p31"/>
            <p:cNvSpPr/>
            <p:nvPr/>
          </p:nvSpPr>
          <p:spPr>
            <a:xfrm>
              <a:off x="5956590" y="4153087"/>
              <a:ext cx="753381" cy="52922"/>
            </a:xfrm>
            <a:custGeom>
              <a:avLst/>
              <a:gdLst/>
              <a:ahLst/>
              <a:cxnLst/>
              <a:rect l="l" t="t" r="r" b="b"/>
              <a:pathLst>
                <a:path w="16511" h="1160" extrusionOk="0">
                  <a:moveTo>
                    <a:pt x="1" y="1"/>
                  </a:moveTo>
                  <a:lnTo>
                    <a:pt x="1" y="1160"/>
                  </a:lnTo>
                  <a:lnTo>
                    <a:pt x="16511" y="1160"/>
                  </a:lnTo>
                  <a:lnTo>
                    <a:pt x="16511" y="1"/>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8" name="Google Shape;1198;p31"/>
            <p:cNvSpPr/>
            <p:nvPr/>
          </p:nvSpPr>
          <p:spPr>
            <a:xfrm>
              <a:off x="6219961" y="4205963"/>
              <a:ext cx="433613" cy="675389"/>
            </a:xfrm>
            <a:custGeom>
              <a:avLst/>
              <a:gdLst/>
              <a:ahLst/>
              <a:cxnLst/>
              <a:rect l="l" t="t" r="r" b="b"/>
              <a:pathLst>
                <a:path w="9503" h="14804" extrusionOk="0">
                  <a:moveTo>
                    <a:pt x="6027" y="1"/>
                  </a:moveTo>
                  <a:lnTo>
                    <a:pt x="1" y="14803"/>
                  </a:lnTo>
                  <a:lnTo>
                    <a:pt x="9503" y="14803"/>
                  </a:lnTo>
                  <a:lnTo>
                    <a:pt x="9503" y="1"/>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199" name="Google Shape;1199;p31"/>
            <p:cNvSpPr/>
            <p:nvPr/>
          </p:nvSpPr>
          <p:spPr>
            <a:xfrm>
              <a:off x="5972743" y="4881306"/>
              <a:ext cx="720254" cy="44801"/>
            </a:xfrm>
            <a:custGeom>
              <a:avLst/>
              <a:gdLst/>
              <a:ahLst/>
              <a:cxnLst/>
              <a:rect l="l" t="t" r="r" b="b"/>
              <a:pathLst>
                <a:path w="15785" h="982" extrusionOk="0">
                  <a:moveTo>
                    <a:pt x="0" y="0"/>
                  </a:moveTo>
                  <a:lnTo>
                    <a:pt x="0" y="982"/>
                  </a:lnTo>
                  <a:lnTo>
                    <a:pt x="15784" y="982"/>
                  </a:lnTo>
                  <a:lnTo>
                    <a:pt x="15784"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0" name="Google Shape;1200;p31"/>
            <p:cNvSpPr/>
            <p:nvPr/>
          </p:nvSpPr>
          <p:spPr>
            <a:xfrm>
              <a:off x="5903706" y="4034013"/>
              <a:ext cx="846601" cy="119119"/>
            </a:xfrm>
            <a:custGeom>
              <a:avLst/>
              <a:gdLst/>
              <a:ahLst/>
              <a:cxnLst/>
              <a:rect l="l" t="t" r="r" b="b"/>
              <a:pathLst>
                <a:path w="18554" h="2611" extrusionOk="0">
                  <a:moveTo>
                    <a:pt x="1" y="0"/>
                  </a:moveTo>
                  <a:lnTo>
                    <a:pt x="1" y="2611"/>
                  </a:lnTo>
                  <a:lnTo>
                    <a:pt x="18554" y="2611"/>
                  </a:lnTo>
                  <a:lnTo>
                    <a:pt x="18554" y="0"/>
                  </a:ln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1" name="Google Shape;1201;p31"/>
            <p:cNvSpPr/>
            <p:nvPr/>
          </p:nvSpPr>
          <p:spPr>
            <a:xfrm>
              <a:off x="5891203" y="4030095"/>
              <a:ext cx="880640" cy="23683"/>
            </a:xfrm>
            <a:custGeom>
              <a:avLst/>
              <a:gdLst/>
              <a:ahLst/>
              <a:cxnLst/>
              <a:rect l="l" t="t" r="r" b="b"/>
              <a:pathLst>
                <a:path w="19300" h="433" extrusionOk="0">
                  <a:moveTo>
                    <a:pt x="0" y="0"/>
                  </a:moveTo>
                  <a:lnTo>
                    <a:pt x="0" y="432"/>
                  </a:lnTo>
                  <a:lnTo>
                    <a:pt x="19299" y="432"/>
                  </a:lnTo>
                  <a:lnTo>
                    <a:pt x="19299"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2" name="Google Shape;1202;p31"/>
            <p:cNvSpPr/>
            <p:nvPr/>
          </p:nvSpPr>
          <p:spPr>
            <a:xfrm>
              <a:off x="6017498" y="3747425"/>
              <a:ext cx="524049" cy="282676"/>
            </a:xfrm>
            <a:custGeom>
              <a:avLst/>
              <a:gdLst/>
              <a:ahLst/>
              <a:cxnLst/>
              <a:rect l="l" t="t" r="r" b="b"/>
              <a:pathLst>
                <a:path w="11485" h="6283" extrusionOk="0">
                  <a:moveTo>
                    <a:pt x="1" y="0"/>
                  </a:moveTo>
                  <a:lnTo>
                    <a:pt x="1" y="6282"/>
                  </a:lnTo>
                  <a:lnTo>
                    <a:pt x="11485" y="6282"/>
                  </a:lnTo>
                  <a:lnTo>
                    <a:pt x="11485" y="0"/>
                  </a:lnTo>
                  <a:close/>
                </a:path>
              </a:pathLst>
            </a:custGeom>
            <a:solidFill>
              <a:schemeClr val="l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3" name="Google Shape;1203;p31"/>
            <p:cNvSpPr/>
            <p:nvPr/>
          </p:nvSpPr>
          <p:spPr>
            <a:xfrm>
              <a:off x="6063179" y="3795775"/>
              <a:ext cx="269713" cy="57347"/>
            </a:xfrm>
            <a:custGeom>
              <a:avLst/>
              <a:gdLst/>
              <a:ahLst/>
              <a:cxnLst/>
              <a:rect l="l" t="t" r="r" b="b"/>
              <a:pathLst>
                <a:path w="5911" h="1257" extrusionOk="0">
                  <a:moveTo>
                    <a:pt x="0" y="0"/>
                  </a:moveTo>
                  <a:lnTo>
                    <a:pt x="0" y="1257"/>
                  </a:lnTo>
                  <a:lnTo>
                    <a:pt x="5910" y="1257"/>
                  </a:lnTo>
                  <a:lnTo>
                    <a:pt x="5910"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4" name="Google Shape;1204;p31"/>
            <p:cNvSpPr/>
            <p:nvPr/>
          </p:nvSpPr>
          <p:spPr>
            <a:xfrm>
              <a:off x="6073902" y="3805583"/>
              <a:ext cx="247309" cy="39463"/>
            </a:xfrm>
            <a:custGeom>
              <a:avLst/>
              <a:gdLst/>
              <a:ahLst/>
              <a:cxnLst/>
              <a:rect l="l" t="t" r="r" b="b"/>
              <a:pathLst>
                <a:path w="5420" h="865" extrusionOk="0">
                  <a:moveTo>
                    <a:pt x="1" y="0"/>
                  </a:moveTo>
                  <a:lnTo>
                    <a:pt x="1" y="864"/>
                  </a:lnTo>
                  <a:lnTo>
                    <a:pt x="5419" y="864"/>
                  </a:lnTo>
                  <a:lnTo>
                    <a:pt x="5419" y="0"/>
                  </a:lnTo>
                  <a:close/>
                </a:path>
              </a:pathLst>
            </a:custGeom>
            <a:solidFill>
              <a:schemeClr val="l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5" name="Google Shape;1205;p31"/>
            <p:cNvSpPr/>
            <p:nvPr/>
          </p:nvSpPr>
          <p:spPr>
            <a:xfrm>
              <a:off x="6017505" y="3747415"/>
              <a:ext cx="524049" cy="286643"/>
            </a:xfrm>
            <a:custGeom>
              <a:avLst/>
              <a:gdLst/>
              <a:ahLst/>
              <a:cxnLst/>
              <a:rect l="l" t="t" r="r" b="b"/>
              <a:pathLst>
                <a:path w="11485" h="6283" extrusionOk="0">
                  <a:moveTo>
                    <a:pt x="7362" y="0"/>
                  </a:moveTo>
                  <a:lnTo>
                    <a:pt x="7362" y="5890"/>
                  </a:lnTo>
                  <a:lnTo>
                    <a:pt x="1" y="5890"/>
                  </a:lnTo>
                  <a:lnTo>
                    <a:pt x="1" y="6282"/>
                  </a:lnTo>
                  <a:lnTo>
                    <a:pt x="11485" y="6282"/>
                  </a:lnTo>
                  <a:lnTo>
                    <a:pt x="11485" y="5890"/>
                  </a:lnTo>
                  <a:lnTo>
                    <a:pt x="11485"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6" name="Google Shape;1206;p31"/>
            <p:cNvSpPr/>
            <p:nvPr/>
          </p:nvSpPr>
          <p:spPr>
            <a:xfrm>
              <a:off x="6044380" y="3930953"/>
              <a:ext cx="59181" cy="57393"/>
            </a:xfrm>
            <a:custGeom>
              <a:avLst/>
              <a:gdLst/>
              <a:ahLst/>
              <a:cxnLst/>
              <a:rect l="l" t="t" r="r" b="b"/>
              <a:pathLst>
                <a:path w="1297" h="1258" extrusionOk="0">
                  <a:moveTo>
                    <a:pt x="648" y="1"/>
                  </a:moveTo>
                  <a:cubicBezTo>
                    <a:pt x="295" y="1"/>
                    <a:pt x="1" y="296"/>
                    <a:pt x="1" y="629"/>
                  </a:cubicBezTo>
                  <a:cubicBezTo>
                    <a:pt x="1" y="982"/>
                    <a:pt x="295" y="1257"/>
                    <a:pt x="648" y="1257"/>
                  </a:cubicBezTo>
                  <a:cubicBezTo>
                    <a:pt x="1001" y="1257"/>
                    <a:pt x="1297" y="982"/>
                    <a:pt x="1297" y="629"/>
                  </a:cubicBezTo>
                  <a:cubicBezTo>
                    <a:pt x="1297" y="296"/>
                    <a:pt x="1001" y="1"/>
                    <a:pt x="648" y="1"/>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7" name="Google Shape;1207;p31"/>
            <p:cNvSpPr/>
            <p:nvPr/>
          </p:nvSpPr>
          <p:spPr>
            <a:xfrm>
              <a:off x="6136642" y="3947103"/>
              <a:ext cx="32260" cy="32255"/>
            </a:xfrm>
            <a:custGeom>
              <a:avLst/>
              <a:gdLst/>
              <a:ahLst/>
              <a:cxnLst/>
              <a:rect l="l" t="t" r="r" b="b"/>
              <a:pathLst>
                <a:path w="707" h="707" extrusionOk="0">
                  <a:moveTo>
                    <a:pt x="354" y="0"/>
                  </a:moveTo>
                  <a:cubicBezTo>
                    <a:pt x="157" y="0"/>
                    <a:pt x="0" y="157"/>
                    <a:pt x="0" y="354"/>
                  </a:cubicBezTo>
                  <a:cubicBezTo>
                    <a:pt x="0" y="550"/>
                    <a:pt x="157" y="707"/>
                    <a:pt x="354" y="707"/>
                  </a:cubicBezTo>
                  <a:cubicBezTo>
                    <a:pt x="550" y="707"/>
                    <a:pt x="707" y="550"/>
                    <a:pt x="707" y="354"/>
                  </a:cubicBezTo>
                  <a:cubicBezTo>
                    <a:pt x="707" y="157"/>
                    <a:pt x="550" y="0"/>
                    <a:pt x="354" y="0"/>
                  </a:cubicBez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8" name="Google Shape;1208;p31"/>
            <p:cNvSpPr/>
            <p:nvPr/>
          </p:nvSpPr>
          <p:spPr>
            <a:xfrm>
              <a:off x="6136642" y="3887977"/>
              <a:ext cx="32260" cy="31434"/>
            </a:xfrm>
            <a:custGeom>
              <a:avLst/>
              <a:gdLst/>
              <a:ahLst/>
              <a:cxnLst/>
              <a:rect l="l" t="t" r="r" b="b"/>
              <a:pathLst>
                <a:path w="707" h="689" extrusionOk="0">
                  <a:moveTo>
                    <a:pt x="354" y="0"/>
                  </a:moveTo>
                  <a:cubicBezTo>
                    <a:pt x="157" y="0"/>
                    <a:pt x="0" y="157"/>
                    <a:pt x="0" y="354"/>
                  </a:cubicBezTo>
                  <a:cubicBezTo>
                    <a:pt x="0" y="550"/>
                    <a:pt x="157" y="688"/>
                    <a:pt x="354" y="688"/>
                  </a:cubicBezTo>
                  <a:cubicBezTo>
                    <a:pt x="550" y="688"/>
                    <a:pt x="707" y="550"/>
                    <a:pt x="707" y="354"/>
                  </a:cubicBezTo>
                  <a:cubicBezTo>
                    <a:pt x="707" y="157"/>
                    <a:pt x="550" y="0"/>
                    <a:pt x="354" y="0"/>
                  </a:cubicBez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09" name="Google Shape;1209;p31"/>
            <p:cNvSpPr/>
            <p:nvPr/>
          </p:nvSpPr>
          <p:spPr>
            <a:xfrm>
              <a:off x="6207413" y="3947103"/>
              <a:ext cx="32305" cy="32255"/>
            </a:xfrm>
            <a:custGeom>
              <a:avLst/>
              <a:gdLst/>
              <a:ahLst/>
              <a:cxnLst/>
              <a:rect l="l" t="t" r="r" b="b"/>
              <a:pathLst>
                <a:path w="708" h="707" extrusionOk="0">
                  <a:moveTo>
                    <a:pt x="354" y="0"/>
                  </a:moveTo>
                  <a:cubicBezTo>
                    <a:pt x="158" y="0"/>
                    <a:pt x="1" y="157"/>
                    <a:pt x="1" y="354"/>
                  </a:cubicBezTo>
                  <a:cubicBezTo>
                    <a:pt x="1" y="550"/>
                    <a:pt x="158" y="707"/>
                    <a:pt x="354" y="707"/>
                  </a:cubicBezTo>
                  <a:cubicBezTo>
                    <a:pt x="551" y="707"/>
                    <a:pt x="708" y="550"/>
                    <a:pt x="708" y="354"/>
                  </a:cubicBezTo>
                  <a:cubicBezTo>
                    <a:pt x="708" y="157"/>
                    <a:pt x="551" y="0"/>
                    <a:pt x="354" y="0"/>
                  </a:cubicBez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0" name="Google Shape;1210;p31"/>
            <p:cNvSpPr/>
            <p:nvPr/>
          </p:nvSpPr>
          <p:spPr>
            <a:xfrm>
              <a:off x="6207413" y="3887977"/>
              <a:ext cx="32305" cy="31434"/>
            </a:xfrm>
            <a:custGeom>
              <a:avLst/>
              <a:gdLst/>
              <a:ahLst/>
              <a:cxnLst/>
              <a:rect l="l" t="t" r="r" b="b"/>
              <a:pathLst>
                <a:path w="708" h="689" extrusionOk="0">
                  <a:moveTo>
                    <a:pt x="354" y="0"/>
                  </a:moveTo>
                  <a:cubicBezTo>
                    <a:pt x="158" y="0"/>
                    <a:pt x="1" y="157"/>
                    <a:pt x="1" y="354"/>
                  </a:cubicBezTo>
                  <a:cubicBezTo>
                    <a:pt x="1" y="550"/>
                    <a:pt x="158" y="688"/>
                    <a:pt x="354" y="688"/>
                  </a:cubicBezTo>
                  <a:cubicBezTo>
                    <a:pt x="551" y="688"/>
                    <a:pt x="708" y="550"/>
                    <a:pt x="708" y="354"/>
                  </a:cubicBezTo>
                  <a:cubicBezTo>
                    <a:pt x="708" y="157"/>
                    <a:pt x="551" y="0"/>
                    <a:pt x="354" y="0"/>
                  </a:cubicBez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1" name="Google Shape;1211;p31"/>
            <p:cNvSpPr/>
            <p:nvPr/>
          </p:nvSpPr>
          <p:spPr>
            <a:xfrm>
              <a:off x="6541509" y="3799333"/>
              <a:ext cx="136203" cy="235592"/>
            </a:xfrm>
            <a:custGeom>
              <a:avLst/>
              <a:gdLst/>
              <a:ahLst/>
              <a:cxnLst/>
              <a:rect l="l" t="t" r="r" b="b"/>
              <a:pathLst>
                <a:path w="2985" h="5164" extrusionOk="0">
                  <a:moveTo>
                    <a:pt x="1" y="1"/>
                  </a:moveTo>
                  <a:lnTo>
                    <a:pt x="1" y="550"/>
                  </a:lnTo>
                  <a:lnTo>
                    <a:pt x="1100" y="550"/>
                  </a:lnTo>
                  <a:lnTo>
                    <a:pt x="1100" y="373"/>
                  </a:lnTo>
                  <a:cubicBezTo>
                    <a:pt x="1232" y="342"/>
                    <a:pt x="1366" y="327"/>
                    <a:pt x="1496" y="327"/>
                  </a:cubicBezTo>
                  <a:cubicBezTo>
                    <a:pt x="1775" y="327"/>
                    <a:pt x="2039" y="396"/>
                    <a:pt x="2239" y="530"/>
                  </a:cubicBezTo>
                  <a:cubicBezTo>
                    <a:pt x="2475" y="687"/>
                    <a:pt x="2613" y="904"/>
                    <a:pt x="2632" y="1218"/>
                  </a:cubicBezTo>
                  <a:cubicBezTo>
                    <a:pt x="2691" y="1708"/>
                    <a:pt x="2534" y="2160"/>
                    <a:pt x="2160" y="2553"/>
                  </a:cubicBezTo>
                  <a:cubicBezTo>
                    <a:pt x="1964" y="2768"/>
                    <a:pt x="1749" y="2964"/>
                    <a:pt x="1513" y="3161"/>
                  </a:cubicBezTo>
                  <a:cubicBezTo>
                    <a:pt x="1375" y="3278"/>
                    <a:pt x="1257" y="3377"/>
                    <a:pt x="1121" y="3495"/>
                  </a:cubicBezTo>
                  <a:cubicBezTo>
                    <a:pt x="668" y="3907"/>
                    <a:pt x="40" y="4477"/>
                    <a:pt x="40" y="5144"/>
                  </a:cubicBezTo>
                  <a:lnTo>
                    <a:pt x="315" y="5163"/>
                  </a:lnTo>
                  <a:cubicBezTo>
                    <a:pt x="315" y="4613"/>
                    <a:pt x="885" y="4084"/>
                    <a:pt x="1317" y="3691"/>
                  </a:cubicBezTo>
                  <a:cubicBezTo>
                    <a:pt x="1435" y="3593"/>
                    <a:pt x="1571" y="3475"/>
                    <a:pt x="1689" y="3377"/>
                  </a:cubicBezTo>
                  <a:cubicBezTo>
                    <a:pt x="1925" y="3181"/>
                    <a:pt x="2160" y="2964"/>
                    <a:pt x="2377" y="2749"/>
                  </a:cubicBezTo>
                  <a:cubicBezTo>
                    <a:pt x="2809" y="2278"/>
                    <a:pt x="2985" y="1747"/>
                    <a:pt x="2906" y="1179"/>
                  </a:cubicBezTo>
                  <a:cubicBezTo>
                    <a:pt x="2867" y="805"/>
                    <a:pt x="2691" y="491"/>
                    <a:pt x="2377" y="294"/>
                  </a:cubicBezTo>
                  <a:cubicBezTo>
                    <a:pt x="2135" y="124"/>
                    <a:pt x="1821" y="46"/>
                    <a:pt x="1487" y="46"/>
                  </a:cubicBezTo>
                  <a:cubicBezTo>
                    <a:pt x="1360" y="46"/>
                    <a:pt x="1230" y="58"/>
                    <a:pt x="1100" y="79"/>
                  </a:cubicBezTo>
                  <a:lnTo>
                    <a:pt x="1100" y="1"/>
                  </a:lnTo>
                  <a:close/>
                </a:path>
              </a:pathLst>
            </a:custGeom>
            <a:solidFill>
              <a:schemeClr val="l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2" name="Google Shape;1212;p31"/>
            <p:cNvSpPr/>
            <p:nvPr/>
          </p:nvSpPr>
          <p:spPr>
            <a:xfrm>
              <a:off x="5660047" y="3771549"/>
              <a:ext cx="516988" cy="1109813"/>
            </a:xfrm>
            <a:custGeom>
              <a:avLst/>
              <a:gdLst/>
              <a:ahLst/>
              <a:cxnLst/>
              <a:rect l="l" t="t" r="r" b="b"/>
              <a:pathLst>
                <a:path w="11330" h="24326" extrusionOk="0">
                  <a:moveTo>
                    <a:pt x="5597" y="0"/>
                  </a:moveTo>
                  <a:lnTo>
                    <a:pt x="1" y="1670"/>
                  </a:lnTo>
                  <a:lnTo>
                    <a:pt x="5262" y="10759"/>
                  </a:lnTo>
                  <a:cubicBezTo>
                    <a:pt x="5145" y="11957"/>
                    <a:pt x="4870" y="14764"/>
                    <a:pt x="4929" y="15844"/>
                  </a:cubicBezTo>
                  <a:cubicBezTo>
                    <a:pt x="5047" y="18022"/>
                    <a:pt x="5930" y="24325"/>
                    <a:pt x="5930" y="24325"/>
                  </a:cubicBezTo>
                  <a:lnTo>
                    <a:pt x="11329" y="23402"/>
                  </a:lnTo>
                  <a:cubicBezTo>
                    <a:pt x="11329" y="23402"/>
                    <a:pt x="9798" y="13939"/>
                    <a:pt x="9720" y="10680"/>
                  </a:cubicBezTo>
                  <a:cubicBezTo>
                    <a:pt x="9720" y="10661"/>
                    <a:pt x="9484" y="9581"/>
                    <a:pt x="9484" y="9581"/>
                  </a:cubicBezTo>
                  <a:lnTo>
                    <a:pt x="5597" y="0"/>
                  </a:ln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3" name="Google Shape;1213;p31"/>
            <p:cNvSpPr/>
            <p:nvPr/>
          </p:nvSpPr>
          <p:spPr>
            <a:xfrm>
              <a:off x="5573215" y="2448692"/>
              <a:ext cx="346697" cy="380583"/>
            </a:xfrm>
            <a:custGeom>
              <a:avLst/>
              <a:gdLst/>
              <a:ahLst/>
              <a:cxnLst/>
              <a:rect l="l" t="t" r="r" b="b"/>
              <a:pathLst>
                <a:path w="7598" h="8342" extrusionOk="0">
                  <a:moveTo>
                    <a:pt x="3573" y="1"/>
                  </a:moveTo>
                  <a:cubicBezTo>
                    <a:pt x="3338" y="1"/>
                    <a:pt x="3121" y="1"/>
                    <a:pt x="2886" y="40"/>
                  </a:cubicBezTo>
                  <a:cubicBezTo>
                    <a:pt x="2454" y="98"/>
                    <a:pt x="2042" y="137"/>
                    <a:pt x="1629" y="255"/>
                  </a:cubicBezTo>
                  <a:cubicBezTo>
                    <a:pt x="1158" y="412"/>
                    <a:pt x="647" y="668"/>
                    <a:pt x="373" y="1100"/>
                  </a:cubicBezTo>
                  <a:cubicBezTo>
                    <a:pt x="79" y="1571"/>
                    <a:pt x="0" y="2218"/>
                    <a:pt x="19" y="2788"/>
                  </a:cubicBezTo>
                  <a:cubicBezTo>
                    <a:pt x="19" y="3377"/>
                    <a:pt x="255" y="3907"/>
                    <a:pt x="569" y="4417"/>
                  </a:cubicBezTo>
                  <a:cubicBezTo>
                    <a:pt x="883" y="4909"/>
                    <a:pt x="1453" y="5124"/>
                    <a:pt x="1904" y="5477"/>
                  </a:cubicBezTo>
                  <a:cubicBezTo>
                    <a:pt x="2414" y="5851"/>
                    <a:pt x="2513" y="6518"/>
                    <a:pt x="2827" y="7029"/>
                  </a:cubicBezTo>
                  <a:cubicBezTo>
                    <a:pt x="3121" y="7480"/>
                    <a:pt x="3475" y="7853"/>
                    <a:pt x="3848" y="8246"/>
                  </a:cubicBezTo>
                  <a:cubicBezTo>
                    <a:pt x="3901" y="8320"/>
                    <a:pt x="3982" y="8337"/>
                    <a:pt x="4071" y="8337"/>
                  </a:cubicBezTo>
                  <a:cubicBezTo>
                    <a:pt x="4146" y="8337"/>
                    <a:pt x="4227" y="8325"/>
                    <a:pt x="4299" y="8325"/>
                  </a:cubicBezTo>
                  <a:cubicBezTo>
                    <a:pt x="4427" y="8325"/>
                    <a:pt x="4585" y="8342"/>
                    <a:pt x="4733" y="8342"/>
                  </a:cubicBezTo>
                  <a:cubicBezTo>
                    <a:pt x="4858" y="8342"/>
                    <a:pt x="4976" y="8330"/>
                    <a:pt x="5065" y="8285"/>
                  </a:cubicBezTo>
                  <a:cubicBezTo>
                    <a:pt x="5202" y="8246"/>
                    <a:pt x="5223" y="8029"/>
                    <a:pt x="5262" y="7912"/>
                  </a:cubicBezTo>
                  <a:cubicBezTo>
                    <a:pt x="5320" y="7696"/>
                    <a:pt x="5359" y="7461"/>
                    <a:pt x="5398" y="7244"/>
                  </a:cubicBezTo>
                  <a:cubicBezTo>
                    <a:pt x="5458" y="6990"/>
                    <a:pt x="5458" y="6636"/>
                    <a:pt x="5654" y="6420"/>
                  </a:cubicBezTo>
                  <a:cubicBezTo>
                    <a:pt x="5792" y="6265"/>
                    <a:pt x="6020" y="6201"/>
                    <a:pt x="6233" y="6201"/>
                  </a:cubicBezTo>
                  <a:cubicBezTo>
                    <a:pt x="6263" y="6201"/>
                    <a:pt x="6293" y="6202"/>
                    <a:pt x="6322" y="6204"/>
                  </a:cubicBezTo>
                  <a:cubicBezTo>
                    <a:pt x="6377" y="6209"/>
                    <a:pt x="6438" y="6213"/>
                    <a:pt x="6501" y="6213"/>
                  </a:cubicBezTo>
                  <a:cubicBezTo>
                    <a:pt x="6681" y="6213"/>
                    <a:pt x="6878" y="6183"/>
                    <a:pt x="7008" y="6066"/>
                  </a:cubicBezTo>
                  <a:cubicBezTo>
                    <a:pt x="7186" y="5890"/>
                    <a:pt x="7186" y="5615"/>
                    <a:pt x="7087" y="5399"/>
                  </a:cubicBezTo>
                  <a:cubicBezTo>
                    <a:pt x="7008" y="5223"/>
                    <a:pt x="6832" y="5144"/>
                    <a:pt x="6969" y="4928"/>
                  </a:cubicBezTo>
                  <a:cubicBezTo>
                    <a:pt x="7029" y="4849"/>
                    <a:pt x="7068" y="4791"/>
                    <a:pt x="7008" y="4673"/>
                  </a:cubicBezTo>
                  <a:cubicBezTo>
                    <a:pt x="6969" y="4535"/>
                    <a:pt x="6950" y="4595"/>
                    <a:pt x="7029" y="4477"/>
                  </a:cubicBezTo>
                  <a:cubicBezTo>
                    <a:pt x="7126" y="4299"/>
                    <a:pt x="6950" y="4181"/>
                    <a:pt x="7008" y="4024"/>
                  </a:cubicBezTo>
                  <a:cubicBezTo>
                    <a:pt x="7087" y="3867"/>
                    <a:pt x="7322" y="3809"/>
                    <a:pt x="7401" y="3632"/>
                  </a:cubicBezTo>
                  <a:cubicBezTo>
                    <a:pt x="7597" y="3299"/>
                    <a:pt x="6950" y="3024"/>
                    <a:pt x="6754" y="2828"/>
                  </a:cubicBezTo>
                  <a:cubicBezTo>
                    <a:pt x="6597" y="2671"/>
                    <a:pt x="6498" y="2514"/>
                    <a:pt x="6459" y="2317"/>
                  </a:cubicBezTo>
                  <a:cubicBezTo>
                    <a:pt x="6440" y="2061"/>
                    <a:pt x="6380" y="1807"/>
                    <a:pt x="6302" y="1551"/>
                  </a:cubicBezTo>
                  <a:cubicBezTo>
                    <a:pt x="6074" y="963"/>
                    <a:pt x="5645" y="411"/>
                    <a:pt x="5066" y="145"/>
                  </a:cubicBezTo>
                  <a:lnTo>
                    <a:pt x="5066" y="145"/>
                  </a:lnTo>
                  <a:cubicBezTo>
                    <a:pt x="5079" y="149"/>
                    <a:pt x="5092" y="153"/>
                    <a:pt x="5105" y="158"/>
                  </a:cubicBezTo>
                  <a:lnTo>
                    <a:pt x="5006" y="118"/>
                  </a:lnTo>
                  <a:lnTo>
                    <a:pt x="5006" y="118"/>
                  </a:lnTo>
                  <a:cubicBezTo>
                    <a:pt x="5026" y="127"/>
                    <a:pt x="5046" y="136"/>
                    <a:pt x="5066" y="145"/>
                  </a:cubicBezTo>
                  <a:lnTo>
                    <a:pt x="5066" y="145"/>
                  </a:lnTo>
                  <a:cubicBezTo>
                    <a:pt x="4961" y="110"/>
                    <a:pt x="4856" y="77"/>
                    <a:pt x="4751" y="59"/>
                  </a:cubicBezTo>
                  <a:cubicBezTo>
                    <a:pt x="4359" y="1"/>
                    <a:pt x="3985" y="20"/>
                    <a:pt x="3573" y="1"/>
                  </a:cubicBezTo>
                  <a:close/>
                </a:path>
              </a:pathLst>
            </a:custGeom>
            <a:solidFill>
              <a:srgbClr val="D4927A"/>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4" name="Google Shape;1214;p31"/>
            <p:cNvSpPr/>
            <p:nvPr/>
          </p:nvSpPr>
          <p:spPr>
            <a:xfrm>
              <a:off x="5573215" y="2454075"/>
              <a:ext cx="326985" cy="375199"/>
            </a:xfrm>
            <a:custGeom>
              <a:avLst/>
              <a:gdLst/>
              <a:ahLst/>
              <a:cxnLst/>
              <a:rect l="l" t="t" r="r" b="b"/>
              <a:pathLst>
                <a:path w="7166" h="8224" extrusionOk="0">
                  <a:moveTo>
                    <a:pt x="2375" y="0"/>
                  </a:moveTo>
                  <a:lnTo>
                    <a:pt x="2375" y="0"/>
                  </a:lnTo>
                  <a:cubicBezTo>
                    <a:pt x="2121" y="19"/>
                    <a:pt x="1865" y="59"/>
                    <a:pt x="1629" y="137"/>
                  </a:cubicBezTo>
                  <a:cubicBezTo>
                    <a:pt x="1158" y="294"/>
                    <a:pt x="647" y="550"/>
                    <a:pt x="373" y="982"/>
                  </a:cubicBezTo>
                  <a:cubicBezTo>
                    <a:pt x="79" y="1453"/>
                    <a:pt x="0" y="2100"/>
                    <a:pt x="19" y="2670"/>
                  </a:cubicBezTo>
                  <a:cubicBezTo>
                    <a:pt x="19" y="3259"/>
                    <a:pt x="255" y="3789"/>
                    <a:pt x="569" y="4299"/>
                  </a:cubicBezTo>
                  <a:cubicBezTo>
                    <a:pt x="883" y="4791"/>
                    <a:pt x="1453" y="5006"/>
                    <a:pt x="1904" y="5359"/>
                  </a:cubicBezTo>
                  <a:cubicBezTo>
                    <a:pt x="2414" y="5733"/>
                    <a:pt x="2513" y="6400"/>
                    <a:pt x="2827" y="6911"/>
                  </a:cubicBezTo>
                  <a:cubicBezTo>
                    <a:pt x="3121" y="7362"/>
                    <a:pt x="3475" y="7735"/>
                    <a:pt x="3848" y="8128"/>
                  </a:cubicBezTo>
                  <a:cubicBezTo>
                    <a:pt x="3901" y="8202"/>
                    <a:pt x="3982" y="8219"/>
                    <a:pt x="4071" y="8219"/>
                  </a:cubicBezTo>
                  <a:cubicBezTo>
                    <a:pt x="4146" y="8219"/>
                    <a:pt x="4227" y="8207"/>
                    <a:pt x="4299" y="8207"/>
                  </a:cubicBezTo>
                  <a:cubicBezTo>
                    <a:pt x="4427" y="8207"/>
                    <a:pt x="4585" y="8224"/>
                    <a:pt x="4733" y="8224"/>
                  </a:cubicBezTo>
                  <a:cubicBezTo>
                    <a:pt x="4858" y="8224"/>
                    <a:pt x="4976" y="8212"/>
                    <a:pt x="5065" y="8167"/>
                  </a:cubicBezTo>
                  <a:cubicBezTo>
                    <a:pt x="5202" y="8128"/>
                    <a:pt x="5223" y="7911"/>
                    <a:pt x="5262" y="7794"/>
                  </a:cubicBezTo>
                  <a:cubicBezTo>
                    <a:pt x="5320" y="7578"/>
                    <a:pt x="5359" y="7343"/>
                    <a:pt x="5398" y="7126"/>
                  </a:cubicBezTo>
                  <a:cubicBezTo>
                    <a:pt x="5458" y="6872"/>
                    <a:pt x="5458" y="6518"/>
                    <a:pt x="5654" y="6302"/>
                  </a:cubicBezTo>
                  <a:cubicBezTo>
                    <a:pt x="5792" y="6147"/>
                    <a:pt x="6020" y="6083"/>
                    <a:pt x="6233" y="6083"/>
                  </a:cubicBezTo>
                  <a:cubicBezTo>
                    <a:pt x="6263" y="6083"/>
                    <a:pt x="6293" y="6084"/>
                    <a:pt x="6322" y="6086"/>
                  </a:cubicBezTo>
                  <a:cubicBezTo>
                    <a:pt x="6377" y="6091"/>
                    <a:pt x="6438" y="6095"/>
                    <a:pt x="6501" y="6095"/>
                  </a:cubicBezTo>
                  <a:cubicBezTo>
                    <a:pt x="6681" y="6095"/>
                    <a:pt x="6878" y="6065"/>
                    <a:pt x="7008" y="5948"/>
                  </a:cubicBezTo>
                  <a:cubicBezTo>
                    <a:pt x="7126" y="5812"/>
                    <a:pt x="7165" y="5634"/>
                    <a:pt x="7146" y="5477"/>
                  </a:cubicBezTo>
                  <a:lnTo>
                    <a:pt x="7146" y="5477"/>
                  </a:lnTo>
                  <a:cubicBezTo>
                    <a:pt x="6838" y="5564"/>
                    <a:pt x="6526" y="5606"/>
                    <a:pt x="6217" y="5606"/>
                  </a:cubicBezTo>
                  <a:cubicBezTo>
                    <a:pt x="4572" y="5606"/>
                    <a:pt x="2993" y="4428"/>
                    <a:pt x="2414" y="2611"/>
                  </a:cubicBezTo>
                  <a:cubicBezTo>
                    <a:pt x="2121" y="1708"/>
                    <a:pt x="2140" y="786"/>
                    <a:pt x="2375" y="0"/>
                  </a:cubicBezTo>
                  <a:close/>
                </a:path>
              </a:pathLst>
            </a:custGeom>
            <a:solidFill>
              <a:srgbClr val="B67E69"/>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5" name="Google Shape;1215;p31"/>
            <p:cNvSpPr/>
            <p:nvPr/>
          </p:nvSpPr>
          <p:spPr>
            <a:xfrm>
              <a:off x="5656488" y="2694093"/>
              <a:ext cx="149666" cy="135179"/>
            </a:xfrm>
            <a:custGeom>
              <a:avLst/>
              <a:gdLst/>
              <a:ahLst/>
              <a:cxnLst/>
              <a:rect l="l" t="t" r="r" b="b"/>
              <a:pathLst>
                <a:path w="3280" h="2963" extrusionOk="0">
                  <a:moveTo>
                    <a:pt x="21" y="1"/>
                  </a:moveTo>
                  <a:lnTo>
                    <a:pt x="0" y="40"/>
                  </a:lnTo>
                  <a:cubicBezTo>
                    <a:pt x="571" y="354"/>
                    <a:pt x="354" y="1257"/>
                    <a:pt x="256" y="1787"/>
                  </a:cubicBezTo>
                  <a:cubicBezTo>
                    <a:pt x="236" y="1925"/>
                    <a:pt x="178" y="2082"/>
                    <a:pt x="157" y="2218"/>
                  </a:cubicBezTo>
                  <a:cubicBezTo>
                    <a:pt x="157" y="2336"/>
                    <a:pt x="139" y="2297"/>
                    <a:pt x="197" y="2396"/>
                  </a:cubicBezTo>
                  <a:cubicBezTo>
                    <a:pt x="236" y="2435"/>
                    <a:pt x="315" y="2493"/>
                    <a:pt x="374" y="2533"/>
                  </a:cubicBezTo>
                  <a:cubicBezTo>
                    <a:pt x="629" y="2671"/>
                    <a:pt x="982" y="2768"/>
                    <a:pt x="1277" y="2847"/>
                  </a:cubicBezTo>
                  <a:cubicBezTo>
                    <a:pt x="1598" y="2932"/>
                    <a:pt x="1919" y="2962"/>
                    <a:pt x="2239" y="2962"/>
                  </a:cubicBezTo>
                  <a:cubicBezTo>
                    <a:pt x="2586" y="2962"/>
                    <a:pt x="2933" y="2927"/>
                    <a:pt x="3280" y="2886"/>
                  </a:cubicBezTo>
                  <a:cubicBezTo>
                    <a:pt x="2966" y="2789"/>
                    <a:pt x="2631" y="2454"/>
                    <a:pt x="2435" y="2200"/>
                  </a:cubicBezTo>
                  <a:cubicBezTo>
                    <a:pt x="2141" y="1826"/>
                    <a:pt x="1885" y="1433"/>
                    <a:pt x="1552" y="1119"/>
                  </a:cubicBezTo>
                  <a:cubicBezTo>
                    <a:pt x="1277" y="865"/>
                    <a:pt x="1002" y="629"/>
                    <a:pt x="707" y="412"/>
                  </a:cubicBezTo>
                  <a:cubicBezTo>
                    <a:pt x="571" y="334"/>
                    <a:pt x="453" y="276"/>
                    <a:pt x="315" y="197"/>
                  </a:cubicBezTo>
                  <a:cubicBezTo>
                    <a:pt x="217" y="137"/>
                    <a:pt x="118" y="40"/>
                    <a:pt x="21" y="1"/>
                  </a:cubicBezTo>
                  <a:close/>
                </a:path>
              </a:pathLst>
            </a:custGeom>
            <a:solidFill>
              <a:srgbClr val="B67E69"/>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6" name="Google Shape;1216;p31"/>
            <p:cNvSpPr/>
            <p:nvPr/>
          </p:nvSpPr>
          <p:spPr>
            <a:xfrm>
              <a:off x="5560667" y="2782737"/>
              <a:ext cx="433622" cy="1049774"/>
            </a:xfrm>
            <a:custGeom>
              <a:avLst/>
              <a:gdLst/>
              <a:ahLst/>
              <a:cxnLst/>
              <a:rect l="l" t="t" r="r" b="b"/>
              <a:pathLst>
                <a:path w="9503" h="23010" extrusionOk="0">
                  <a:moveTo>
                    <a:pt x="2278" y="1"/>
                  </a:moveTo>
                  <a:cubicBezTo>
                    <a:pt x="2278" y="1"/>
                    <a:pt x="1276" y="1003"/>
                    <a:pt x="1061" y="1414"/>
                  </a:cubicBezTo>
                  <a:cubicBezTo>
                    <a:pt x="844" y="1827"/>
                    <a:pt x="550" y="3358"/>
                    <a:pt x="550" y="3398"/>
                  </a:cubicBezTo>
                  <a:cubicBezTo>
                    <a:pt x="550" y="3437"/>
                    <a:pt x="315" y="6833"/>
                    <a:pt x="354" y="7696"/>
                  </a:cubicBezTo>
                  <a:cubicBezTo>
                    <a:pt x="511" y="11505"/>
                    <a:pt x="1" y="23009"/>
                    <a:pt x="1" y="23009"/>
                  </a:cubicBezTo>
                  <a:lnTo>
                    <a:pt x="9502" y="23009"/>
                  </a:lnTo>
                  <a:cubicBezTo>
                    <a:pt x="9502" y="23009"/>
                    <a:pt x="7990" y="13371"/>
                    <a:pt x="9110" y="6165"/>
                  </a:cubicBezTo>
                  <a:cubicBezTo>
                    <a:pt x="9267" y="5165"/>
                    <a:pt x="6734" y="2887"/>
                    <a:pt x="5673" y="1120"/>
                  </a:cubicBezTo>
                  <a:cubicBezTo>
                    <a:pt x="5144" y="257"/>
                    <a:pt x="2611" y="118"/>
                    <a:pt x="2278" y="1"/>
                  </a:cubicBezTo>
                  <a:close/>
                </a:path>
              </a:pathLst>
            </a:custGeom>
            <a:solidFill>
              <a:schemeClr val="accent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7" name="Google Shape;1217;p31"/>
            <p:cNvSpPr/>
            <p:nvPr/>
          </p:nvSpPr>
          <p:spPr>
            <a:xfrm>
              <a:off x="5560667" y="2782737"/>
              <a:ext cx="629785" cy="2123682"/>
            </a:xfrm>
            <a:custGeom>
              <a:avLst/>
              <a:gdLst/>
              <a:ahLst/>
              <a:cxnLst/>
              <a:rect l="l" t="t" r="r" b="b"/>
              <a:pathLst>
                <a:path w="13802" h="46549" extrusionOk="0">
                  <a:moveTo>
                    <a:pt x="2278" y="1"/>
                  </a:moveTo>
                  <a:lnTo>
                    <a:pt x="2278" y="1"/>
                  </a:lnTo>
                  <a:cubicBezTo>
                    <a:pt x="1904" y="217"/>
                    <a:pt x="1237" y="1100"/>
                    <a:pt x="1061" y="1414"/>
                  </a:cubicBezTo>
                  <a:cubicBezTo>
                    <a:pt x="844" y="1827"/>
                    <a:pt x="550" y="3299"/>
                    <a:pt x="550" y="3338"/>
                  </a:cubicBezTo>
                  <a:cubicBezTo>
                    <a:pt x="550" y="3377"/>
                    <a:pt x="315" y="6793"/>
                    <a:pt x="354" y="7638"/>
                  </a:cubicBezTo>
                  <a:cubicBezTo>
                    <a:pt x="511" y="11466"/>
                    <a:pt x="1" y="23462"/>
                    <a:pt x="1" y="23462"/>
                  </a:cubicBezTo>
                  <a:lnTo>
                    <a:pt x="2179" y="23462"/>
                  </a:lnTo>
                  <a:lnTo>
                    <a:pt x="7362" y="32433"/>
                  </a:lnTo>
                  <a:cubicBezTo>
                    <a:pt x="7244" y="33631"/>
                    <a:pt x="6990" y="36419"/>
                    <a:pt x="7048" y="37518"/>
                  </a:cubicBezTo>
                  <a:cubicBezTo>
                    <a:pt x="7165" y="39696"/>
                    <a:pt x="8343" y="46549"/>
                    <a:pt x="8343" y="46549"/>
                  </a:cubicBezTo>
                  <a:lnTo>
                    <a:pt x="13801" y="46411"/>
                  </a:lnTo>
                  <a:cubicBezTo>
                    <a:pt x="13801" y="46411"/>
                    <a:pt x="12958" y="42131"/>
                    <a:pt x="12526" y="38971"/>
                  </a:cubicBezTo>
                  <a:cubicBezTo>
                    <a:pt x="10406" y="37165"/>
                    <a:pt x="8383" y="33728"/>
                    <a:pt x="7147" y="29527"/>
                  </a:cubicBezTo>
                  <a:cubicBezTo>
                    <a:pt x="6537" y="27407"/>
                    <a:pt x="6184" y="25326"/>
                    <a:pt x="6105" y="23462"/>
                  </a:cubicBezTo>
                  <a:lnTo>
                    <a:pt x="9502" y="23462"/>
                  </a:lnTo>
                  <a:cubicBezTo>
                    <a:pt x="9502" y="23462"/>
                    <a:pt x="9267" y="20163"/>
                    <a:pt x="8992" y="16590"/>
                  </a:cubicBezTo>
                  <a:cubicBezTo>
                    <a:pt x="6694" y="15353"/>
                    <a:pt x="4574" y="13174"/>
                    <a:pt x="3121" y="10327"/>
                  </a:cubicBezTo>
                  <a:cubicBezTo>
                    <a:pt x="1394" y="6911"/>
                    <a:pt x="1414" y="2848"/>
                    <a:pt x="2278" y="1"/>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8" name="Google Shape;1218;p31"/>
            <p:cNvSpPr/>
            <p:nvPr/>
          </p:nvSpPr>
          <p:spPr>
            <a:xfrm>
              <a:off x="5394075" y="3439284"/>
              <a:ext cx="507908" cy="316164"/>
            </a:xfrm>
            <a:custGeom>
              <a:avLst/>
              <a:gdLst/>
              <a:ahLst/>
              <a:cxnLst/>
              <a:rect l="l" t="t" r="r" b="b"/>
              <a:pathLst>
                <a:path w="11131" h="6930" extrusionOk="0">
                  <a:moveTo>
                    <a:pt x="0" y="1"/>
                  </a:moveTo>
                  <a:lnTo>
                    <a:pt x="0" y="6930"/>
                  </a:lnTo>
                  <a:lnTo>
                    <a:pt x="11131" y="6930"/>
                  </a:lnTo>
                  <a:lnTo>
                    <a:pt x="11131" y="1"/>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19" name="Google Shape;1219;p31"/>
            <p:cNvSpPr/>
            <p:nvPr/>
          </p:nvSpPr>
          <p:spPr>
            <a:xfrm>
              <a:off x="5419126" y="3457213"/>
              <a:ext cx="461365" cy="274967"/>
            </a:xfrm>
            <a:custGeom>
              <a:avLst/>
              <a:gdLst/>
              <a:ahLst/>
              <a:cxnLst/>
              <a:rect l="l" t="t" r="r" b="b"/>
              <a:pathLst>
                <a:path w="10111" h="6027" extrusionOk="0">
                  <a:moveTo>
                    <a:pt x="1" y="0"/>
                  </a:moveTo>
                  <a:lnTo>
                    <a:pt x="1" y="6026"/>
                  </a:lnTo>
                  <a:lnTo>
                    <a:pt x="10110" y="6026"/>
                  </a:lnTo>
                  <a:lnTo>
                    <a:pt x="10110" y="0"/>
                  </a:lnTo>
                  <a:close/>
                </a:path>
              </a:pathLst>
            </a:custGeom>
            <a:solidFill>
              <a:schemeClr val="accent6"/>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0" name="Google Shape;1220;p31"/>
            <p:cNvSpPr/>
            <p:nvPr/>
          </p:nvSpPr>
          <p:spPr>
            <a:xfrm>
              <a:off x="5867887" y="3525281"/>
              <a:ext cx="57403" cy="127241"/>
            </a:xfrm>
            <a:custGeom>
              <a:avLst/>
              <a:gdLst/>
              <a:ahLst/>
              <a:cxnLst/>
              <a:rect l="l" t="t" r="r" b="b"/>
              <a:pathLst>
                <a:path w="1258" h="2789" extrusionOk="0">
                  <a:moveTo>
                    <a:pt x="1" y="0"/>
                  </a:moveTo>
                  <a:lnTo>
                    <a:pt x="1" y="2788"/>
                  </a:lnTo>
                  <a:lnTo>
                    <a:pt x="1257" y="2788"/>
                  </a:lnTo>
                  <a:lnTo>
                    <a:pt x="1257"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1" name="Google Shape;1221;p31"/>
            <p:cNvSpPr/>
            <p:nvPr/>
          </p:nvSpPr>
          <p:spPr>
            <a:xfrm>
              <a:off x="5824905" y="2433454"/>
              <a:ext cx="46" cy="46"/>
            </a:xfrm>
            <a:custGeom>
              <a:avLst/>
              <a:gdLst/>
              <a:ahLst/>
              <a:cxnLst/>
              <a:rect l="l" t="t" r="r" b="b"/>
              <a:pathLst>
                <a:path w="1" h="1" extrusionOk="0">
                  <a:moveTo>
                    <a:pt x="0" y="0"/>
                  </a:moveTo>
                  <a:lnTo>
                    <a:pt x="0" y="0"/>
                  </a:lnTo>
                  <a:close/>
                </a:path>
              </a:pathLst>
            </a:custGeom>
            <a:solidFill>
              <a:srgbClr val="1B3C4B"/>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2" name="Google Shape;1222;p31"/>
            <p:cNvSpPr/>
            <p:nvPr/>
          </p:nvSpPr>
          <p:spPr>
            <a:xfrm>
              <a:off x="5630525" y="3548549"/>
              <a:ext cx="154138" cy="223048"/>
            </a:xfrm>
            <a:custGeom>
              <a:avLst/>
              <a:gdLst/>
              <a:ahLst/>
              <a:cxnLst/>
              <a:rect l="l" t="t" r="r" b="b"/>
              <a:pathLst>
                <a:path w="3378" h="4889" extrusionOk="0">
                  <a:moveTo>
                    <a:pt x="1140" y="1"/>
                  </a:moveTo>
                  <a:cubicBezTo>
                    <a:pt x="805" y="98"/>
                    <a:pt x="295" y="393"/>
                    <a:pt x="1" y="629"/>
                  </a:cubicBezTo>
                  <a:cubicBezTo>
                    <a:pt x="433" y="1119"/>
                    <a:pt x="786" y="1747"/>
                    <a:pt x="1119" y="2317"/>
                  </a:cubicBezTo>
                  <a:cubicBezTo>
                    <a:pt x="1336" y="2690"/>
                    <a:pt x="1158" y="2788"/>
                    <a:pt x="1237" y="3161"/>
                  </a:cubicBezTo>
                  <a:cubicBezTo>
                    <a:pt x="1297" y="3534"/>
                    <a:pt x="1669" y="3652"/>
                    <a:pt x="1886" y="3907"/>
                  </a:cubicBezTo>
                  <a:cubicBezTo>
                    <a:pt x="1768" y="3907"/>
                    <a:pt x="1630" y="3867"/>
                    <a:pt x="1512" y="3809"/>
                  </a:cubicBezTo>
                  <a:lnTo>
                    <a:pt x="1512" y="3809"/>
                  </a:lnTo>
                  <a:cubicBezTo>
                    <a:pt x="923" y="4182"/>
                    <a:pt x="1846" y="4869"/>
                    <a:pt x="2239" y="4888"/>
                  </a:cubicBezTo>
                  <a:cubicBezTo>
                    <a:pt x="2246" y="4889"/>
                    <a:pt x="2252" y="4889"/>
                    <a:pt x="2259" y="4889"/>
                  </a:cubicBezTo>
                  <a:cubicBezTo>
                    <a:pt x="2724" y="4889"/>
                    <a:pt x="3221" y="4196"/>
                    <a:pt x="3279" y="3809"/>
                  </a:cubicBezTo>
                  <a:cubicBezTo>
                    <a:pt x="3378" y="3121"/>
                    <a:pt x="2632" y="2631"/>
                    <a:pt x="2239" y="2160"/>
                  </a:cubicBezTo>
                  <a:cubicBezTo>
                    <a:pt x="1787" y="1590"/>
                    <a:pt x="1454" y="786"/>
                    <a:pt x="1257" y="59"/>
                  </a:cubicBezTo>
                  <a:lnTo>
                    <a:pt x="1140" y="1"/>
                  </a:lnTo>
                  <a:close/>
                </a:path>
              </a:pathLst>
            </a:custGeom>
            <a:solidFill>
              <a:srgbClr val="EBC69E"/>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3" name="Google Shape;1223;p31"/>
            <p:cNvSpPr/>
            <p:nvPr/>
          </p:nvSpPr>
          <p:spPr>
            <a:xfrm>
              <a:off x="5462975" y="2843597"/>
              <a:ext cx="323471" cy="817875"/>
            </a:xfrm>
            <a:custGeom>
              <a:avLst/>
              <a:gdLst/>
              <a:ahLst/>
              <a:cxnLst/>
              <a:rect l="l" t="t" r="r" b="b"/>
              <a:pathLst>
                <a:path w="7089" h="17927" extrusionOk="0">
                  <a:moveTo>
                    <a:pt x="5597" y="0"/>
                  </a:moveTo>
                  <a:cubicBezTo>
                    <a:pt x="4831" y="0"/>
                    <a:pt x="4241" y="807"/>
                    <a:pt x="4241" y="807"/>
                  </a:cubicBezTo>
                  <a:cubicBezTo>
                    <a:pt x="4241" y="807"/>
                    <a:pt x="1" y="8464"/>
                    <a:pt x="610" y="11624"/>
                  </a:cubicBezTo>
                  <a:cubicBezTo>
                    <a:pt x="1042" y="13744"/>
                    <a:pt x="3084" y="17926"/>
                    <a:pt x="3084" y="17926"/>
                  </a:cubicBezTo>
                  <a:lnTo>
                    <a:pt x="5832" y="16689"/>
                  </a:lnTo>
                  <a:lnTo>
                    <a:pt x="4340" y="10053"/>
                  </a:lnTo>
                  <a:cubicBezTo>
                    <a:pt x="4340" y="10053"/>
                    <a:pt x="5262" y="7836"/>
                    <a:pt x="6008" y="5773"/>
                  </a:cubicBezTo>
                  <a:cubicBezTo>
                    <a:pt x="6362" y="4831"/>
                    <a:pt x="6676" y="3928"/>
                    <a:pt x="6853" y="3281"/>
                  </a:cubicBezTo>
                  <a:lnTo>
                    <a:pt x="6853" y="3242"/>
                  </a:lnTo>
                  <a:cubicBezTo>
                    <a:pt x="6872" y="3221"/>
                    <a:pt x="6872" y="3202"/>
                    <a:pt x="6872" y="3182"/>
                  </a:cubicBezTo>
                  <a:cubicBezTo>
                    <a:pt x="6951" y="2888"/>
                    <a:pt x="7089" y="2357"/>
                    <a:pt x="7089" y="1828"/>
                  </a:cubicBezTo>
                  <a:cubicBezTo>
                    <a:pt x="7089" y="1140"/>
                    <a:pt x="6853" y="433"/>
                    <a:pt x="6029" y="101"/>
                  </a:cubicBezTo>
                  <a:cubicBezTo>
                    <a:pt x="6008" y="80"/>
                    <a:pt x="5969" y="80"/>
                    <a:pt x="5950" y="80"/>
                  </a:cubicBezTo>
                  <a:cubicBezTo>
                    <a:pt x="5930" y="61"/>
                    <a:pt x="5911" y="61"/>
                    <a:pt x="5891" y="61"/>
                  </a:cubicBezTo>
                  <a:lnTo>
                    <a:pt x="5891" y="41"/>
                  </a:lnTo>
                  <a:cubicBezTo>
                    <a:pt x="5790" y="13"/>
                    <a:pt x="5692" y="0"/>
                    <a:pt x="5597" y="0"/>
                  </a:cubicBezTo>
                  <a:close/>
                </a:path>
              </a:pathLst>
            </a:custGeom>
            <a:solidFill>
              <a:schemeClr val="accent3"/>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4" name="Google Shape;1224;p31"/>
            <p:cNvSpPr/>
            <p:nvPr/>
          </p:nvSpPr>
          <p:spPr>
            <a:xfrm>
              <a:off x="7014499" y="4464777"/>
              <a:ext cx="760590" cy="65468"/>
            </a:xfrm>
            <a:custGeom>
              <a:avLst/>
              <a:gdLst/>
              <a:ahLst/>
              <a:cxnLst/>
              <a:rect l="l" t="t" r="r" b="b"/>
              <a:pathLst>
                <a:path w="16669" h="1435" extrusionOk="0">
                  <a:moveTo>
                    <a:pt x="1" y="0"/>
                  </a:moveTo>
                  <a:lnTo>
                    <a:pt x="1" y="1434"/>
                  </a:lnTo>
                  <a:lnTo>
                    <a:pt x="16669" y="1434"/>
                  </a:lnTo>
                  <a:lnTo>
                    <a:pt x="16669" y="0"/>
                  </a:lnTo>
                  <a:close/>
                </a:path>
              </a:pathLst>
            </a:custGeom>
            <a:solidFill>
              <a:schemeClr val="dk2"/>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5" name="Google Shape;1225;p31"/>
            <p:cNvSpPr/>
            <p:nvPr/>
          </p:nvSpPr>
          <p:spPr>
            <a:xfrm>
              <a:off x="5544560" y="2405534"/>
              <a:ext cx="321600" cy="387153"/>
            </a:xfrm>
            <a:custGeom>
              <a:avLst/>
              <a:gdLst/>
              <a:ahLst/>
              <a:cxnLst/>
              <a:rect l="l" t="t" r="r" b="b"/>
              <a:pathLst>
                <a:path w="7048" h="8486" extrusionOk="0">
                  <a:moveTo>
                    <a:pt x="4148" y="1"/>
                  </a:moveTo>
                  <a:cubicBezTo>
                    <a:pt x="3987" y="1"/>
                    <a:pt x="3827" y="7"/>
                    <a:pt x="3671" y="23"/>
                  </a:cubicBezTo>
                  <a:cubicBezTo>
                    <a:pt x="3121" y="83"/>
                    <a:pt x="2807" y="141"/>
                    <a:pt x="2453" y="259"/>
                  </a:cubicBezTo>
                  <a:cubicBezTo>
                    <a:pt x="1315" y="612"/>
                    <a:pt x="354" y="1457"/>
                    <a:pt x="118" y="2693"/>
                  </a:cubicBezTo>
                  <a:cubicBezTo>
                    <a:pt x="0" y="3342"/>
                    <a:pt x="137" y="4009"/>
                    <a:pt x="372" y="4617"/>
                  </a:cubicBezTo>
                  <a:cubicBezTo>
                    <a:pt x="412" y="4735"/>
                    <a:pt x="471" y="4873"/>
                    <a:pt x="529" y="4991"/>
                  </a:cubicBezTo>
                  <a:lnTo>
                    <a:pt x="529" y="5010"/>
                  </a:lnTo>
                  <a:cubicBezTo>
                    <a:pt x="529" y="5010"/>
                    <a:pt x="550" y="5030"/>
                    <a:pt x="550" y="5049"/>
                  </a:cubicBezTo>
                  <a:cubicBezTo>
                    <a:pt x="707" y="5541"/>
                    <a:pt x="864" y="6208"/>
                    <a:pt x="785" y="6737"/>
                  </a:cubicBezTo>
                  <a:cubicBezTo>
                    <a:pt x="726" y="7169"/>
                    <a:pt x="176" y="7739"/>
                    <a:pt x="176" y="8132"/>
                  </a:cubicBezTo>
                  <a:cubicBezTo>
                    <a:pt x="184" y="8312"/>
                    <a:pt x="233" y="8363"/>
                    <a:pt x="301" y="8363"/>
                  </a:cubicBezTo>
                  <a:cubicBezTo>
                    <a:pt x="394" y="8363"/>
                    <a:pt x="523" y="8265"/>
                    <a:pt x="635" y="8265"/>
                  </a:cubicBezTo>
                  <a:cubicBezTo>
                    <a:pt x="646" y="8265"/>
                    <a:pt x="657" y="8266"/>
                    <a:pt x="668" y="8269"/>
                  </a:cubicBezTo>
                  <a:cubicBezTo>
                    <a:pt x="961" y="8328"/>
                    <a:pt x="1040" y="8485"/>
                    <a:pt x="1374" y="8485"/>
                  </a:cubicBezTo>
                  <a:cubicBezTo>
                    <a:pt x="1629" y="8485"/>
                    <a:pt x="1885" y="8368"/>
                    <a:pt x="2139" y="8347"/>
                  </a:cubicBezTo>
                  <a:cubicBezTo>
                    <a:pt x="2172" y="8345"/>
                    <a:pt x="2205" y="8343"/>
                    <a:pt x="2239" y="8343"/>
                  </a:cubicBezTo>
                  <a:cubicBezTo>
                    <a:pt x="2446" y="8343"/>
                    <a:pt x="2666" y="8386"/>
                    <a:pt x="2885" y="8386"/>
                  </a:cubicBezTo>
                  <a:cubicBezTo>
                    <a:pt x="2964" y="8397"/>
                    <a:pt x="3038" y="8402"/>
                    <a:pt x="3102" y="8402"/>
                  </a:cubicBezTo>
                  <a:cubicBezTo>
                    <a:pt x="3166" y="8402"/>
                    <a:pt x="3220" y="8397"/>
                    <a:pt x="3259" y="8386"/>
                  </a:cubicBezTo>
                  <a:cubicBezTo>
                    <a:pt x="3298" y="7640"/>
                    <a:pt x="3239" y="6876"/>
                    <a:pt x="3220" y="6130"/>
                  </a:cubicBezTo>
                  <a:cubicBezTo>
                    <a:pt x="3317" y="5933"/>
                    <a:pt x="3356" y="5737"/>
                    <a:pt x="3220" y="5541"/>
                  </a:cubicBezTo>
                  <a:cubicBezTo>
                    <a:pt x="3141" y="5402"/>
                    <a:pt x="3063" y="5324"/>
                    <a:pt x="2984" y="5226"/>
                  </a:cubicBezTo>
                  <a:cubicBezTo>
                    <a:pt x="2827" y="5049"/>
                    <a:pt x="2592" y="4795"/>
                    <a:pt x="2552" y="4578"/>
                  </a:cubicBezTo>
                  <a:cubicBezTo>
                    <a:pt x="2482" y="4262"/>
                    <a:pt x="2647" y="3977"/>
                    <a:pt x="2964" y="3977"/>
                  </a:cubicBezTo>
                  <a:cubicBezTo>
                    <a:pt x="3001" y="3977"/>
                    <a:pt x="3040" y="3981"/>
                    <a:pt x="3082" y="3989"/>
                  </a:cubicBezTo>
                  <a:cubicBezTo>
                    <a:pt x="3435" y="4067"/>
                    <a:pt x="3730" y="4656"/>
                    <a:pt x="4063" y="4813"/>
                  </a:cubicBezTo>
                  <a:cubicBezTo>
                    <a:pt x="4127" y="4853"/>
                    <a:pt x="4184" y="4867"/>
                    <a:pt x="4242" y="4867"/>
                  </a:cubicBezTo>
                  <a:cubicBezTo>
                    <a:pt x="4328" y="4867"/>
                    <a:pt x="4417" y="4837"/>
                    <a:pt x="4534" y="4813"/>
                  </a:cubicBezTo>
                  <a:cubicBezTo>
                    <a:pt x="4809" y="4755"/>
                    <a:pt x="4888" y="4421"/>
                    <a:pt x="4830" y="4206"/>
                  </a:cubicBezTo>
                  <a:cubicBezTo>
                    <a:pt x="4790" y="3989"/>
                    <a:pt x="4673" y="3774"/>
                    <a:pt x="4731" y="3557"/>
                  </a:cubicBezTo>
                  <a:cubicBezTo>
                    <a:pt x="4790" y="3303"/>
                    <a:pt x="5084" y="2968"/>
                    <a:pt x="5320" y="2871"/>
                  </a:cubicBezTo>
                  <a:cubicBezTo>
                    <a:pt x="5477" y="2792"/>
                    <a:pt x="5673" y="2792"/>
                    <a:pt x="5830" y="2693"/>
                  </a:cubicBezTo>
                  <a:cubicBezTo>
                    <a:pt x="5968" y="2615"/>
                    <a:pt x="5948" y="2478"/>
                    <a:pt x="6026" y="2360"/>
                  </a:cubicBezTo>
                  <a:cubicBezTo>
                    <a:pt x="6081" y="2288"/>
                    <a:pt x="6146" y="2267"/>
                    <a:pt x="6217" y="2267"/>
                  </a:cubicBezTo>
                  <a:cubicBezTo>
                    <a:pt x="6310" y="2267"/>
                    <a:pt x="6413" y="2303"/>
                    <a:pt x="6512" y="2303"/>
                  </a:cubicBezTo>
                  <a:cubicBezTo>
                    <a:pt x="6582" y="2303"/>
                    <a:pt x="6652" y="2285"/>
                    <a:pt x="6714" y="2222"/>
                  </a:cubicBezTo>
                  <a:cubicBezTo>
                    <a:pt x="7047" y="1889"/>
                    <a:pt x="6733" y="1280"/>
                    <a:pt x="6518" y="986"/>
                  </a:cubicBezTo>
                  <a:cubicBezTo>
                    <a:pt x="6419" y="848"/>
                    <a:pt x="6301" y="730"/>
                    <a:pt x="6144" y="612"/>
                  </a:cubicBezTo>
                  <a:cubicBezTo>
                    <a:pt x="6144" y="612"/>
                    <a:pt x="6125" y="612"/>
                    <a:pt x="6105" y="593"/>
                  </a:cubicBezTo>
                  <a:lnTo>
                    <a:pt x="6105" y="593"/>
                  </a:lnTo>
                  <a:lnTo>
                    <a:pt x="6144" y="612"/>
                  </a:lnTo>
                  <a:cubicBezTo>
                    <a:pt x="6026" y="534"/>
                    <a:pt x="5909" y="455"/>
                    <a:pt x="5772" y="377"/>
                  </a:cubicBezTo>
                  <a:cubicBezTo>
                    <a:pt x="5615" y="279"/>
                    <a:pt x="5458" y="180"/>
                    <a:pt x="5379" y="141"/>
                  </a:cubicBezTo>
                  <a:cubicBezTo>
                    <a:pt x="5202" y="62"/>
                    <a:pt x="5006" y="44"/>
                    <a:pt x="4809" y="23"/>
                  </a:cubicBezTo>
                  <a:cubicBezTo>
                    <a:pt x="4593" y="12"/>
                    <a:pt x="4370" y="1"/>
                    <a:pt x="4148" y="1"/>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6" name="Google Shape;1226;p31"/>
            <p:cNvSpPr/>
            <p:nvPr/>
          </p:nvSpPr>
          <p:spPr>
            <a:xfrm>
              <a:off x="5789998" y="2569591"/>
              <a:ext cx="158564" cy="163055"/>
            </a:xfrm>
            <a:custGeom>
              <a:avLst/>
              <a:gdLst/>
              <a:ahLst/>
              <a:cxnLst/>
              <a:rect l="l" t="t" r="r" b="b"/>
              <a:pathLst>
                <a:path w="3475" h="3574" extrusionOk="0">
                  <a:moveTo>
                    <a:pt x="2532" y="0"/>
                  </a:moveTo>
                  <a:lnTo>
                    <a:pt x="118" y="884"/>
                  </a:lnTo>
                  <a:lnTo>
                    <a:pt x="0" y="2965"/>
                  </a:lnTo>
                  <a:lnTo>
                    <a:pt x="2375" y="3573"/>
                  </a:lnTo>
                  <a:lnTo>
                    <a:pt x="3181" y="3437"/>
                  </a:lnTo>
                  <a:lnTo>
                    <a:pt x="3181" y="2474"/>
                  </a:lnTo>
                  <a:lnTo>
                    <a:pt x="3474" y="1963"/>
                  </a:lnTo>
                  <a:lnTo>
                    <a:pt x="3278" y="1434"/>
                  </a:lnTo>
                  <a:lnTo>
                    <a:pt x="3278" y="825"/>
                  </a:lnTo>
                  <a:cubicBezTo>
                    <a:pt x="3278" y="825"/>
                    <a:pt x="2670" y="236"/>
                    <a:pt x="2532" y="0"/>
                  </a:cubicBez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7" name="Google Shape;1227;p31"/>
            <p:cNvSpPr/>
            <p:nvPr/>
          </p:nvSpPr>
          <p:spPr>
            <a:xfrm>
              <a:off x="5668169" y="2685151"/>
              <a:ext cx="137985" cy="47493"/>
            </a:xfrm>
            <a:custGeom>
              <a:avLst/>
              <a:gdLst/>
              <a:ahLst/>
              <a:cxnLst/>
              <a:rect l="l" t="t" r="r" b="b"/>
              <a:pathLst>
                <a:path w="3024" h="1041" extrusionOk="0">
                  <a:moveTo>
                    <a:pt x="3024" y="1"/>
                  </a:moveTo>
                  <a:cubicBezTo>
                    <a:pt x="2906" y="1"/>
                    <a:pt x="530" y="589"/>
                    <a:pt x="0" y="747"/>
                  </a:cubicBezTo>
                  <a:cubicBezTo>
                    <a:pt x="19" y="844"/>
                    <a:pt x="19" y="943"/>
                    <a:pt x="40" y="1040"/>
                  </a:cubicBezTo>
                  <a:lnTo>
                    <a:pt x="2964" y="472"/>
                  </a:lnTo>
                  <a:lnTo>
                    <a:pt x="3024" y="1"/>
                  </a:ln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8" name="Google Shape;1228;p31"/>
            <p:cNvSpPr/>
            <p:nvPr/>
          </p:nvSpPr>
          <p:spPr>
            <a:xfrm>
              <a:off x="7014499" y="4464777"/>
              <a:ext cx="759678" cy="33213"/>
            </a:xfrm>
            <a:custGeom>
              <a:avLst/>
              <a:gdLst/>
              <a:ahLst/>
              <a:cxnLst/>
              <a:rect l="l" t="t" r="r" b="b"/>
              <a:pathLst>
                <a:path w="16649" h="728" extrusionOk="0">
                  <a:moveTo>
                    <a:pt x="1" y="0"/>
                  </a:moveTo>
                  <a:lnTo>
                    <a:pt x="1" y="728"/>
                  </a:lnTo>
                  <a:lnTo>
                    <a:pt x="16649" y="728"/>
                  </a:lnTo>
                  <a:lnTo>
                    <a:pt x="16649" y="0"/>
                  </a:ln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29" name="Google Shape;1229;p31"/>
            <p:cNvSpPr/>
            <p:nvPr/>
          </p:nvSpPr>
          <p:spPr>
            <a:xfrm>
              <a:off x="5561530" y="2613489"/>
              <a:ext cx="269697" cy="17055"/>
            </a:xfrm>
            <a:custGeom>
              <a:avLst/>
              <a:gdLst/>
              <a:ahLst/>
              <a:cxnLst/>
              <a:rect l="l" t="t" r="r" b="b"/>
              <a:pathLst>
                <a:path w="5105" h="374" extrusionOk="0">
                  <a:moveTo>
                    <a:pt x="5086" y="1"/>
                  </a:moveTo>
                  <a:lnTo>
                    <a:pt x="0" y="59"/>
                  </a:lnTo>
                  <a:cubicBezTo>
                    <a:pt x="118" y="354"/>
                    <a:pt x="40" y="59"/>
                    <a:pt x="99" y="373"/>
                  </a:cubicBezTo>
                  <a:lnTo>
                    <a:pt x="118" y="373"/>
                  </a:lnTo>
                  <a:lnTo>
                    <a:pt x="5105" y="255"/>
                  </a:lnTo>
                  <a:lnTo>
                    <a:pt x="5086" y="1"/>
                  </a:lnTo>
                  <a:close/>
                </a:path>
              </a:pathLst>
            </a:custGeom>
            <a:solidFill>
              <a:schemeClr val="accent1"/>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30" name="Google Shape;1230;p31"/>
            <p:cNvSpPr/>
            <p:nvPr/>
          </p:nvSpPr>
          <p:spPr>
            <a:xfrm>
              <a:off x="5394075" y="3749194"/>
              <a:ext cx="14373" cy="6250"/>
            </a:xfrm>
            <a:custGeom>
              <a:avLst/>
              <a:gdLst/>
              <a:ahLst/>
              <a:cxnLst/>
              <a:rect l="l" t="t" r="r" b="b"/>
              <a:pathLst>
                <a:path w="315" h="137" extrusionOk="0">
                  <a:moveTo>
                    <a:pt x="0" y="0"/>
                  </a:moveTo>
                  <a:lnTo>
                    <a:pt x="0" y="137"/>
                  </a:lnTo>
                  <a:lnTo>
                    <a:pt x="314" y="137"/>
                  </a:lnTo>
                  <a:lnTo>
                    <a:pt x="0" y="0"/>
                  </a:lnTo>
                  <a:close/>
                </a:path>
              </a:pathLst>
            </a:custGeom>
            <a:solidFill>
              <a:srgbClr val="2D4B59"/>
            </a:solidFill>
            <a:ln>
              <a:noFill/>
            </a:ln>
          </p:spPr>
          <p:txBody>
            <a:bodyPr spcFirstLastPara="1" wrap="square" lIns="91425" tIns="91425" rIns="91425" bIns="91425" anchor="ctr" anchorCtr="0">
              <a:noAutofit/>
            </a:bodyPr>
            <a:lstStyle/>
            <a:p>
              <a:pPr>
                <a:buClr>
                  <a:srgbClr val="000000"/>
                </a:buClr>
              </a:pPr>
              <a:endParaRPr sz="1400" kern="0" dirty="0">
                <a:solidFill>
                  <a:srgbClr val="000000"/>
                </a:solidFill>
                <a:latin typeface="Arial"/>
                <a:cs typeface="Arial"/>
                <a:sym typeface="Arial"/>
              </a:endParaRPr>
            </a:p>
          </p:txBody>
        </p:sp>
        <p:sp>
          <p:nvSpPr>
            <p:cNvPr id="1231" name="Google Shape;1231;p31"/>
            <p:cNvSpPr/>
            <p:nvPr/>
          </p:nvSpPr>
          <p:spPr>
            <a:xfrm>
              <a:off x="5949426" y="4851697"/>
              <a:ext cx="340491" cy="137962"/>
            </a:xfrm>
            <a:custGeom>
              <a:avLst/>
              <a:gdLst/>
              <a:ahLst/>
              <a:cxnLst/>
              <a:rect l="l" t="t" r="r" b="b"/>
              <a:pathLst>
                <a:path w="7462" h="3024" extrusionOk="0">
                  <a:moveTo>
                    <a:pt x="3279" y="0"/>
                  </a:moveTo>
                  <a:lnTo>
                    <a:pt x="3299" y="21"/>
                  </a:lnTo>
                  <a:cubicBezTo>
                    <a:pt x="3270" y="10"/>
                    <a:pt x="3240" y="5"/>
                    <a:pt x="3211" y="5"/>
                  </a:cubicBezTo>
                  <a:cubicBezTo>
                    <a:pt x="3084" y="5"/>
                    <a:pt x="2963" y="98"/>
                    <a:pt x="2867" y="178"/>
                  </a:cubicBezTo>
                  <a:cubicBezTo>
                    <a:pt x="2560" y="485"/>
                    <a:pt x="2421" y="904"/>
                    <a:pt x="1939" y="904"/>
                  </a:cubicBezTo>
                  <a:cubicBezTo>
                    <a:pt x="1928" y="904"/>
                    <a:pt x="1916" y="904"/>
                    <a:pt x="1904" y="903"/>
                  </a:cubicBezTo>
                  <a:cubicBezTo>
                    <a:pt x="1650" y="885"/>
                    <a:pt x="1375" y="825"/>
                    <a:pt x="1119" y="746"/>
                  </a:cubicBezTo>
                  <a:cubicBezTo>
                    <a:pt x="943" y="707"/>
                    <a:pt x="786" y="649"/>
                    <a:pt x="629" y="550"/>
                  </a:cubicBezTo>
                  <a:cubicBezTo>
                    <a:pt x="511" y="492"/>
                    <a:pt x="394" y="335"/>
                    <a:pt x="276" y="315"/>
                  </a:cubicBezTo>
                  <a:cubicBezTo>
                    <a:pt x="98" y="688"/>
                    <a:pt x="1" y="1159"/>
                    <a:pt x="20" y="1571"/>
                  </a:cubicBezTo>
                  <a:cubicBezTo>
                    <a:pt x="20" y="1728"/>
                    <a:pt x="1" y="2102"/>
                    <a:pt x="79" y="2220"/>
                  </a:cubicBezTo>
                  <a:cubicBezTo>
                    <a:pt x="98" y="2238"/>
                    <a:pt x="98" y="2259"/>
                    <a:pt x="119" y="2259"/>
                  </a:cubicBezTo>
                  <a:lnTo>
                    <a:pt x="119" y="2317"/>
                  </a:lnTo>
                  <a:cubicBezTo>
                    <a:pt x="138" y="2494"/>
                    <a:pt x="177" y="2827"/>
                    <a:pt x="334" y="2906"/>
                  </a:cubicBezTo>
                  <a:cubicBezTo>
                    <a:pt x="551" y="3024"/>
                    <a:pt x="825" y="2984"/>
                    <a:pt x="1080" y="3005"/>
                  </a:cubicBezTo>
                  <a:cubicBezTo>
                    <a:pt x="1336" y="3005"/>
                    <a:pt x="1630" y="3005"/>
                    <a:pt x="1944" y="2945"/>
                  </a:cubicBezTo>
                  <a:cubicBezTo>
                    <a:pt x="1904" y="2827"/>
                    <a:pt x="1865" y="2670"/>
                    <a:pt x="2003" y="2612"/>
                  </a:cubicBezTo>
                  <a:cubicBezTo>
                    <a:pt x="2029" y="2596"/>
                    <a:pt x="2064" y="2590"/>
                    <a:pt x="2102" y="2590"/>
                  </a:cubicBezTo>
                  <a:cubicBezTo>
                    <a:pt x="2208" y="2590"/>
                    <a:pt x="2343" y="2637"/>
                    <a:pt x="2415" y="2652"/>
                  </a:cubicBezTo>
                  <a:cubicBezTo>
                    <a:pt x="2749" y="2710"/>
                    <a:pt x="3063" y="2848"/>
                    <a:pt x="3396" y="2906"/>
                  </a:cubicBezTo>
                  <a:cubicBezTo>
                    <a:pt x="3744" y="2948"/>
                    <a:pt x="4095" y="2965"/>
                    <a:pt x="4447" y="2965"/>
                  </a:cubicBezTo>
                  <a:cubicBezTo>
                    <a:pt x="4930" y="2965"/>
                    <a:pt x="5414" y="2933"/>
                    <a:pt x="5890" y="2887"/>
                  </a:cubicBezTo>
                  <a:cubicBezTo>
                    <a:pt x="6283" y="2827"/>
                    <a:pt x="6695" y="2710"/>
                    <a:pt x="7068" y="2553"/>
                  </a:cubicBezTo>
                  <a:cubicBezTo>
                    <a:pt x="7186" y="2513"/>
                    <a:pt x="7401" y="2474"/>
                    <a:pt x="7441" y="2356"/>
                  </a:cubicBezTo>
                  <a:cubicBezTo>
                    <a:pt x="7461" y="2298"/>
                    <a:pt x="7422" y="2160"/>
                    <a:pt x="7383" y="2102"/>
                  </a:cubicBezTo>
                  <a:cubicBezTo>
                    <a:pt x="7387" y="2097"/>
                    <a:pt x="7386" y="2096"/>
                    <a:pt x="7383" y="2096"/>
                  </a:cubicBezTo>
                  <a:cubicBezTo>
                    <a:pt x="7374" y="2096"/>
                    <a:pt x="7346" y="2107"/>
                    <a:pt x="7331" y="2107"/>
                  </a:cubicBezTo>
                  <a:cubicBezTo>
                    <a:pt x="7326" y="2107"/>
                    <a:pt x="7323" y="2106"/>
                    <a:pt x="7323" y="2102"/>
                  </a:cubicBezTo>
                  <a:cubicBezTo>
                    <a:pt x="7343" y="1945"/>
                    <a:pt x="7166" y="1610"/>
                    <a:pt x="7068" y="1532"/>
                  </a:cubicBezTo>
                  <a:cubicBezTo>
                    <a:pt x="6960" y="1472"/>
                    <a:pt x="6800" y="1449"/>
                    <a:pt x="6648" y="1449"/>
                  </a:cubicBezTo>
                  <a:cubicBezTo>
                    <a:pt x="6551" y="1449"/>
                    <a:pt x="6457" y="1458"/>
                    <a:pt x="6381" y="1474"/>
                  </a:cubicBezTo>
                  <a:cubicBezTo>
                    <a:pt x="6243" y="1496"/>
                    <a:pt x="6106" y="1508"/>
                    <a:pt x="5970" y="1508"/>
                  </a:cubicBezTo>
                  <a:cubicBezTo>
                    <a:pt x="5637" y="1508"/>
                    <a:pt x="5307" y="1441"/>
                    <a:pt x="4987" y="1317"/>
                  </a:cubicBezTo>
                  <a:cubicBezTo>
                    <a:pt x="4653" y="1199"/>
                    <a:pt x="4359" y="924"/>
                    <a:pt x="4103" y="688"/>
                  </a:cubicBezTo>
                  <a:lnTo>
                    <a:pt x="3632" y="275"/>
                  </a:lnTo>
                  <a:cubicBezTo>
                    <a:pt x="3514" y="178"/>
                    <a:pt x="3417" y="40"/>
                    <a:pt x="3279" y="0"/>
                  </a:cubicBezTo>
                  <a:close/>
                </a:path>
              </a:pathLst>
            </a:custGeom>
            <a:solidFill>
              <a:schemeClr val="dk1"/>
            </a:solidFill>
            <a:ln>
              <a:noFill/>
            </a:ln>
          </p:spPr>
          <p:txBody>
            <a:bodyPr spcFirstLastPara="1" wrap="square" lIns="91425" tIns="91425" rIns="91425" bIns="91425" anchor="ctr" anchorCtr="0">
              <a:noAutofit/>
            </a:bodyPr>
            <a:lstStyle/>
            <a:p>
              <a:pPr>
                <a:buClr>
                  <a:srgbClr val="000000"/>
                </a:buClr>
              </a:pPr>
              <a:endParaRPr sz="1400" kern="0" dirty="0">
                <a:solidFill>
                  <a:srgbClr val="113444"/>
                </a:solidFill>
                <a:latin typeface="Arial"/>
                <a:cs typeface="Arial"/>
                <a:sym typeface="Arial"/>
              </a:endParaRPr>
            </a:p>
          </p:txBody>
        </p:sp>
      </p:grpSp>
      <p:sp>
        <p:nvSpPr>
          <p:cNvPr id="3" name="TextBox 2">
            <a:extLst>
              <a:ext uri="{FF2B5EF4-FFF2-40B4-BE49-F238E27FC236}">
                <a16:creationId xmlns:a16="http://schemas.microsoft.com/office/drawing/2014/main" id="{97773694-F700-2F4A-152B-4A35E8A4EEE9}"/>
              </a:ext>
            </a:extLst>
          </p:cNvPr>
          <p:cNvSpPr txBox="1"/>
          <p:nvPr/>
        </p:nvSpPr>
        <p:spPr>
          <a:xfrm>
            <a:off x="2560320" y="3661094"/>
            <a:ext cx="4709160" cy="2646878"/>
          </a:xfrm>
          <a:prstGeom prst="rect">
            <a:avLst/>
          </a:prstGeom>
          <a:noFill/>
        </p:spPr>
        <p:txBody>
          <a:bodyPr wrap="square" rtlCol="0">
            <a:spAutoFit/>
          </a:bodyPr>
          <a:lstStyle/>
          <a:p>
            <a:endParaRPr lang="en-US" dirty="0"/>
          </a:p>
          <a:p>
            <a:r>
              <a:rPr lang="en-US" sz="1600" b="1" dirty="0"/>
              <a:t>D.G.C Minidu </a:t>
            </a:r>
            <a:r>
              <a:rPr lang="en-US" sz="1600" dirty="0"/>
              <a:t>	                </a:t>
            </a:r>
            <a:r>
              <a:rPr lang="en-US" sz="1600" b="1" dirty="0"/>
              <a:t>KADSE24.2F-004 </a:t>
            </a:r>
            <a:r>
              <a:rPr lang="en-US" sz="1600" dirty="0"/>
              <a:t>	</a:t>
            </a:r>
          </a:p>
          <a:p>
            <a:r>
              <a:rPr lang="en-US" sz="1600" b="1" dirty="0"/>
              <a:t>W.A.S Soysa </a:t>
            </a:r>
            <a:r>
              <a:rPr lang="en-US" sz="1600" dirty="0"/>
              <a:t>	                </a:t>
            </a:r>
            <a:r>
              <a:rPr lang="en-US" sz="1600" b="1" dirty="0"/>
              <a:t>KADSE24.2F-002 </a:t>
            </a:r>
          </a:p>
          <a:p>
            <a:r>
              <a:rPr lang="en-US" sz="1600" dirty="0"/>
              <a:t>	</a:t>
            </a:r>
          </a:p>
          <a:p>
            <a:r>
              <a:rPr lang="da-DK" sz="1600" b="1" dirty="0"/>
              <a:t>K.M.H.K Bandara </a:t>
            </a:r>
            <a:r>
              <a:rPr lang="da-DK" sz="1600" dirty="0"/>
              <a:t>	                </a:t>
            </a:r>
            <a:r>
              <a:rPr lang="da-DK" sz="1600" b="1" dirty="0"/>
              <a:t>KADSE24.2F-049 </a:t>
            </a:r>
          </a:p>
          <a:p>
            <a:r>
              <a:rPr lang="da-DK" sz="1600" dirty="0"/>
              <a:t>	</a:t>
            </a:r>
          </a:p>
          <a:p>
            <a:r>
              <a:rPr lang="en-US" sz="1600" b="1" dirty="0"/>
              <a:t>Ravidu Wickramasinghe       KADSE24.2F-041 </a:t>
            </a:r>
            <a:r>
              <a:rPr lang="en-US" dirty="0"/>
              <a:t>	</a:t>
            </a:r>
          </a:p>
          <a:p>
            <a:endParaRPr lang="en-US"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p35"/>
          <p:cNvSpPr txBox="1">
            <a:spLocks noGrp="1"/>
          </p:cNvSpPr>
          <p:nvPr>
            <p:ph type="title"/>
          </p:nvPr>
        </p:nvSpPr>
        <p:spPr>
          <a:xfrm>
            <a:off x="2182368" y="313568"/>
            <a:ext cx="2910840" cy="763600"/>
          </a:xfrm>
          <a:prstGeom prst="rect">
            <a:avLst/>
          </a:prstGeom>
        </p:spPr>
        <p:txBody>
          <a:bodyPr spcFirstLastPara="1" wrap="square" lIns="121900" tIns="121900" rIns="121900" bIns="121900" anchor="t" anchorCtr="0">
            <a:noAutofit/>
          </a:bodyPr>
          <a:lstStyle/>
          <a:p>
            <a:r>
              <a:rPr lang="en" dirty="0"/>
              <a:t>Introduction</a:t>
            </a:r>
            <a:endParaRPr dirty="0"/>
          </a:p>
        </p:txBody>
      </p:sp>
      <p:sp>
        <p:nvSpPr>
          <p:cNvPr id="1377" name="Google Shape;1377;p35"/>
          <p:cNvSpPr txBox="1">
            <a:spLocks noGrp="1"/>
          </p:cNvSpPr>
          <p:nvPr>
            <p:ph type="body" idx="1"/>
          </p:nvPr>
        </p:nvSpPr>
        <p:spPr>
          <a:xfrm>
            <a:off x="6096000" y="494200"/>
            <a:ext cx="4981200" cy="5604848"/>
          </a:xfrm>
          <a:prstGeom prst="rect">
            <a:avLst/>
          </a:prstGeom>
        </p:spPr>
        <p:txBody>
          <a:bodyPr spcFirstLastPara="1" wrap="square" lIns="121900" tIns="121900" rIns="121900" bIns="121900" anchor="t" anchorCtr="0">
            <a:noAutofit/>
          </a:bodyPr>
          <a:lstStyle/>
          <a:p>
            <a:pPr marL="0" indent="0" algn="just">
              <a:lnSpc>
                <a:spcPct val="150000"/>
              </a:lnSpc>
              <a:buNone/>
            </a:pPr>
            <a:r>
              <a:rPr lang="en-US" sz="1600" dirty="0"/>
              <a:t>Within the  Rural areas of Sri Lanka, the most common diseases diagnosed include both communicable diseases such as dengue, leptospirosis, and tuberculosis, as well as non-communicable diseases like hypertension, diabetes, and heart diseases. In tea estate regions such as Thalawakelle, respiratory illnesses, maternal health issues, and malnutrition are also frequent. Liberty Channel Care Center situated within the suburbs of Thalawakelle district is a medical center witch usually offers attentive medical services to tea-estate workers with manual record checkups.  Our project aims to assist healthcare staff in detecting early risks related to these conditions through AI-driven prediction </a:t>
            </a:r>
            <a:endParaRPr sz="1600" dirty="0">
              <a:solidFill>
                <a:schemeClr val="dk1"/>
              </a:solidFill>
            </a:endParaRPr>
          </a:p>
        </p:txBody>
      </p:sp>
      <p:pic>
        <p:nvPicPr>
          <p:cNvPr id="1378" name="Google Shape;1378;p35"/>
          <p:cNvPicPr preferRelativeResize="0">
            <a:picLocks noGrp="1"/>
          </p:cNvPicPr>
          <p:nvPr>
            <p:ph type="pic" idx="2"/>
          </p:nvPr>
        </p:nvPicPr>
        <p:blipFill rotWithShape="1">
          <a:blip r:embed="rId3">
            <a:alphaModFix/>
          </a:blip>
          <a:srcRect t="10628" b="14577"/>
          <a:stretch/>
        </p:blipFill>
        <p:spPr>
          <a:xfrm>
            <a:off x="1070033" y="1180000"/>
            <a:ext cx="4293200" cy="4498000"/>
          </a:xfrm>
          <a:prstGeom prst="roundRect">
            <a:avLst>
              <a:gd name="adj" fmla="val 16667"/>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3"/>
        <p:cNvGrpSpPr/>
        <p:nvPr/>
      </p:nvGrpSpPr>
      <p:grpSpPr>
        <a:xfrm>
          <a:off x="0" y="0"/>
          <a:ext cx="0" cy="0"/>
          <a:chOff x="0" y="0"/>
          <a:chExt cx="0" cy="0"/>
        </a:xfrm>
      </p:grpSpPr>
      <p:sp>
        <p:nvSpPr>
          <p:cNvPr id="1845" name="Google Shape;1845;p50"/>
          <p:cNvSpPr txBox="1">
            <a:spLocks noGrp="1"/>
          </p:cNvSpPr>
          <p:nvPr>
            <p:ph type="ctrTitle"/>
          </p:nvPr>
        </p:nvSpPr>
        <p:spPr>
          <a:xfrm>
            <a:off x="5687511" y="484837"/>
            <a:ext cx="3425443" cy="853264"/>
          </a:xfrm>
          <a:prstGeom prst="rect">
            <a:avLst/>
          </a:prstGeom>
        </p:spPr>
        <p:txBody>
          <a:bodyPr spcFirstLastPara="1" wrap="square" lIns="121900" tIns="121900" rIns="121900" bIns="121900" anchor="t" anchorCtr="0">
            <a:noAutofit/>
          </a:bodyPr>
          <a:lstStyle/>
          <a:p>
            <a:r>
              <a:rPr lang="en" sz="2800" dirty="0"/>
              <a:t>Problem Statement</a:t>
            </a:r>
            <a:endParaRPr sz="2800" dirty="0"/>
          </a:p>
        </p:txBody>
      </p:sp>
      <p:grpSp>
        <p:nvGrpSpPr>
          <p:cNvPr id="1847" name="Google Shape;1847;p50"/>
          <p:cNvGrpSpPr/>
          <p:nvPr/>
        </p:nvGrpSpPr>
        <p:grpSpPr>
          <a:xfrm>
            <a:off x="953481" y="1"/>
            <a:ext cx="4025691" cy="6519951"/>
            <a:chOff x="340986" y="0"/>
            <a:chExt cx="3019268" cy="4889963"/>
          </a:xfrm>
        </p:grpSpPr>
        <p:grpSp>
          <p:nvGrpSpPr>
            <p:cNvPr id="1848" name="Google Shape;1848;p50"/>
            <p:cNvGrpSpPr/>
            <p:nvPr/>
          </p:nvGrpSpPr>
          <p:grpSpPr>
            <a:xfrm>
              <a:off x="585900" y="0"/>
              <a:ext cx="2177621" cy="2042449"/>
              <a:chOff x="821175" y="0"/>
              <a:chExt cx="2177621" cy="2042449"/>
            </a:xfrm>
          </p:grpSpPr>
          <p:sp>
            <p:nvSpPr>
              <p:cNvPr id="1849" name="Google Shape;1849;p50"/>
              <p:cNvSpPr/>
              <p:nvPr/>
            </p:nvSpPr>
            <p:spPr>
              <a:xfrm>
                <a:off x="821175" y="683601"/>
                <a:ext cx="2177621" cy="1358848"/>
              </a:xfrm>
              <a:custGeom>
                <a:avLst/>
                <a:gdLst/>
                <a:ahLst/>
                <a:cxnLst/>
                <a:rect l="l" t="t" r="r" b="b"/>
                <a:pathLst>
                  <a:path w="34828" h="21732" extrusionOk="0">
                    <a:moveTo>
                      <a:pt x="18788" y="0"/>
                    </a:moveTo>
                    <a:lnTo>
                      <a:pt x="14607" y="767"/>
                    </a:lnTo>
                    <a:lnTo>
                      <a:pt x="14822" y="1885"/>
                    </a:lnTo>
                    <a:lnTo>
                      <a:pt x="15981" y="1670"/>
                    </a:lnTo>
                    <a:lnTo>
                      <a:pt x="17217" y="8345"/>
                    </a:lnTo>
                    <a:lnTo>
                      <a:pt x="11073" y="9483"/>
                    </a:lnTo>
                    <a:cubicBezTo>
                      <a:pt x="10814" y="9301"/>
                      <a:pt x="10487" y="9201"/>
                      <a:pt x="10142" y="9201"/>
                    </a:cubicBezTo>
                    <a:cubicBezTo>
                      <a:pt x="10041" y="9201"/>
                      <a:pt x="9938" y="9210"/>
                      <a:pt x="9835" y="9227"/>
                    </a:cubicBezTo>
                    <a:cubicBezTo>
                      <a:pt x="8972" y="9385"/>
                      <a:pt x="8383" y="10151"/>
                      <a:pt x="8540" y="10936"/>
                    </a:cubicBezTo>
                    <a:cubicBezTo>
                      <a:pt x="8639" y="11544"/>
                      <a:pt x="9168" y="11996"/>
                      <a:pt x="9796" y="12075"/>
                    </a:cubicBezTo>
                    <a:lnTo>
                      <a:pt x="10209" y="13900"/>
                    </a:lnTo>
                    <a:cubicBezTo>
                      <a:pt x="9413" y="13819"/>
                      <a:pt x="8635" y="13780"/>
                      <a:pt x="7887" y="13780"/>
                    </a:cubicBezTo>
                    <a:cubicBezTo>
                      <a:pt x="3745" y="13780"/>
                      <a:pt x="524" y="14967"/>
                      <a:pt x="275" y="16747"/>
                    </a:cubicBezTo>
                    <a:cubicBezTo>
                      <a:pt x="1" y="18886"/>
                      <a:pt x="4024" y="21046"/>
                      <a:pt x="9286" y="21596"/>
                    </a:cubicBezTo>
                    <a:cubicBezTo>
                      <a:pt x="10134" y="21688"/>
                      <a:pt x="10962" y="21731"/>
                      <a:pt x="11756" y="21731"/>
                    </a:cubicBezTo>
                    <a:cubicBezTo>
                      <a:pt x="15882" y="21731"/>
                      <a:pt x="19071" y="20544"/>
                      <a:pt x="19318" y="18750"/>
                    </a:cubicBezTo>
                    <a:cubicBezTo>
                      <a:pt x="19573" y="16766"/>
                      <a:pt x="16060" y="14724"/>
                      <a:pt x="11288" y="14018"/>
                    </a:cubicBezTo>
                    <a:lnTo>
                      <a:pt x="10896" y="11879"/>
                    </a:lnTo>
                    <a:cubicBezTo>
                      <a:pt x="11131" y="11740"/>
                      <a:pt x="11327" y="11564"/>
                      <a:pt x="11466" y="11329"/>
                    </a:cubicBezTo>
                    <a:lnTo>
                      <a:pt x="22361" y="9306"/>
                    </a:lnTo>
                    <a:cubicBezTo>
                      <a:pt x="22825" y="9849"/>
                      <a:pt x="23535" y="10185"/>
                      <a:pt x="24323" y="10185"/>
                    </a:cubicBezTo>
                    <a:cubicBezTo>
                      <a:pt x="24503" y="10185"/>
                      <a:pt x="24687" y="10167"/>
                      <a:pt x="24874" y="10131"/>
                    </a:cubicBezTo>
                    <a:cubicBezTo>
                      <a:pt x="24952" y="10112"/>
                      <a:pt x="25051" y="10091"/>
                      <a:pt x="25130" y="10072"/>
                    </a:cubicBezTo>
                    <a:lnTo>
                      <a:pt x="25954" y="11426"/>
                    </a:lnTo>
                    <a:cubicBezTo>
                      <a:pt x="23264" y="12997"/>
                      <a:pt x="21674" y="14960"/>
                      <a:pt x="22303" y="16059"/>
                    </a:cubicBezTo>
                    <a:cubicBezTo>
                      <a:pt x="22595" y="16580"/>
                      <a:pt x="23318" y="16830"/>
                      <a:pt x="24297" y="16830"/>
                    </a:cubicBezTo>
                    <a:cubicBezTo>
                      <a:pt x="25682" y="16830"/>
                      <a:pt x="27578" y="16328"/>
                      <a:pt x="29488" y="15373"/>
                    </a:cubicBezTo>
                    <a:cubicBezTo>
                      <a:pt x="32747" y="13763"/>
                      <a:pt x="34828" y="11447"/>
                      <a:pt x="34140" y="10209"/>
                    </a:cubicBezTo>
                    <a:cubicBezTo>
                      <a:pt x="33844" y="9694"/>
                      <a:pt x="33116" y="9444"/>
                      <a:pt x="32131" y="9444"/>
                    </a:cubicBezTo>
                    <a:cubicBezTo>
                      <a:pt x="30829" y="9444"/>
                      <a:pt x="29078" y="9881"/>
                      <a:pt x="27289" y="10719"/>
                    </a:cubicBezTo>
                    <a:lnTo>
                      <a:pt x="26425" y="9287"/>
                    </a:lnTo>
                    <a:cubicBezTo>
                      <a:pt x="26896" y="8756"/>
                      <a:pt x="27112" y="8050"/>
                      <a:pt x="26994" y="7343"/>
                    </a:cubicBezTo>
                    <a:cubicBezTo>
                      <a:pt x="26787" y="6223"/>
                      <a:pt x="25733" y="5451"/>
                      <a:pt x="24523" y="5451"/>
                    </a:cubicBezTo>
                    <a:cubicBezTo>
                      <a:pt x="24354" y="5451"/>
                      <a:pt x="24183" y="5466"/>
                      <a:pt x="24010" y="5497"/>
                    </a:cubicBezTo>
                    <a:cubicBezTo>
                      <a:pt x="22891" y="5714"/>
                      <a:pt x="22086" y="6518"/>
                      <a:pt x="21889" y="7481"/>
                    </a:cubicBezTo>
                    <a:lnTo>
                      <a:pt x="18866" y="8031"/>
                    </a:lnTo>
                    <a:lnTo>
                      <a:pt x="17611" y="1363"/>
                    </a:lnTo>
                    <a:lnTo>
                      <a:pt x="17611" y="1363"/>
                    </a:lnTo>
                    <a:lnTo>
                      <a:pt x="18984" y="1100"/>
                    </a:lnTo>
                    <a:lnTo>
                      <a:pt x="18788"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0" name="Google Shape;1850;p50"/>
              <p:cNvSpPr/>
              <p:nvPr/>
            </p:nvSpPr>
            <p:spPr>
              <a:xfrm>
                <a:off x="876375" y="1583499"/>
                <a:ext cx="1129327" cy="430915"/>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1" name="Google Shape;1851;p50"/>
              <p:cNvSpPr/>
              <p:nvPr/>
            </p:nvSpPr>
            <p:spPr>
              <a:xfrm>
                <a:off x="1580916" y="1840047"/>
                <a:ext cx="341324" cy="107860"/>
              </a:xfrm>
              <a:custGeom>
                <a:avLst/>
                <a:gdLst/>
                <a:ahLst/>
                <a:cxnLst/>
                <a:rect l="l" t="t" r="r" b="b"/>
                <a:pathLst>
                  <a:path w="5459" h="1725" extrusionOk="0">
                    <a:moveTo>
                      <a:pt x="1768" y="1"/>
                    </a:moveTo>
                    <a:cubicBezTo>
                      <a:pt x="823" y="1"/>
                      <a:pt x="137" y="191"/>
                      <a:pt x="80" y="509"/>
                    </a:cubicBezTo>
                    <a:cubicBezTo>
                      <a:pt x="1" y="941"/>
                      <a:pt x="1140" y="1452"/>
                      <a:pt x="2613" y="1648"/>
                    </a:cubicBezTo>
                    <a:cubicBezTo>
                      <a:pt x="3001" y="1700"/>
                      <a:pt x="3373" y="1724"/>
                      <a:pt x="3712" y="1724"/>
                    </a:cubicBezTo>
                    <a:cubicBezTo>
                      <a:pt x="4657" y="1724"/>
                      <a:pt x="5343" y="1534"/>
                      <a:pt x="5401" y="1216"/>
                    </a:cubicBezTo>
                    <a:cubicBezTo>
                      <a:pt x="5459" y="784"/>
                      <a:pt x="4340" y="274"/>
                      <a:pt x="2867" y="77"/>
                    </a:cubicBezTo>
                    <a:cubicBezTo>
                      <a:pt x="2479" y="25"/>
                      <a:pt x="2107" y="1"/>
                      <a:pt x="1768"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2" name="Google Shape;1852;p50"/>
              <p:cNvSpPr/>
              <p:nvPr/>
            </p:nvSpPr>
            <p:spPr>
              <a:xfrm>
                <a:off x="1228713" y="1889194"/>
                <a:ext cx="341324" cy="107797"/>
              </a:xfrm>
              <a:custGeom>
                <a:avLst/>
                <a:gdLst/>
                <a:ahLst/>
                <a:cxnLst/>
                <a:rect l="l" t="t" r="r" b="b"/>
                <a:pathLst>
                  <a:path w="5459" h="1724" extrusionOk="0">
                    <a:moveTo>
                      <a:pt x="1764" y="0"/>
                    </a:moveTo>
                    <a:cubicBezTo>
                      <a:pt x="814" y="0"/>
                      <a:pt x="122" y="191"/>
                      <a:pt x="79" y="508"/>
                    </a:cubicBezTo>
                    <a:cubicBezTo>
                      <a:pt x="0" y="940"/>
                      <a:pt x="1139" y="1451"/>
                      <a:pt x="2611" y="1647"/>
                    </a:cubicBezTo>
                    <a:cubicBezTo>
                      <a:pt x="2999" y="1699"/>
                      <a:pt x="3372" y="1723"/>
                      <a:pt x="3711" y="1723"/>
                    </a:cubicBezTo>
                    <a:cubicBezTo>
                      <a:pt x="4656" y="1723"/>
                      <a:pt x="5341" y="1533"/>
                      <a:pt x="5398" y="1215"/>
                    </a:cubicBezTo>
                    <a:cubicBezTo>
                      <a:pt x="5458" y="783"/>
                      <a:pt x="4338" y="273"/>
                      <a:pt x="2867" y="77"/>
                    </a:cubicBezTo>
                    <a:cubicBezTo>
                      <a:pt x="2478" y="25"/>
                      <a:pt x="2104" y="0"/>
                      <a:pt x="1764"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3" name="Google Shape;1853;p50"/>
              <p:cNvSpPr/>
              <p:nvPr/>
            </p:nvSpPr>
            <p:spPr>
              <a:xfrm rot="-1928377">
                <a:off x="2194397" y="1352671"/>
                <a:ext cx="784549" cy="300599"/>
              </a:xfrm>
              <a:custGeom>
                <a:avLst/>
                <a:gdLst/>
                <a:ahLst/>
                <a:cxnLst/>
                <a:rect l="l" t="t" r="r" b="b"/>
                <a:pathLst>
                  <a:path w="18062" h="6308" extrusionOk="0">
                    <a:moveTo>
                      <a:pt x="6821" y="1"/>
                    </a:moveTo>
                    <a:cubicBezTo>
                      <a:pt x="3174" y="1"/>
                      <a:pt x="412" y="865"/>
                      <a:pt x="236" y="2222"/>
                    </a:cubicBezTo>
                    <a:cubicBezTo>
                      <a:pt x="0" y="3892"/>
                      <a:pt x="3770" y="5658"/>
                      <a:pt x="8638" y="6169"/>
                    </a:cubicBezTo>
                    <a:cubicBezTo>
                      <a:pt x="9531" y="6263"/>
                      <a:pt x="10400" y="6308"/>
                      <a:pt x="11224" y="6308"/>
                    </a:cubicBezTo>
                    <a:cubicBezTo>
                      <a:pt x="14875" y="6308"/>
                      <a:pt x="17654" y="5430"/>
                      <a:pt x="17847" y="4067"/>
                    </a:cubicBezTo>
                    <a:cubicBezTo>
                      <a:pt x="18062" y="2418"/>
                      <a:pt x="14292" y="651"/>
                      <a:pt x="9444" y="141"/>
                    </a:cubicBezTo>
                    <a:cubicBezTo>
                      <a:pt x="8537" y="46"/>
                      <a:pt x="7655" y="1"/>
                      <a:pt x="6821"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4" name="Google Shape;1854;p50"/>
              <p:cNvSpPr/>
              <p:nvPr/>
            </p:nvSpPr>
            <p:spPr>
              <a:xfrm>
                <a:off x="1725787" y="1144866"/>
                <a:ext cx="349952" cy="316077"/>
              </a:xfrm>
              <a:custGeom>
                <a:avLst/>
                <a:gdLst/>
                <a:ahLst/>
                <a:cxnLst/>
                <a:rect l="l" t="t" r="r" b="b"/>
                <a:pathLst>
                  <a:path w="5597" h="5055" extrusionOk="0">
                    <a:moveTo>
                      <a:pt x="2817" y="1"/>
                    </a:moveTo>
                    <a:cubicBezTo>
                      <a:pt x="2659" y="1"/>
                      <a:pt x="2499" y="15"/>
                      <a:pt x="2338" y="44"/>
                    </a:cubicBezTo>
                    <a:cubicBezTo>
                      <a:pt x="924" y="300"/>
                      <a:pt x="1" y="1635"/>
                      <a:pt x="257" y="2989"/>
                    </a:cubicBezTo>
                    <a:cubicBezTo>
                      <a:pt x="482" y="4207"/>
                      <a:pt x="1556" y="5055"/>
                      <a:pt x="2782" y="5055"/>
                    </a:cubicBezTo>
                    <a:cubicBezTo>
                      <a:pt x="2939" y="5055"/>
                      <a:pt x="3099" y="5041"/>
                      <a:pt x="3259" y="5012"/>
                    </a:cubicBezTo>
                    <a:cubicBezTo>
                      <a:pt x="4654" y="4737"/>
                      <a:pt x="5596" y="3421"/>
                      <a:pt x="5322" y="2047"/>
                    </a:cubicBezTo>
                    <a:cubicBezTo>
                      <a:pt x="5095" y="832"/>
                      <a:pt x="4025" y="1"/>
                      <a:pt x="281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5" name="Google Shape;1855;p50"/>
              <p:cNvSpPr/>
              <p:nvPr/>
            </p:nvSpPr>
            <p:spPr>
              <a:xfrm>
                <a:off x="1782247" y="1203392"/>
                <a:ext cx="230842" cy="207716"/>
              </a:xfrm>
              <a:custGeom>
                <a:avLst/>
                <a:gdLst/>
                <a:ahLst/>
                <a:cxnLst/>
                <a:rect l="l" t="t" r="r" b="b"/>
                <a:pathLst>
                  <a:path w="3692" h="3322" extrusionOk="0">
                    <a:moveTo>
                      <a:pt x="1882" y="0"/>
                    </a:moveTo>
                    <a:cubicBezTo>
                      <a:pt x="1773" y="0"/>
                      <a:pt x="1663" y="11"/>
                      <a:pt x="1552" y="32"/>
                    </a:cubicBezTo>
                    <a:cubicBezTo>
                      <a:pt x="610" y="208"/>
                      <a:pt x="1" y="1072"/>
                      <a:pt x="178" y="1975"/>
                    </a:cubicBezTo>
                    <a:cubicBezTo>
                      <a:pt x="316" y="2770"/>
                      <a:pt x="1018" y="3322"/>
                      <a:pt x="1827" y="3322"/>
                    </a:cubicBezTo>
                    <a:cubicBezTo>
                      <a:pt x="1936" y="3322"/>
                      <a:pt x="2048" y="3312"/>
                      <a:pt x="2160" y="3291"/>
                    </a:cubicBezTo>
                    <a:cubicBezTo>
                      <a:pt x="3084" y="3113"/>
                      <a:pt x="3691" y="2249"/>
                      <a:pt x="3534" y="1346"/>
                    </a:cubicBezTo>
                    <a:cubicBezTo>
                      <a:pt x="3380" y="552"/>
                      <a:pt x="2676" y="0"/>
                      <a:pt x="1882"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6" name="Google Shape;1856;p50"/>
              <p:cNvSpPr/>
              <p:nvPr/>
            </p:nvSpPr>
            <p:spPr>
              <a:xfrm>
                <a:off x="955400" y="1759625"/>
                <a:ext cx="299085" cy="107248"/>
              </a:xfrm>
              <a:custGeom>
                <a:avLst/>
                <a:gdLst/>
                <a:ahLst/>
                <a:cxnLst/>
                <a:rect l="l" t="t" r="r" b="b"/>
                <a:pathLst>
                  <a:path w="5458" h="1715" extrusionOk="0">
                    <a:moveTo>
                      <a:pt x="1783" y="0"/>
                    </a:moveTo>
                    <a:cubicBezTo>
                      <a:pt x="827" y="0"/>
                      <a:pt x="118" y="184"/>
                      <a:pt x="60" y="520"/>
                    </a:cubicBezTo>
                    <a:cubicBezTo>
                      <a:pt x="0" y="952"/>
                      <a:pt x="1120" y="1462"/>
                      <a:pt x="2592" y="1638"/>
                    </a:cubicBezTo>
                    <a:cubicBezTo>
                      <a:pt x="2980" y="1690"/>
                      <a:pt x="3354" y="1714"/>
                      <a:pt x="3695" y="1714"/>
                    </a:cubicBezTo>
                    <a:cubicBezTo>
                      <a:pt x="4645" y="1714"/>
                      <a:pt x="5337" y="1524"/>
                      <a:pt x="5379" y="1206"/>
                    </a:cubicBezTo>
                    <a:cubicBezTo>
                      <a:pt x="5458" y="774"/>
                      <a:pt x="4319" y="264"/>
                      <a:pt x="2848" y="68"/>
                    </a:cubicBezTo>
                    <a:cubicBezTo>
                      <a:pt x="2474" y="22"/>
                      <a:pt x="2114" y="0"/>
                      <a:pt x="1783"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7" name="Google Shape;1857;p50"/>
              <p:cNvSpPr/>
              <p:nvPr/>
            </p:nvSpPr>
            <p:spPr>
              <a:xfrm>
                <a:off x="1388277" y="1301123"/>
                <a:ext cx="126426" cy="103108"/>
              </a:xfrm>
              <a:custGeom>
                <a:avLst/>
                <a:gdLst/>
                <a:ahLst/>
                <a:cxnLst/>
                <a:rect l="l" t="t" r="r" b="b"/>
                <a:pathLst>
                  <a:path w="2022" h="1649" extrusionOk="0">
                    <a:moveTo>
                      <a:pt x="1061" y="0"/>
                    </a:moveTo>
                    <a:cubicBezTo>
                      <a:pt x="997" y="0"/>
                      <a:pt x="931" y="6"/>
                      <a:pt x="864" y="19"/>
                    </a:cubicBezTo>
                    <a:cubicBezTo>
                      <a:pt x="354" y="118"/>
                      <a:pt x="1" y="550"/>
                      <a:pt x="79" y="1001"/>
                    </a:cubicBezTo>
                    <a:cubicBezTo>
                      <a:pt x="147" y="1391"/>
                      <a:pt x="521" y="1649"/>
                      <a:pt x="950" y="1649"/>
                    </a:cubicBezTo>
                    <a:cubicBezTo>
                      <a:pt x="1018" y="1649"/>
                      <a:pt x="1088" y="1642"/>
                      <a:pt x="1158" y="1629"/>
                    </a:cubicBezTo>
                    <a:cubicBezTo>
                      <a:pt x="1668" y="1531"/>
                      <a:pt x="2022" y="1099"/>
                      <a:pt x="1943" y="647"/>
                    </a:cubicBezTo>
                    <a:cubicBezTo>
                      <a:pt x="1875" y="271"/>
                      <a:pt x="1495" y="0"/>
                      <a:pt x="106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8" name="Google Shape;1858;p50"/>
              <p:cNvSpPr/>
              <p:nvPr/>
            </p:nvSpPr>
            <p:spPr>
              <a:xfrm>
                <a:off x="1283922" y="1638771"/>
                <a:ext cx="341261" cy="107797"/>
              </a:xfrm>
              <a:custGeom>
                <a:avLst/>
                <a:gdLst/>
                <a:ahLst/>
                <a:cxnLst/>
                <a:rect l="l" t="t" r="r" b="b"/>
                <a:pathLst>
                  <a:path w="5458" h="1724" extrusionOk="0">
                    <a:moveTo>
                      <a:pt x="1756" y="0"/>
                    </a:moveTo>
                    <a:cubicBezTo>
                      <a:pt x="814" y="0"/>
                      <a:pt x="118" y="191"/>
                      <a:pt x="60" y="509"/>
                    </a:cubicBezTo>
                    <a:cubicBezTo>
                      <a:pt x="0" y="940"/>
                      <a:pt x="1139" y="1451"/>
                      <a:pt x="2591" y="1647"/>
                    </a:cubicBezTo>
                    <a:cubicBezTo>
                      <a:pt x="2980" y="1699"/>
                      <a:pt x="3354" y="1723"/>
                      <a:pt x="3695" y="1723"/>
                    </a:cubicBezTo>
                    <a:cubicBezTo>
                      <a:pt x="4644" y="1723"/>
                      <a:pt x="5336" y="1533"/>
                      <a:pt x="5379" y="1215"/>
                    </a:cubicBezTo>
                    <a:cubicBezTo>
                      <a:pt x="5458" y="783"/>
                      <a:pt x="4319" y="273"/>
                      <a:pt x="2847" y="77"/>
                    </a:cubicBezTo>
                    <a:cubicBezTo>
                      <a:pt x="2464" y="25"/>
                      <a:pt x="2094" y="0"/>
                      <a:pt x="1756"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59" name="Google Shape;1859;p50"/>
              <p:cNvSpPr/>
              <p:nvPr/>
            </p:nvSpPr>
            <p:spPr>
              <a:xfrm>
                <a:off x="1298616" y="1768016"/>
                <a:ext cx="270108" cy="103295"/>
              </a:xfrm>
              <a:custGeom>
                <a:avLst/>
                <a:gdLst/>
                <a:ahLst/>
                <a:cxnLst/>
                <a:rect l="l" t="t" r="r" b="b"/>
                <a:pathLst>
                  <a:path w="4320" h="1652" extrusionOk="0">
                    <a:moveTo>
                      <a:pt x="1563" y="0"/>
                    </a:moveTo>
                    <a:cubicBezTo>
                      <a:pt x="744" y="0"/>
                      <a:pt x="126" y="206"/>
                      <a:pt x="79" y="543"/>
                    </a:cubicBezTo>
                    <a:cubicBezTo>
                      <a:pt x="1" y="975"/>
                      <a:pt x="885" y="1446"/>
                      <a:pt x="2042" y="1603"/>
                    </a:cubicBezTo>
                    <a:cubicBezTo>
                      <a:pt x="2283" y="1636"/>
                      <a:pt x="2517" y="1652"/>
                      <a:pt x="2738" y="1652"/>
                    </a:cubicBezTo>
                    <a:cubicBezTo>
                      <a:pt x="3562" y="1652"/>
                      <a:pt x="4195" y="1433"/>
                      <a:pt x="4241" y="1093"/>
                    </a:cubicBezTo>
                    <a:cubicBezTo>
                      <a:pt x="4320" y="661"/>
                      <a:pt x="3437" y="190"/>
                      <a:pt x="2298" y="51"/>
                    </a:cubicBezTo>
                    <a:cubicBezTo>
                      <a:pt x="2043" y="17"/>
                      <a:pt x="1795" y="0"/>
                      <a:pt x="1563"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0" name="Google Shape;1860;p50"/>
              <p:cNvSpPr/>
              <p:nvPr/>
            </p:nvSpPr>
            <p:spPr>
              <a:xfrm>
                <a:off x="1023693" y="1656341"/>
                <a:ext cx="268920" cy="103233"/>
              </a:xfrm>
              <a:custGeom>
                <a:avLst/>
                <a:gdLst/>
                <a:ahLst/>
                <a:cxnLst/>
                <a:rect l="l" t="t" r="r" b="b"/>
                <a:pathLst>
                  <a:path w="4301" h="1651" extrusionOk="0">
                    <a:moveTo>
                      <a:pt x="1543" y="0"/>
                    </a:moveTo>
                    <a:cubicBezTo>
                      <a:pt x="730" y="0"/>
                      <a:pt x="121" y="205"/>
                      <a:pt x="60" y="542"/>
                    </a:cubicBezTo>
                    <a:cubicBezTo>
                      <a:pt x="0" y="974"/>
                      <a:pt x="864" y="1445"/>
                      <a:pt x="2023" y="1602"/>
                    </a:cubicBezTo>
                    <a:cubicBezTo>
                      <a:pt x="2267" y="1635"/>
                      <a:pt x="2504" y="1651"/>
                      <a:pt x="2726" y="1651"/>
                    </a:cubicBezTo>
                    <a:cubicBezTo>
                      <a:pt x="3555" y="1651"/>
                      <a:pt x="4179" y="1432"/>
                      <a:pt x="4241" y="1091"/>
                    </a:cubicBezTo>
                    <a:cubicBezTo>
                      <a:pt x="4300" y="659"/>
                      <a:pt x="3436" y="188"/>
                      <a:pt x="2277" y="52"/>
                    </a:cubicBezTo>
                    <a:cubicBezTo>
                      <a:pt x="2021" y="17"/>
                      <a:pt x="1774" y="0"/>
                      <a:pt x="1543"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1" name="Google Shape;1861;p50"/>
              <p:cNvSpPr/>
              <p:nvPr/>
            </p:nvSpPr>
            <p:spPr>
              <a:xfrm>
                <a:off x="1623933" y="1707239"/>
                <a:ext cx="270108" cy="103420"/>
              </a:xfrm>
              <a:custGeom>
                <a:avLst/>
                <a:gdLst/>
                <a:ahLst/>
                <a:cxnLst/>
                <a:rect l="l" t="t" r="r" b="b"/>
                <a:pathLst>
                  <a:path w="4320" h="1654" extrusionOk="0">
                    <a:moveTo>
                      <a:pt x="1621" y="1"/>
                    </a:moveTo>
                    <a:cubicBezTo>
                      <a:pt x="773" y="1"/>
                      <a:pt x="126" y="208"/>
                      <a:pt x="79" y="552"/>
                    </a:cubicBezTo>
                    <a:cubicBezTo>
                      <a:pt x="1" y="984"/>
                      <a:pt x="884" y="1455"/>
                      <a:pt x="2043" y="1612"/>
                    </a:cubicBezTo>
                    <a:cubicBezTo>
                      <a:pt x="2274" y="1640"/>
                      <a:pt x="2499" y="1654"/>
                      <a:pt x="2712" y="1654"/>
                    </a:cubicBezTo>
                    <a:cubicBezTo>
                      <a:pt x="3549" y="1654"/>
                      <a:pt x="4198" y="1446"/>
                      <a:pt x="4260" y="1102"/>
                    </a:cubicBezTo>
                    <a:cubicBezTo>
                      <a:pt x="4320" y="670"/>
                      <a:pt x="3436" y="199"/>
                      <a:pt x="2297" y="42"/>
                    </a:cubicBezTo>
                    <a:cubicBezTo>
                      <a:pt x="2063" y="14"/>
                      <a:pt x="1836" y="1"/>
                      <a:pt x="1621"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2" name="Google Shape;1862;p50"/>
              <p:cNvSpPr/>
              <p:nvPr/>
            </p:nvSpPr>
            <p:spPr>
              <a:xfrm>
                <a:off x="2236428" y="1073022"/>
                <a:ext cx="222276" cy="182018"/>
              </a:xfrm>
              <a:custGeom>
                <a:avLst/>
                <a:gdLst/>
                <a:ahLst/>
                <a:cxnLst/>
                <a:rect l="l" t="t" r="r" b="b"/>
                <a:pathLst>
                  <a:path w="3555" h="2911" extrusionOk="0">
                    <a:moveTo>
                      <a:pt x="1872" y="1"/>
                    </a:moveTo>
                    <a:cubicBezTo>
                      <a:pt x="1755" y="1"/>
                      <a:pt x="1634" y="12"/>
                      <a:pt x="1513" y="36"/>
                    </a:cubicBezTo>
                    <a:cubicBezTo>
                      <a:pt x="610" y="193"/>
                      <a:pt x="0" y="978"/>
                      <a:pt x="139" y="1763"/>
                    </a:cubicBezTo>
                    <a:cubicBezTo>
                      <a:pt x="276" y="2450"/>
                      <a:pt x="938" y="2911"/>
                      <a:pt x="1706" y="2911"/>
                    </a:cubicBezTo>
                    <a:cubicBezTo>
                      <a:pt x="1816" y="2911"/>
                      <a:pt x="1929" y="2901"/>
                      <a:pt x="2042" y="2882"/>
                    </a:cubicBezTo>
                    <a:cubicBezTo>
                      <a:pt x="2945" y="2706"/>
                      <a:pt x="3555" y="1939"/>
                      <a:pt x="3398" y="1154"/>
                    </a:cubicBezTo>
                    <a:cubicBezTo>
                      <a:pt x="3278" y="474"/>
                      <a:pt x="2630" y="1"/>
                      <a:pt x="187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3" name="Google Shape;1863;p50"/>
              <p:cNvSpPr/>
              <p:nvPr/>
            </p:nvSpPr>
            <p:spPr>
              <a:xfrm>
                <a:off x="2708953" y="1354466"/>
                <a:ext cx="223464" cy="121804"/>
              </a:xfrm>
              <a:custGeom>
                <a:avLst/>
                <a:gdLst/>
                <a:ahLst/>
                <a:cxnLst/>
                <a:rect l="l" t="t" r="r" b="b"/>
                <a:pathLst>
                  <a:path w="3574" h="1948" extrusionOk="0">
                    <a:moveTo>
                      <a:pt x="3103" y="0"/>
                    </a:moveTo>
                    <a:cubicBezTo>
                      <a:pt x="2744" y="0"/>
                      <a:pt x="2138" y="189"/>
                      <a:pt x="1513" y="529"/>
                    </a:cubicBezTo>
                    <a:cubicBezTo>
                      <a:pt x="610" y="1000"/>
                      <a:pt x="1" y="1589"/>
                      <a:pt x="158" y="1844"/>
                    </a:cubicBezTo>
                    <a:cubicBezTo>
                      <a:pt x="199" y="1914"/>
                      <a:pt x="305" y="1948"/>
                      <a:pt x="458" y="1948"/>
                    </a:cubicBezTo>
                    <a:cubicBezTo>
                      <a:pt x="816" y="1948"/>
                      <a:pt x="1430" y="1763"/>
                      <a:pt x="2063" y="1432"/>
                    </a:cubicBezTo>
                    <a:cubicBezTo>
                      <a:pt x="2966" y="941"/>
                      <a:pt x="3574" y="352"/>
                      <a:pt x="3417" y="116"/>
                    </a:cubicBezTo>
                    <a:cubicBezTo>
                      <a:pt x="3375" y="38"/>
                      <a:pt x="3264" y="0"/>
                      <a:pt x="3103"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4" name="Google Shape;1864;p50"/>
              <p:cNvSpPr/>
              <p:nvPr/>
            </p:nvSpPr>
            <p:spPr>
              <a:xfrm>
                <a:off x="2296538" y="1566809"/>
                <a:ext cx="223464" cy="121866"/>
              </a:xfrm>
              <a:custGeom>
                <a:avLst/>
                <a:gdLst/>
                <a:ahLst/>
                <a:cxnLst/>
                <a:rect l="l" t="t" r="r" b="b"/>
                <a:pathLst>
                  <a:path w="3574" h="1949" extrusionOk="0">
                    <a:moveTo>
                      <a:pt x="3094" y="1"/>
                    </a:moveTo>
                    <a:cubicBezTo>
                      <a:pt x="2733" y="1"/>
                      <a:pt x="2137" y="190"/>
                      <a:pt x="1513" y="529"/>
                    </a:cubicBezTo>
                    <a:cubicBezTo>
                      <a:pt x="610" y="1000"/>
                      <a:pt x="1" y="1589"/>
                      <a:pt x="139" y="1845"/>
                    </a:cubicBezTo>
                    <a:cubicBezTo>
                      <a:pt x="186" y="1915"/>
                      <a:pt x="295" y="1949"/>
                      <a:pt x="450" y="1949"/>
                    </a:cubicBezTo>
                    <a:cubicBezTo>
                      <a:pt x="814" y="1949"/>
                      <a:pt x="1429" y="1763"/>
                      <a:pt x="2063" y="1432"/>
                    </a:cubicBezTo>
                    <a:cubicBezTo>
                      <a:pt x="2966" y="942"/>
                      <a:pt x="3574" y="353"/>
                      <a:pt x="3417" y="117"/>
                    </a:cubicBezTo>
                    <a:cubicBezTo>
                      <a:pt x="3368" y="38"/>
                      <a:pt x="3254" y="1"/>
                      <a:pt x="3094"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5" name="Google Shape;1865;p50"/>
              <p:cNvSpPr/>
              <p:nvPr/>
            </p:nvSpPr>
            <p:spPr>
              <a:xfrm>
                <a:off x="2535947" y="1511160"/>
                <a:ext cx="223464" cy="121804"/>
              </a:xfrm>
              <a:custGeom>
                <a:avLst/>
                <a:gdLst/>
                <a:ahLst/>
                <a:cxnLst/>
                <a:rect l="l" t="t" r="r" b="b"/>
                <a:pathLst>
                  <a:path w="3574" h="1948" extrusionOk="0">
                    <a:moveTo>
                      <a:pt x="3117" y="0"/>
                    </a:moveTo>
                    <a:cubicBezTo>
                      <a:pt x="2759" y="0"/>
                      <a:pt x="2145" y="185"/>
                      <a:pt x="1511" y="516"/>
                    </a:cubicBezTo>
                    <a:cubicBezTo>
                      <a:pt x="608" y="1007"/>
                      <a:pt x="1" y="1596"/>
                      <a:pt x="158" y="1832"/>
                    </a:cubicBezTo>
                    <a:cubicBezTo>
                      <a:pt x="200" y="1910"/>
                      <a:pt x="311" y="1948"/>
                      <a:pt x="471" y="1948"/>
                    </a:cubicBezTo>
                    <a:cubicBezTo>
                      <a:pt x="831" y="1948"/>
                      <a:pt x="1437" y="1759"/>
                      <a:pt x="2061" y="1419"/>
                    </a:cubicBezTo>
                    <a:cubicBezTo>
                      <a:pt x="2964" y="948"/>
                      <a:pt x="3574" y="359"/>
                      <a:pt x="3417" y="104"/>
                    </a:cubicBezTo>
                    <a:cubicBezTo>
                      <a:pt x="3375" y="34"/>
                      <a:pt x="3269" y="0"/>
                      <a:pt x="3117"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6" name="Google Shape;1866;p50"/>
              <p:cNvSpPr/>
              <p:nvPr/>
            </p:nvSpPr>
            <p:spPr>
              <a:xfrm>
                <a:off x="2440221" y="1369910"/>
                <a:ext cx="222151" cy="121929"/>
              </a:xfrm>
              <a:custGeom>
                <a:avLst/>
                <a:gdLst/>
                <a:ahLst/>
                <a:cxnLst/>
                <a:rect l="l" t="t" r="r" b="b"/>
                <a:pathLst>
                  <a:path w="3553" h="1950" extrusionOk="0">
                    <a:moveTo>
                      <a:pt x="3109" y="1"/>
                    </a:moveTo>
                    <a:cubicBezTo>
                      <a:pt x="2750" y="1"/>
                      <a:pt x="2145" y="187"/>
                      <a:pt x="1511" y="518"/>
                    </a:cubicBezTo>
                    <a:cubicBezTo>
                      <a:pt x="608" y="1008"/>
                      <a:pt x="0" y="1597"/>
                      <a:pt x="137" y="1832"/>
                    </a:cubicBezTo>
                    <a:cubicBezTo>
                      <a:pt x="185" y="1911"/>
                      <a:pt x="299" y="1949"/>
                      <a:pt x="460" y="1949"/>
                    </a:cubicBezTo>
                    <a:cubicBezTo>
                      <a:pt x="821" y="1949"/>
                      <a:pt x="1418" y="1760"/>
                      <a:pt x="2042" y="1421"/>
                    </a:cubicBezTo>
                    <a:cubicBezTo>
                      <a:pt x="2964" y="950"/>
                      <a:pt x="3553" y="361"/>
                      <a:pt x="3416" y="105"/>
                    </a:cubicBezTo>
                    <a:cubicBezTo>
                      <a:pt x="3369" y="35"/>
                      <a:pt x="3262" y="1"/>
                      <a:pt x="3109"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7" name="Google Shape;1867;p50"/>
              <p:cNvSpPr/>
              <p:nvPr/>
            </p:nvSpPr>
            <p:spPr>
              <a:xfrm>
                <a:off x="2505247" y="1453197"/>
                <a:ext cx="180510" cy="101607"/>
              </a:xfrm>
              <a:custGeom>
                <a:avLst/>
                <a:gdLst/>
                <a:ahLst/>
                <a:cxnLst/>
                <a:rect l="l" t="t" r="r" b="b"/>
                <a:pathLst>
                  <a:path w="2887" h="1625" extrusionOk="0">
                    <a:moveTo>
                      <a:pt x="2370" y="0"/>
                    </a:moveTo>
                    <a:cubicBezTo>
                      <a:pt x="2068" y="0"/>
                      <a:pt x="1627" y="126"/>
                      <a:pt x="1178" y="364"/>
                    </a:cubicBezTo>
                    <a:cubicBezTo>
                      <a:pt x="471" y="736"/>
                      <a:pt x="0" y="1246"/>
                      <a:pt x="157" y="1482"/>
                    </a:cubicBezTo>
                    <a:cubicBezTo>
                      <a:pt x="216" y="1578"/>
                      <a:pt x="351" y="1624"/>
                      <a:pt x="534" y="1624"/>
                    </a:cubicBezTo>
                    <a:cubicBezTo>
                      <a:pt x="835" y="1624"/>
                      <a:pt x="1268" y="1499"/>
                      <a:pt x="1709" y="1267"/>
                    </a:cubicBezTo>
                    <a:cubicBezTo>
                      <a:pt x="2434" y="893"/>
                      <a:pt x="2887" y="383"/>
                      <a:pt x="2730" y="128"/>
                    </a:cubicBezTo>
                    <a:cubicBezTo>
                      <a:pt x="2672" y="42"/>
                      <a:pt x="2544" y="0"/>
                      <a:pt x="2370"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8" name="Google Shape;1868;p50"/>
              <p:cNvSpPr/>
              <p:nvPr/>
            </p:nvSpPr>
            <p:spPr>
              <a:xfrm>
                <a:off x="2657433" y="1317262"/>
                <a:ext cx="179259" cy="101607"/>
              </a:xfrm>
              <a:custGeom>
                <a:avLst/>
                <a:gdLst/>
                <a:ahLst/>
                <a:cxnLst/>
                <a:rect l="l" t="t" r="r" b="b"/>
                <a:pathLst>
                  <a:path w="2867" h="1625" extrusionOk="0">
                    <a:moveTo>
                      <a:pt x="2334" y="0"/>
                    </a:moveTo>
                    <a:cubicBezTo>
                      <a:pt x="2032" y="0"/>
                      <a:pt x="1600" y="126"/>
                      <a:pt x="1159" y="358"/>
                    </a:cubicBezTo>
                    <a:cubicBezTo>
                      <a:pt x="453" y="750"/>
                      <a:pt x="0" y="1242"/>
                      <a:pt x="139" y="1496"/>
                    </a:cubicBezTo>
                    <a:cubicBezTo>
                      <a:pt x="196" y="1582"/>
                      <a:pt x="324" y="1624"/>
                      <a:pt x="498" y="1624"/>
                    </a:cubicBezTo>
                    <a:cubicBezTo>
                      <a:pt x="800" y="1624"/>
                      <a:pt x="1240" y="1498"/>
                      <a:pt x="1689" y="1261"/>
                    </a:cubicBezTo>
                    <a:cubicBezTo>
                      <a:pt x="2416" y="889"/>
                      <a:pt x="2867" y="378"/>
                      <a:pt x="2710" y="143"/>
                    </a:cubicBezTo>
                    <a:cubicBezTo>
                      <a:pt x="2650" y="46"/>
                      <a:pt x="2516" y="0"/>
                      <a:pt x="2334"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69" name="Google Shape;1869;p50"/>
              <p:cNvSpPr/>
              <p:nvPr/>
            </p:nvSpPr>
            <p:spPr>
              <a:xfrm>
                <a:off x="2280657" y="1495215"/>
                <a:ext cx="179259" cy="101670"/>
              </a:xfrm>
              <a:custGeom>
                <a:avLst/>
                <a:gdLst/>
                <a:ahLst/>
                <a:cxnLst/>
                <a:rect l="l" t="t" r="r" b="b"/>
                <a:pathLst>
                  <a:path w="2867" h="1626" extrusionOk="0">
                    <a:moveTo>
                      <a:pt x="2341" y="1"/>
                    </a:moveTo>
                    <a:cubicBezTo>
                      <a:pt x="2039" y="1"/>
                      <a:pt x="1598" y="126"/>
                      <a:pt x="1158" y="359"/>
                    </a:cubicBezTo>
                    <a:cubicBezTo>
                      <a:pt x="451" y="731"/>
                      <a:pt x="0" y="1242"/>
                      <a:pt x="157" y="1498"/>
                    </a:cubicBezTo>
                    <a:cubicBezTo>
                      <a:pt x="207" y="1584"/>
                      <a:pt x="332" y="1625"/>
                      <a:pt x="506" y="1625"/>
                    </a:cubicBezTo>
                    <a:cubicBezTo>
                      <a:pt x="809" y="1625"/>
                      <a:pt x="1258" y="1499"/>
                      <a:pt x="1707" y="1262"/>
                    </a:cubicBezTo>
                    <a:cubicBezTo>
                      <a:pt x="2414" y="888"/>
                      <a:pt x="2866" y="378"/>
                      <a:pt x="2709" y="142"/>
                    </a:cubicBezTo>
                    <a:cubicBezTo>
                      <a:pt x="2657" y="47"/>
                      <a:pt x="2524" y="1"/>
                      <a:pt x="2341"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0" name="Google Shape;1870;p50"/>
              <p:cNvSpPr/>
              <p:nvPr/>
            </p:nvSpPr>
            <p:spPr>
              <a:xfrm>
                <a:off x="1823250" y="0"/>
                <a:ext cx="70800" cy="765900"/>
              </a:xfrm>
              <a:prstGeom prst="rect">
                <a:avLst/>
              </a:pr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871" name="Google Shape;1871;p50"/>
            <p:cNvGrpSpPr/>
            <p:nvPr/>
          </p:nvGrpSpPr>
          <p:grpSpPr>
            <a:xfrm flipH="1">
              <a:off x="340986" y="2101582"/>
              <a:ext cx="3019268" cy="2788381"/>
              <a:chOff x="519653" y="2122165"/>
              <a:chExt cx="2996792" cy="2767624"/>
            </a:xfrm>
          </p:grpSpPr>
          <p:sp>
            <p:nvSpPr>
              <p:cNvPr id="1872" name="Google Shape;1872;p50"/>
              <p:cNvSpPr/>
              <p:nvPr/>
            </p:nvSpPr>
            <p:spPr>
              <a:xfrm>
                <a:off x="1890213" y="2122165"/>
                <a:ext cx="328810" cy="299192"/>
              </a:xfrm>
              <a:custGeom>
                <a:avLst/>
                <a:gdLst/>
                <a:ahLst/>
                <a:cxnLst/>
                <a:rect l="l" t="t" r="r" b="b"/>
                <a:pathLst>
                  <a:path w="7206" h="6558" extrusionOk="0">
                    <a:moveTo>
                      <a:pt x="3593" y="1"/>
                    </a:moveTo>
                    <a:cubicBezTo>
                      <a:pt x="1610" y="1"/>
                      <a:pt x="0" y="1454"/>
                      <a:pt x="0" y="3279"/>
                    </a:cubicBezTo>
                    <a:cubicBezTo>
                      <a:pt x="0" y="5085"/>
                      <a:pt x="1610" y="6558"/>
                      <a:pt x="3593" y="6558"/>
                    </a:cubicBezTo>
                    <a:cubicBezTo>
                      <a:pt x="5596" y="6558"/>
                      <a:pt x="7206" y="5085"/>
                      <a:pt x="7206" y="3279"/>
                    </a:cubicBezTo>
                    <a:cubicBezTo>
                      <a:pt x="7206" y="1454"/>
                      <a:pt x="5596" y="1"/>
                      <a:pt x="3593"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3" name="Google Shape;1873;p50"/>
              <p:cNvSpPr/>
              <p:nvPr/>
            </p:nvSpPr>
            <p:spPr>
              <a:xfrm>
                <a:off x="1995023" y="3211301"/>
                <a:ext cx="2692" cy="46"/>
              </a:xfrm>
              <a:custGeom>
                <a:avLst/>
                <a:gdLst/>
                <a:ahLst/>
                <a:cxnLst/>
                <a:rect l="l" t="t" r="r" b="b"/>
                <a:pathLst>
                  <a:path w="59" h="1" extrusionOk="0">
                    <a:moveTo>
                      <a:pt x="59" y="0"/>
                    </a:moveTo>
                    <a:lnTo>
                      <a:pt x="1" y="0"/>
                    </a:lnTo>
                    <a:close/>
                  </a:path>
                </a:pathLst>
              </a:custGeom>
              <a:solidFill>
                <a:srgbClr val="47260D"/>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4" name="Google Shape;1874;p50"/>
              <p:cNvSpPr/>
              <p:nvPr/>
            </p:nvSpPr>
            <p:spPr>
              <a:xfrm>
                <a:off x="1970794" y="2392658"/>
                <a:ext cx="149712" cy="156759"/>
              </a:xfrm>
              <a:custGeom>
                <a:avLst/>
                <a:gdLst/>
                <a:ahLst/>
                <a:cxnLst/>
                <a:rect l="l" t="t" r="r" b="b"/>
                <a:pathLst>
                  <a:path w="3281" h="3436" extrusionOk="0">
                    <a:moveTo>
                      <a:pt x="1" y="1"/>
                    </a:moveTo>
                    <a:lnTo>
                      <a:pt x="1" y="3436"/>
                    </a:lnTo>
                    <a:lnTo>
                      <a:pt x="3280" y="3436"/>
                    </a:lnTo>
                    <a:lnTo>
                      <a:pt x="3280" y="1"/>
                    </a:lnTo>
                    <a:close/>
                  </a:path>
                </a:pathLst>
              </a:custGeom>
              <a:solidFill>
                <a:srgbClr val="83593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5" name="Google Shape;1875;p50"/>
              <p:cNvSpPr/>
              <p:nvPr/>
            </p:nvSpPr>
            <p:spPr>
              <a:xfrm>
                <a:off x="1875018" y="2471493"/>
                <a:ext cx="316216" cy="272321"/>
              </a:xfrm>
              <a:custGeom>
                <a:avLst/>
                <a:gdLst/>
                <a:ahLst/>
                <a:cxnLst/>
                <a:rect l="l" t="t" r="r" b="b"/>
                <a:pathLst>
                  <a:path w="6930" h="5969" extrusionOk="0">
                    <a:moveTo>
                      <a:pt x="2336" y="0"/>
                    </a:moveTo>
                    <a:lnTo>
                      <a:pt x="0" y="1021"/>
                    </a:lnTo>
                    <a:lnTo>
                      <a:pt x="3003" y="5968"/>
                    </a:lnTo>
                    <a:lnTo>
                      <a:pt x="6929" y="707"/>
                    </a:lnTo>
                    <a:lnTo>
                      <a:pt x="5340" y="157"/>
                    </a:lnTo>
                    <a:lnTo>
                      <a:pt x="2336" y="0"/>
                    </a:lnTo>
                    <a:close/>
                  </a:path>
                </a:pathLst>
              </a:custGeom>
              <a:solidFill>
                <a:srgbClr val="83593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6" name="Google Shape;1876;p50"/>
              <p:cNvSpPr/>
              <p:nvPr/>
            </p:nvSpPr>
            <p:spPr>
              <a:xfrm>
                <a:off x="1634006" y="2475052"/>
                <a:ext cx="778539" cy="1038094"/>
              </a:xfrm>
              <a:custGeom>
                <a:avLst/>
                <a:gdLst/>
                <a:ahLst/>
                <a:cxnLst/>
                <a:rect l="l" t="t" r="r" b="b"/>
                <a:pathLst>
                  <a:path w="17062" h="22754" extrusionOk="0">
                    <a:moveTo>
                      <a:pt x="6832" y="1"/>
                    </a:moveTo>
                    <a:cubicBezTo>
                      <a:pt x="6832" y="1"/>
                      <a:pt x="3848" y="1198"/>
                      <a:pt x="2848" y="1669"/>
                    </a:cubicBezTo>
                    <a:cubicBezTo>
                      <a:pt x="1806" y="2160"/>
                      <a:pt x="0" y="8108"/>
                      <a:pt x="0" y="8108"/>
                    </a:cubicBezTo>
                    <a:lnTo>
                      <a:pt x="3298" y="9149"/>
                    </a:lnTo>
                    <a:lnTo>
                      <a:pt x="3947" y="6969"/>
                    </a:lnTo>
                    <a:lnTo>
                      <a:pt x="3947" y="6969"/>
                    </a:lnTo>
                    <a:cubicBezTo>
                      <a:pt x="3947" y="6970"/>
                      <a:pt x="3123" y="13076"/>
                      <a:pt x="2945" y="15118"/>
                    </a:cubicBezTo>
                    <a:cubicBezTo>
                      <a:pt x="2827" y="16707"/>
                      <a:pt x="2945" y="22754"/>
                      <a:pt x="2945" y="22754"/>
                    </a:cubicBezTo>
                    <a:lnTo>
                      <a:pt x="14980" y="22538"/>
                    </a:lnTo>
                    <a:cubicBezTo>
                      <a:pt x="14980" y="22538"/>
                      <a:pt x="14745" y="17277"/>
                      <a:pt x="14646" y="15824"/>
                    </a:cubicBezTo>
                    <a:cubicBezTo>
                      <a:pt x="14548" y="14607"/>
                      <a:pt x="14253" y="12035"/>
                      <a:pt x="14018" y="9895"/>
                    </a:cubicBezTo>
                    <a:cubicBezTo>
                      <a:pt x="13606" y="9090"/>
                      <a:pt x="13507" y="8168"/>
                      <a:pt x="13311" y="7304"/>
                    </a:cubicBezTo>
                    <a:cubicBezTo>
                      <a:pt x="13110" y="6486"/>
                      <a:pt x="13787" y="5955"/>
                      <a:pt x="14430" y="5955"/>
                    </a:cubicBezTo>
                    <a:cubicBezTo>
                      <a:pt x="14852" y="5955"/>
                      <a:pt x="15260" y="6185"/>
                      <a:pt x="15392" y="6715"/>
                    </a:cubicBezTo>
                    <a:cubicBezTo>
                      <a:pt x="15569" y="7500"/>
                      <a:pt x="15373" y="7755"/>
                      <a:pt x="15766" y="8461"/>
                    </a:cubicBezTo>
                    <a:lnTo>
                      <a:pt x="17061" y="8461"/>
                    </a:lnTo>
                    <a:cubicBezTo>
                      <a:pt x="17061" y="8461"/>
                      <a:pt x="16059" y="2671"/>
                      <a:pt x="15667" y="2043"/>
                    </a:cubicBezTo>
                    <a:cubicBezTo>
                      <a:pt x="15412" y="1590"/>
                      <a:pt x="11486" y="1"/>
                      <a:pt x="11486" y="1"/>
                    </a:cubicBezTo>
                    <a:lnTo>
                      <a:pt x="8973" y="3122"/>
                    </a:lnTo>
                    <a:lnTo>
                      <a:pt x="6832"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7" name="Google Shape;1877;p50"/>
              <p:cNvSpPr/>
              <p:nvPr/>
            </p:nvSpPr>
            <p:spPr>
              <a:xfrm>
                <a:off x="1913484" y="2475052"/>
                <a:ext cx="290298" cy="195310"/>
              </a:xfrm>
              <a:custGeom>
                <a:avLst/>
                <a:gdLst/>
                <a:ahLst/>
                <a:cxnLst/>
                <a:rect l="l" t="t" r="r" b="b"/>
                <a:pathLst>
                  <a:path w="6362" h="4281" extrusionOk="0">
                    <a:moveTo>
                      <a:pt x="707" y="1"/>
                    </a:moveTo>
                    <a:lnTo>
                      <a:pt x="0" y="276"/>
                    </a:lnTo>
                    <a:lnTo>
                      <a:pt x="2691" y="4281"/>
                    </a:lnTo>
                    <a:lnTo>
                      <a:pt x="6361" y="412"/>
                    </a:lnTo>
                    <a:lnTo>
                      <a:pt x="5361" y="1"/>
                    </a:lnTo>
                    <a:lnTo>
                      <a:pt x="2848" y="3122"/>
                    </a:lnTo>
                    <a:lnTo>
                      <a:pt x="707"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8" name="Google Shape;1878;p50"/>
              <p:cNvSpPr/>
              <p:nvPr/>
            </p:nvSpPr>
            <p:spPr>
              <a:xfrm>
                <a:off x="1924343" y="2202779"/>
                <a:ext cx="262464" cy="267074"/>
              </a:xfrm>
              <a:custGeom>
                <a:avLst/>
                <a:gdLst/>
                <a:ahLst/>
                <a:cxnLst/>
                <a:rect l="l" t="t" r="r" b="b"/>
                <a:pathLst>
                  <a:path w="5752" h="5854" extrusionOk="0">
                    <a:moveTo>
                      <a:pt x="2747" y="1"/>
                    </a:moveTo>
                    <a:cubicBezTo>
                      <a:pt x="1511" y="1"/>
                      <a:pt x="548" y="1257"/>
                      <a:pt x="548" y="2493"/>
                    </a:cubicBezTo>
                    <a:lnTo>
                      <a:pt x="548" y="2631"/>
                    </a:lnTo>
                    <a:cubicBezTo>
                      <a:pt x="502" y="2619"/>
                      <a:pt x="462" y="2612"/>
                      <a:pt x="429" y="2612"/>
                    </a:cubicBezTo>
                    <a:cubicBezTo>
                      <a:pt x="1" y="2612"/>
                      <a:pt x="505" y="3588"/>
                      <a:pt x="705" y="3770"/>
                    </a:cubicBezTo>
                    <a:cubicBezTo>
                      <a:pt x="765" y="4045"/>
                      <a:pt x="843" y="4320"/>
                      <a:pt x="961" y="4516"/>
                    </a:cubicBezTo>
                    <a:cubicBezTo>
                      <a:pt x="1196" y="4987"/>
                      <a:pt x="1608" y="5045"/>
                      <a:pt x="1961" y="5320"/>
                    </a:cubicBezTo>
                    <a:cubicBezTo>
                      <a:pt x="1961" y="5320"/>
                      <a:pt x="2158" y="5713"/>
                      <a:pt x="2296" y="5773"/>
                    </a:cubicBezTo>
                    <a:cubicBezTo>
                      <a:pt x="2408" y="5824"/>
                      <a:pt x="2613" y="5853"/>
                      <a:pt x="2813" y="5853"/>
                    </a:cubicBezTo>
                    <a:cubicBezTo>
                      <a:pt x="2995" y="5853"/>
                      <a:pt x="3174" y="5829"/>
                      <a:pt x="3277" y="5773"/>
                    </a:cubicBezTo>
                    <a:cubicBezTo>
                      <a:pt x="3375" y="5713"/>
                      <a:pt x="3552" y="5360"/>
                      <a:pt x="3552" y="5360"/>
                    </a:cubicBezTo>
                    <a:cubicBezTo>
                      <a:pt x="3846" y="5124"/>
                      <a:pt x="4239" y="4948"/>
                      <a:pt x="4474" y="4574"/>
                    </a:cubicBezTo>
                    <a:cubicBezTo>
                      <a:pt x="4612" y="4359"/>
                      <a:pt x="4710" y="4124"/>
                      <a:pt x="4788" y="3868"/>
                    </a:cubicBezTo>
                    <a:cubicBezTo>
                      <a:pt x="4848" y="3868"/>
                      <a:pt x="4887" y="3888"/>
                      <a:pt x="4887" y="3888"/>
                    </a:cubicBezTo>
                    <a:cubicBezTo>
                      <a:pt x="5071" y="3851"/>
                      <a:pt x="5752" y="2613"/>
                      <a:pt x="5293" y="2613"/>
                    </a:cubicBezTo>
                    <a:cubicBezTo>
                      <a:pt x="5262" y="2613"/>
                      <a:pt x="5224" y="2619"/>
                      <a:pt x="5181" y="2631"/>
                    </a:cubicBezTo>
                    <a:cubicBezTo>
                      <a:pt x="5123" y="2650"/>
                      <a:pt x="5084" y="2690"/>
                      <a:pt x="5024" y="2729"/>
                    </a:cubicBezTo>
                    <a:cubicBezTo>
                      <a:pt x="5044" y="2650"/>
                      <a:pt x="5044" y="2572"/>
                      <a:pt x="5044" y="2493"/>
                    </a:cubicBezTo>
                    <a:cubicBezTo>
                      <a:pt x="5044" y="1257"/>
                      <a:pt x="4003" y="1"/>
                      <a:pt x="2747" y="1"/>
                    </a:cubicBezTo>
                    <a:close/>
                  </a:path>
                </a:pathLst>
              </a:custGeom>
              <a:solidFill>
                <a:srgbClr val="A86F4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79" name="Google Shape;1879;p50"/>
              <p:cNvSpPr/>
              <p:nvPr/>
            </p:nvSpPr>
            <p:spPr>
              <a:xfrm>
                <a:off x="1764779" y="2526103"/>
                <a:ext cx="647763" cy="990647"/>
              </a:xfrm>
              <a:custGeom>
                <a:avLst/>
                <a:gdLst/>
                <a:ahLst/>
                <a:cxnLst/>
                <a:rect l="l" t="t" r="r" b="b"/>
                <a:pathLst>
                  <a:path w="14196" h="21714" extrusionOk="0">
                    <a:moveTo>
                      <a:pt x="11073" y="0"/>
                    </a:moveTo>
                    <a:lnTo>
                      <a:pt x="11073" y="0"/>
                    </a:lnTo>
                    <a:cubicBezTo>
                      <a:pt x="11269" y="2356"/>
                      <a:pt x="10583" y="5065"/>
                      <a:pt x="8973" y="7520"/>
                    </a:cubicBezTo>
                    <a:cubicBezTo>
                      <a:pt x="6757" y="10922"/>
                      <a:pt x="3365" y="12919"/>
                      <a:pt x="345" y="12919"/>
                    </a:cubicBezTo>
                    <a:cubicBezTo>
                      <a:pt x="315" y="12919"/>
                      <a:pt x="286" y="12918"/>
                      <a:pt x="257" y="12918"/>
                    </a:cubicBezTo>
                    <a:cubicBezTo>
                      <a:pt x="197" y="13389"/>
                      <a:pt x="158" y="13782"/>
                      <a:pt x="139" y="14096"/>
                    </a:cubicBezTo>
                    <a:cubicBezTo>
                      <a:pt x="1" y="15666"/>
                      <a:pt x="139" y="21713"/>
                      <a:pt x="139" y="21713"/>
                    </a:cubicBezTo>
                    <a:lnTo>
                      <a:pt x="12172" y="21498"/>
                    </a:lnTo>
                    <a:cubicBezTo>
                      <a:pt x="12172" y="21498"/>
                      <a:pt x="11918" y="16237"/>
                      <a:pt x="11819" y="14803"/>
                    </a:cubicBezTo>
                    <a:cubicBezTo>
                      <a:pt x="11746" y="13805"/>
                      <a:pt x="11355" y="10091"/>
                      <a:pt x="11048" y="7342"/>
                    </a:cubicBezTo>
                    <a:lnTo>
                      <a:pt x="14195" y="7342"/>
                    </a:lnTo>
                    <a:cubicBezTo>
                      <a:pt x="14195" y="7342"/>
                      <a:pt x="13233" y="1649"/>
                      <a:pt x="12860" y="1002"/>
                    </a:cubicBezTo>
                    <a:cubicBezTo>
                      <a:pt x="12743" y="825"/>
                      <a:pt x="11937" y="413"/>
                      <a:pt x="11073"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0" name="Google Shape;1880;p50"/>
              <p:cNvSpPr/>
              <p:nvPr/>
            </p:nvSpPr>
            <p:spPr>
              <a:xfrm>
                <a:off x="1948435" y="2189321"/>
                <a:ext cx="206111" cy="142479"/>
              </a:xfrm>
              <a:custGeom>
                <a:avLst/>
                <a:gdLst/>
                <a:ahLst/>
                <a:cxnLst/>
                <a:rect l="l" t="t" r="r" b="b"/>
                <a:pathLst>
                  <a:path w="4517" h="3123" extrusionOk="0">
                    <a:moveTo>
                      <a:pt x="2258" y="1"/>
                    </a:moveTo>
                    <a:cubicBezTo>
                      <a:pt x="1001" y="1"/>
                      <a:pt x="1" y="1178"/>
                      <a:pt x="1" y="2652"/>
                    </a:cubicBezTo>
                    <a:cubicBezTo>
                      <a:pt x="1" y="2809"/>
                      <a:pt x="1" y="2966"/>
                      <a:pt x="20" y="3123"/>
                    </a:cubicBezTo>
                    <a:cubicBezTo>
                      <a:pt x="216" y="1885"/>
                      <a:pt x="1140" y="943"/>
                      <a:pt x="2258" y="943"/>
                    </a:cubicBezTo>
                    <a:cubicBezTo>
                      <a:pt x="3378" y="943"/>
                      <a:pt x="4300" y="1885"/>
                      <a:pt x="4496" y="3123"/>
                    </a:cubicBezTo>
                    <a:cubicBezTo>
                      <a:pt x="4516" y="2966"/>
                      <a:pt x="4516" y="2809"/>
                      <a:pt x="4516" y="2652"/>
                    </a:cubicBezTo>
                    <a:cubicBezTo>
                      <a:pt x="4516" y="1178"/>
                      <a:pt x="3514" y="1"/>
                      <a:pt x="2258"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1" name="Google Shape;1881;p50"/>
              <p:cNvSpPr/>
              <p:nvPr/>
            </p:nvSpPr>
            <p:spPr>
              <a:xfrm>
                <a:off x="1603526" y="2779579"/>
                <a:ext cx="392418" cy="369907"/>
              </a:xfrm>
              <a:custGeom>
                <a:avLst/>
                <a:gdLst/>
                <a:ahLst/>
                <a:cxnLst/>
                <a:rect l="l" t="t" r="r" b="b"/>
                <a:pathLst>
                  <a:path w="8600" h="8108" extrusionOk="0">
                    <a:moveTo>
                      <a:pt x="1532" y="1"/>
                    </a:moveTo>
                    <a:lnTo>
                      <a:pt x="668" y="1433"/>
                    </a:lnTo>
                    <a:cubicBezTo>
                      <a:pt x="668" y="1433"/>
                      <a:pt x="1" y="2789"/>
                      <a:pt x="158" y="3220"/>
                    </a:cubicBezTo>
                    <a:cubicBezTo>
                      <a:pt x="924" y="5105"/>
                      <a:pt x="7560" y="8108"/>
                      <a:pt x="7560" y="8108"/>
                    </a:cubicBezTo>
                    <a:lnTo>
                      <a:pt x="8600" y="5870"/>
                    </a:lnTo>
                    <a:lnTo>
                      <a:pt x="3908" y="2650"/>
                    </a:lnTo>
                    <a:lnTo>
                      <a:pt x="4595" y="452"/>
                    </a:lnTo>
                    <a:lnTo>
                      <a:pt x="1532"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2" name="Google Shape;1882;p50"/>
              <p:cNvSpPr/>
              <p:nvPr/>
            </p:nvSpPr>
            <p:spPr>
              <a:xfrm>
                <a:off x="2120457" y="2759870"/>
                <a:ext cx="308185" cy="339477"/>
              </a:xfrm>
              <a:custGeom>
                <a:avLst/>
                <a:gdLst/>
                <a:ahLst/>
                <a:cxnLst/>
                <a:rect l="l" t="t" r="r" b="b"/>
                <a:pathLst>
                  <a:path w="6754" h="7441" extrusionOk="0">
                    <a:moveTo>
                      <a:pt x="2964" y="1"/>
                    </a:moveTo>
                    <a:cubicBezTo>
                      <a:pt x="2945" y="177"/>
                      <a:pt x="2945" y="3318"/>
                      <a:pt x="2945" y="3318"/>
                    </a:cubicBezTo>
                    <a:lnTo>
                      <a:pt x="0" y="5301"/>
                    </a:lnTo>
                    <a:lnTo>
                      <a:pt x="2375" y="7441"/>
                    </a:lnTo>
                    <a:lnTo>
                      <a:pt x="6754" y="4221"/>
                    </a:lnTo>
                    <a:lnTo>
                      <a:pt x="6400" y="2218"/>
                    </a:lnTo>
                    <a:lnTo>
                      <a:pt x="2964"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3" name="Google Shape;1883;p50"/>
              <p:cNvSpPr/>
              <p:nvPr/>
            </p:nvSpPr>
            <p:spPr>
              <a:xfrm>
                <a:off x="2133826" y="2757179"/>
                <a:ext cx="139810" cy="276837"/>
              </a:xfrm>
              <a:custGeom>
                <a:avLst/>
                <a:gdLst/>
                <a:ahLst/>
                <a:cxnLst/>
                <a:rect l="l" t="t" r="r" b="b"/>
                <a:pathLst>
                  <a:path w="3064" h="6068" extrusionOk="0">
                    <a:moveTo>
                      <a:pt x="2966" y="0"/>
                    </a:moveTo>
                    <a:cubicBezTo>
                      <a:pt x="2946" y="157"/>
                      <a:pt x="2946" y="3319"/>
                      <a:pt x="2946" y="3319"/>
                    </a:cubicBezTo>
                    <a:lnTo>
                      <a:pt x="1" y="5301"/>
                    </a:lnTo>
                    <a:lnTo>
                      <a:pt x="846" y="6067"/>
                    </a:lnTo>
                    <a:lnTo>
                      <a:pt x="3064" y="3711"/>
                    </a:lnTo>
                    <a:lnTo>
                      <a:pt x="2966" y="0"/>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4" name="Google Shape;1884;p50"/>
              <p:cNvSpPr/>
              <p:nvPr/>
            </p:nvSpPr>
            <p:spPr>
              <a:xfrm>
                <a:off x="693412" y="3733446"/>
                <a:ext cx="2823033" cy="130793"/>
              </a:xfrm>
              <a:custGeom>
                <a:avLst/>
                <a:gdLst/>
                <a:ahLst/>
                <a:cxnLst/>
                <a:rect l="l" t="t" r="r" b="b"/>
                <a:pathLst>
                  <a:path w="60920" h="2867" extrusionOk="0">
                    <a:moveTo>
                      <a:pt x="1" y="0"/>
                    </a:moveTo>
                    <a:lnTo>
                      <a:pt x="1" y="2866"/>
                    </a:lnTo>
                    <a:lnTo>
                      <a:pt x="60920" y="2866"/>
                    </a:lnTo>
                    <a:lnTo>
                      <a:pt x="6092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5" name="Google Shape;1885;p50"/>
              <p:cNvSpPr/>
              <p:nvPr/>
            </p:nvSpPr>
            <p:spPr>
              <a:xfrm>
                <a:off x="693412" y="3664511"/>
                <a:ext cx="2823033" cy="68985"/>
              </a:xfrm>
              <a:custGeom>
                <a:avLst/>
                <a:gdLst/>
                <a:ahLst/>
                <a:cxnLst/>
                <a:rect l="l" t="t" r="r" b="b"/>
                <a:pathLst>
                  <a:path w="60920" h="1512" extrusionOk="0">
                    <a:moveTo>
                      <a:pt x="1" y="0"/>
                    </a:moveTo>
                    <a:lnTo>
                      <a:pt x="1" y="1511"/>
                    </a:lnTo>
                    <a:lnTo>
                      <a:pt x="60920" y="1511"/>
                    </a:lnTo>
                    <a:lnTo>
                      <a:pt x="60920"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6" name="Google Shape;1886;p50"/>
              <p:cNvSpPr/>
              <p:nvPr/>
            </p:nvSpPr>
            <p:spPr>
              <a:xfrm>
                <a:off x="1747805" y="3864198"/>
                <a:ext cx="564397" cy="629727"/>
              </a:xfrm>
              <a:custGeom>
                <a:avLst/>
                <a:gdLst/>
                <a:ahLst/>
                <a:cxnLst/>
                <a:rect l="l" t="t" r="r" b="b"/>
                <a:pathLst>
                  <a:path w="12369" h="13803" extrusionOk="0">
                    <a:moveTo>
                      <a:pt x="0" y="0"/>
                    </a:moveTo>
                    <a:lnTo>
                      <a:pt x="0" y="13802"/>
                    </a:lnTo>
                    <a:lnTo>
                      <a:pt x="12369" y="13802"/>
                    </a:lnTo>
                    <a:lnTo>
                      <a:pt x="12369"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7" name="Google Shape;1887;p50"/>
              <p:cNvSpPr/>
              <p:nvPr/>
            </p:nvSpPr>
            <p:spPr>
              <a:xfrm>
                <a:off x="1403807" y="4493874"/>
                <a:ext cx="1202214" cy="285734"/>
              </a:xfrm>
              <a:custGeom>
                <a:avLst/>
                <a:gdLst/>
                <a:ahLst/>
                <a:cxnLst/>
                <a:rect l="l" t="t" r="r" b="b"/>
                <a:pathLst>
                  <a:path w="26347" h="6263" extrusionOk="0">
                    <a:moveTo>
                      <a:pt x="1" y="0"/>
                    </a:moveTo>
                    <a:lnTo>
                      <a:pt x="1" y="3259"/>
                    </a:lnTo>
                    <a:lnTo>
                      <a:pt x="1" y="6262"/>
                    </a:lnTo>
                    <a:lnTo>
                      <a:pt x="8736" y="6262"/>
                    </a:lnTo>
                    <a:lnTo>
                      <a:pt x="8736" y="3259"/>
                    </a:lnTo>
                    <a:lnTo>
                      <a:pt x="17610" y="3259"/>
                    </a:lnTo>
                    <a:lnTo>
                      <a:pt x="17610" y="6262"/>
                    </a:lnTo>
                    <a:lnTo>
                      <a:pt x="26347" y="6262"/>
                    </a:lnTo>
                    <a:lnTo>
                      <a:pt x="26347" y="3259"/>
                    </a:lnTo>
                    <a:lnTo>
                      <a:pt x="26347"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8" name="Google Shape;1888;p50"/>
              <p:cNvSpPr/>
              <p:nvPr/>
            </p:nvSpPr>
            <p:spPr>
              <a:xfrm>
                <a:off x="1445877" y="4620110"/>
                <a:ext cx="293036" cy="148729"/>
              </a:xfrm>
              <a:custGeom>
                <a:avLst/>
                <a:gdLst/>
                <a:ahLst/>
                <a:cxnLst/>
                <a:rect l="l" t="t" r="r" b="b"/>
                <a:pathLst>
                  <a:path w="6422" h="3260" extrusionOk="0">
                    <a:moveTo>
                      <a:pt x="3201" y="1"/>
                    </a:moveTo>
                    <a:cubicBezTo>
                      <a:pt x="1434" y="1"/>
                      <a:pt x="1" y="1453"/>
                      <a:pt x="1" y="3260"/>
                    </a:cubicBezTo>
                    <a:lnTo>
                      <a:pt x="6421" y="3260"/>
                    </a:lnTo>
                    <a:cubicBezTo>
                      <a:pt x="6421" y="1453"/>
                      <a:pt x="4987" y="1"/>
                      <a:pt x="3201"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89" name="Google Shape;1889;p50"/>
              <p:cNvSpPr/>
              <p:nvPr/>
            </p:nvSpPr>
            <p:spPr>
              <a:xfrm>
                <a:off x="1481696" y="4676590"/>
                <a:ext cx="220439" cy="203294"/>
              </a:xfrm>
              <a:custGeom>
                <a:avLst/>
                <a:gdLst/>
                <a:ahLst/>
                <a:cxnLst/>
                <a:rect l="l" t="t" r="r" b="b"/>
                <a:pathLst>
                  <a:path w="4831" h="4456" extrusionOk="0">
                    <a:moveTo>
                      <a:pt x="2416" y="0"/>
                    </a:moveTo>
                    <a:cubicBezTo>
                      <a:pt x="1081" y="0"/>
                      <a:pt x="1" y="1001"/>
                      <a:pt x="1" y="2238"/>
                    </a:cubicBezTo>
                    <a:cubicBezTo>
                      <a:pt x="1" y="3474"/>
                      <a:pt x="1081" y="4456"/>
                      <a:pt x="2416" y="4456"/>
                    </a:cubicBezTo>
                    <a:cubicBezTo>
                      <a:pt x="3751" y="4456"/>
                      <a:pt x="4830" y="3474"/>
                      <a:pt x="4830" y="2238"/>
                    </a:cubicBezTo>
                    <a:cubicBezTo>
                      <a:pt x="4830" y="1001"/>
                      <a:pt x="3751" y="0"/>
                      <a:pt x="241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0" name="Google Shape;1890;p50"/>
              <p:cNvSpPr/>
              <p:nvPr/>
            </p:nvSpPr>
            <p:spPr>
              <a:xfrm>
                <a:off x="1573091" y="4760763"/>
                <a:ext cx="38603" cy="35859"/>
              </a:xfrm>
              <a:custGeom>
                <a:avLst/>
                <a:gdLst/>
                <a:ahLst/>
                <a:cxnLst/>
                <a:rect l="l" t="t" r="r" b="b"/>
                <a:pathLst>
                  <a:path w="846" h="786" extrusionOk="0">
                    <a:moveTo>
                      <a:pt x="413" y="1"/>
                    </a:moveTo>
                    <a:cubicBezTo>
                      <a:pt x="178" y="1"/>
                      <a:pt x="0" y="177"/>
                      <a:pt x="0" y="393"/>
                    </a:cubicBezTo>
                    <a:cubicBezTo>
                      <a:pt x="0" y="608"/>
                      <a:pt x="178" y="786"/>
                      <a:pt x="413" y="786"/>
                    </a:cubicBezTo>
                    <a:cubicBezTo>
                      <a:pt x="649" y="786"/>
                      <a:pt x="845" y="608"/>
                      <a:pt x="845" y="393"/>
                    </a:cubicBezTo>
                    <a:cubicBezTo>
                      <a:pt x="845" y="177"/>
                      <a:pt x="649" y="1"/>
                      <a:pt x="413"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1" name="Google Shape;1891;p50"/>
              <p:cNvSpPr/>
              <p:nvPr/>
            </p:nvSpPr>
            <p:spPr>
              <a:xfrm>
                <a:off x="2276326" y="4620110"/>
                <a:ext cx="292945" cy="148729"/>
              </a:xfrm>
              <a:custGeom>
                <a:avLst/>
                <a:gdLst/>
                <a:ahLst/>
                <a:cxnLst/>
                <a:rect l="l" t="t" r="r" b="b"/>
                <a:pathLst>
                  <a:path w="6420" h="3260" extrusionOk="0">
                    <a:moveTo>
                      <a:pt x="3220" y="1"/>
                    </a:moveTo>
                    <a:cubicBezTo>
                      <a:pt x="1433" y="1"/>
                      <a:pt x="0" y="1453"/>
                      <a:pt x="0" y="3260"/>
                    </a:cubicBezTo>
                    <a:lnTo>
                      <a:pt x="6419" y="3260"/>
                    </a:lnTo>
                    <a:cubicBezTo>
                      <a:pt x="6419" y="1453"/>
                      <a:pt x="4987" y="1"/>
                      <a:pt x="3220"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2" name="Google Shape;1892;p50"/>
              <p:cNvSpPr/>
              <p:nvPr/>
            </p:nvSpPr>
            <p:spPr>
              <a:xfrm>
                <a:off x="2313011" y="4677457"/>
                <a:ext cx="220393" cy="202427"/>
              </a:xfrm>
              <a:custGeom>
                <a:avLst/>
                <a:gdLst/>
                <a:ahLst/>
                <a:cxnLst/>
                <a:rect l="l" t="t" r="r" b="b"/>
                <a:pathLst>
                  <a:path w="4830" h="4437" extrusionOk="0">
                    <a:moveTo>
                      <a:pt x="2416" y="0"/>
                    </a:moveTo>
                    <a:cubicBezTo>
                      <a:pt x="1081" y="0"/>
                      <a:pt x="0" y="982"/>
                      <a:pt x="0" y="2219"/>
                    </a:cubicBezTo>
                    <a:cubicBezTo>
                      <a:pt x="0" y="3455"/>
                      <a:pt x="1081" y="4437"/>
                      <a:pt x="2416" y="4437"/>
                    </a:cubicBezTo>
                    <a:cubicBezTo>
                      <a:pt x="3751" y="4437"/>
                      <a:pt x="4830" y="3455"/>
                      <a:pt x="4830" y="2219"/>
                    </a:cubicBezTo>
                    <a:cubicBezTo>
                      <a:pt x="4830" y="982"/>
                      <a:pt x="3751" y="0"/>
                      <a:pt x="241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3" name="Google Shape;1893;p50"/>
              <p:cNvSpPr/>
              <p:nvPr/>
            </p:nvSpPr>
            <p:spPr>
              <a:xfrm>
                <a:off x="2403539" y="4760763"/>
                <a:ext cx="39424" cy="35859"/>
              </a:xfrm>
              <a:custGeom>
                <a:avLst/>
                <a:gdLst/>
                <a:ahLst/>
                <a:cxnLst/>
                <a:rect l="l" t="t" r="r" b="b"/>
                <a:pathLst>
                  <a:path w="864" h="786" extrusionOk="0">
                    <a:moveTo>
                      <a:pt x="432" y="1"/>
                    </a:moveTo>
                    <a:cubicBezTo>
                      <a:pt x="196" y="1"/>
                      <a:pt x="0" y="177"/>
                      <a:pt x="0" y="393"/>
                    </a:cubicBezTo>
                    <a:cubicBezTo>
                      <a:pt x="0" y="608"/>
                      <a:pt x="196" y="786"/>
                      <a:pt x="432" y="786"/>
                    </a:cubicBezTo>
                    <a:cubicBezTo>
                      <a:pt x="667" y="786"/>
                      <a:pt x="864" y="608"/>
                      <a:pt x="864" y="393"/>
                    </a:cubicBezTo>
                    <a:cubicBezTo>
                      <a:pt x="864" y="177"/>
                      <a:pt x="667" y="1"/>
                      <a:pt x="432"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4" name="Google Shape;1894;p50"/>
              <p:cNvSpPr/>
              <p:nvPr/>
            </p:nvSpPr>
            <p:spPr>
              <a:xfrm>
                <a:off x="717638" y="3290135"/>
                <a:ext cx="389680" cy="351841"/>
              </a:xfrm>
              <a:custGeom>
                <a:avLst/>
                <a:gdLst/>
                <a:ahLst/>
                <a:cxnLst/>
                <a:rect l="l" t="t" r="r" b="b"/>
                <a:pathLst>
                  <a:path w="8540" h="7712" extrusionOk="0">
                    <a:moveTo>
                      <a:pt x="4380" y="1"/>
                    </a:moveTo>
                    <a:cubicBezTo>
                      <a:pt x="4114" y="1"/>
                      <a:pt x="3808" y="441"/>
                      <a:pt x="3632" y="569"/>
                    </a:cubicBezTo>
                    <a:cubicBezTo>
                      <a:pt x="3473" y="675"/>
                      <a:pt x="3314" y="749"/>
                      <a:pt x="3126" y="749"/>
                    </a:cubicBezTo>
                    <a:cubicBezTo>
                      <a:pt x="3106" y="749"/>
                      <a:pt x="3085" y="748"/>
                      <a:pt x="3063" y="746"/>
                    </a:cubicBezTo>
                    <a:cubicBezTo>
                      <a:pt x="2928" y="734"/>
                      <a:pt x="2786" y="723"/>
                      <a:pt x="2642" y="723"/>
                    </a:cubicBezTo>
                    <a:cubicBezTo>
                      <a:pt x="2534" y="723"/>
                      <a:pt x="2426" y="729"/>
                      <a:pt x="2317" y="746"/>
                    </a:cubicBezTo>
                    <a:cubicBezTo>
                      <a:pt x="1668" y="843"/>
                      <a:pt x="1021" y="1178"/>
                      <a:pt x="648" y="1746"/>
                    </a:cubicBezTo>
                    <a:lnTo>
                      <a:pt x="707" y="1668"/>
                    </a:lnTo>
                    <a:lnTo>
                      <a:pt x="707" y="1668"/>
                    </a:lnTo>
                    <a:cubicBezTo>
                      <a:pt x="648" y="1786"/>
                      <a:pt x="589" y="1885"/>
                      <a:pt x="530" y="2002"/>
                    </a:cubicBezTo>
                    <a:cubicBezTo>
                      <a:pt x="373" y="2395"/>
                      <a:pt x="333" y="2827"/>
                      <a:pt x="216" y="3238"/>
                    </a:cubicBezTo>
                    <a:cubicBezTo>
                      <a:pt x="158" y="3494"/>
                      <a:pt x="98" y="3710"/>
                      <a:pt x="98" y="3984"/>
                    </a:cubicBezTo>
                    <a:cubicBezTo>
                      <a:pt x="79" y="4437"/>
                      <a:pt x="0" y="4888"/>
                      <a:pt x="40" y="5340"/>
                    </a:cubicBezTo>
                    <a:cubicBezTo>
                      <a:pt x="59" y="5890"/>
                      <a:pt x="216" y="6458"/>
                      <a:pt x="569" y="6851"/>
                    </a:cubicBezTo>
                    <a:cubicBezTo>
                      <a:pt x="962" y="7303"/>
                      <a:pt x="1571" y="7518"/>
                      <a:pt x="2100" y="7656"/>
                    </a:cubicBezTo>
                    <a:cubicBezTo>
                      <a:pt x="2260" y="7695"/>
                      <a:pt x="2420" y="7712"/>
                      <a:pt x="2580" y="7712"/>
                    </a:cubicBezTo>
                    <a:cubicBezTo>
                      <a:pt x="2988" y="7712"/>
                      <a:pt x="3393" y="7601"/>
                      <a:pt x="3789" y="7460"/>
                    </a:cubicBezTo>
                    <a:cubicBezTo>
                      <a:pt x="4338" y="7264"/>
                      <a:pt x="4673" y="6714"/>
                      <a:pt x="5105" y="6301"/>
                    </a:cubicBezTo>
                    <a:cubicBezTo>
                      <a:pt x="5576" y="5869"/>
                      <a:pt x="6243" y="5929"/>
                      <a:pt x="6793" y="5712"/>
                    </a:cubicBezTo>
                    <a:cubicBezTo>
                      <a:pt x="7304" y="5516"/>
                      <a:pt x="7736" y="5222"/>
                      <a:pt x="8207" y="4947"/>
                    </a:cubicBezTo>
                    <a:cubicBezTo>
                      <a:pt x="8343" y="4848"/>
                      <a:pt x="8343" y="4652"/>
                      <a:pt x="8383" y="4476"/>
                    </a:cubicBezTo>
                    <a:cubicBezTo>
                      <a:pt x="8422" y="4240"/>
                      <a:pt x="8540" y="3906"/>
                      <a:pt x="8521" y="3652"/>
                    </a:cubicBezTo>
                    <a:cubicBezTo>
                      <a:pt x="8500" y="3513"/>
                      <a:pt x="8304" y="3435"/>
                      <a:pt x="8186" y="3356"/>
                    </a:cubicBezTo>
                    <a:cubicBezTo>
                      <a:pt x="7990" y="3259"/>
                      <a:pt x="7775" y="3160"/>
                      <a:pt x="7578" y="3063"/>
                    </a:cubicBezTo>
                    <a:cubicBezTo>
                      <a:pt x="7343" y="2924"/>
                      <a:pt x="7008" y="2846"/>
                      <a:pt x="6851" y="2610"/>
                    </a:cubicBezTo>
                    <a:cubicBezTo>
                      <a:pt x="6715" y="2395"/>
                      <a:pt x="6694" y="2081"/>
                      <a:pt x="6773" y="1825"/>
                    </a:cubicBezTo>
                    <a:cubicBezTo>
                      <a:pt x="6851" y="1629"/>
                      <a:pt x="6911" y="1296"/>
                      <a:pt x="6793" y="1099"/>
                    </a:cubicBezTo>
                    <a:cubicBezTo>
                      <a:pt x="6684" y="913"/>
                      <a:pt x="6502" y="825"/>
                      <a:pt x="6314" y="825"/>
                    </a:cubicBezTo>
                    <a:cubicBezTo>
                      <a:pt x="6264" y="825"/>
                      <a:pt x="6214" y="831"/>
                      <a:pt x="6165" y="843"/>
                    </a:cubicBezTo>
                    <a:cubicBezTo>
                      <a:pt x="6048" y="869"/>
                      <a:pt x="5958" y="955"/>
                      <a:pt x="5859" y="955"/>
                    </a:cubicBezTo>
                    <a:cubicBezTo>
                      <a:pt x="5808" y="955"/>
                      <a:pt x="5754" y="931"/>
                      <a:pt x="5694" y="864"/>
                    </a:cubicBezTo>
                    <a:cubicBezTo>
                      <a:pt x="5644" y="782"/>
                      <a:pt x="5596" y="741"/>
                      <a:pt x="5514" y="741"/>
                    </a:cubicBezTo>
                    <a:cubicBezTo>
                      <a:pt x="5497" y="741"/>
                      <a:pt x="5478" y="743"/>
                      <a:pt x="5458" y="746"/>
                    </a:cubicBezTo>
                    <a:cubicBezTo>
                      <a:pt x="5402" y="754"/>
                      <a:pt x="5378" y="762"/>
                      <a:pt x="5364" y="762"/>
                    </a:cubicBezTo>
                    <a:cubicBezTo>
                      <a:pt x="5342" y="762"/>
                      <a:pt x="5339" y="745"/>
                      <a:pt x="5281" y="686"/>
                    </a:cubicBezTo>
                    <a:cubicBezTo>
                      <a:pt x="5233" y="631"/>
                      <a:pt x="5183" y="617"/>
                      <a:pt x="5131" y="617"/>
                    </a:cubicBezTo>
                    <a:cubicBezTo>
                      <a:pt x="5077" y="617"/>
                      <a:pt x="5021" y="632"/>
                      <a:pt x="4965" y="632"/>
                    </a:cubicBezTo>
                    <a:cubicBezTo>
                      <a:pt x="4920" y="632"/>
                      <a:pt x="4875" y="623"/>
                      <a:pt x="4830" y="589"/>
                    </a:cubicBezTo>
                    <a:cubicBezTo>
                      <a:pt x="4692" y="471"/>
                      <a:pt x="4692" y="215"/>
                      <a:pt x="4555" y="79"/>
                    </a:cubicBezTo>
                    <a:cubicBezTo>
                      <a:pt x="4500" y="24"/>
                      <a:pt x="4441" y="1"/>
                      <a:pt x="4380" y="1"/>
                    </a:cubicBezTo>
                    <a:close/>
                  </a:path>
                </a:pathLst>
              </a:custGeom>
              <a:solidFill>
                <a:srgbClr val="ECC3A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5" name="Google Shape;1895;p50"/>
              <p:cNvSpPr/>
              <p:nvPr/>
            </p:nvSpPr>
            <p:spPr>
              <a:xfrm>
                <a:off x="718505" y="3327728"/>
                <a:ext cx="388813" cy="314248"/>
              </a:xfrm>
              <a:custGeom>
                <a:avLst/>
                <a:gdLst/>
                <a:ahLst/>
                <a:cxnLst/>
                <a:rect l="l" t="t" r="r" b="b"/>
                <a:pathLst>
                  <a:path w="8521" h="6888" extrusionOk="0">
                    <a:moveTo>
                      <a:pt x="6361" y="1"/>
                    </a:moveTo>
                    <a:lnTo>
                      <a:pt x="6361" y="1"/>
                    </a:lnTo>
                    <a:cubicBezTo>
                      <a:pt x="6460" y="2179"/>
                      <a:pt x="4772" y="4084"/>
                      <a:pt x="2552" y="4280"/>
                    </a:cubicBezTo>
                    <a:cubicBezTo>
                      <a:pt x="2414" y="4295"/>
                      <a:pt x="2276" y="4302"/>
                      <a:pt x="2140" y="4302"/>
                    </a:cubicBezTo>
                    <a:cubicBezTo>
                      <a:pt x="1369" y="4302"/>
                      <a:pt x="640" y="4074"/>
                      <a:pt x="40" y="3691"/>
                    </a:cubicBezTo>
                    <a:cubicBezTo>
                      <a:pt x="21" y="3966"/>
                      <a:pt x="0" y="4241"/>
                      <a:pt x="21" y="4516"/>
                    </a:cubicBezTo>
                    <a:cubicBezTo>
                      <a:pt x="40" y="5066"/>
                      <a:pt x="197" y="5634"/>
                      <a:pt x="550" y="6027"/>
                    </a:cubicBezTo>
                    <a:cubicBezTo>
                      <a:pt x="943" y="6479"/>
                      <a:pt x="1552" y="6694"/>
                      <a:pt x="2081" y="6832"/>
                    </a:cubicBezTo>
                    <a:cubicBezTo>
                      <a:pt x="2241" y="6871"/>
                      <a:pt x="2401" y="6888"/>
                      <a:pt x="2561" y="6888"/>
                    </a:cubicBezTo>
                    <a:cubicBezTo>
                      <a:pt x="2969" y="6888"/>
                      <a:pt x="3374" y="6777"/>
                      <a:pt x="3770" y="6636"/>
                    </a:cubicBezTo>
                    <a:cubicBezTo>
                      <a:pt x="4319" y="6440"/>
                      <a:pt x="4654" y="5890"/>
                      <a:pt x="5086" y="5477"/>
                    </a:cubicBezTo>
                    <a:cubicBezTo>
                      <a:pt x="5557" y="5045"/>
                      <a:pt x="6224" y="5105"/>
                      <a:pt x="6774" y="4888"/>
                    </a:cubicBezTo>
                    <a:cubicBezTo>
                      <a:pt x="7285" y="4692"/>
                      <a:pt x="7717" y="4398"/>
                      <a:pt x="8188" y="4123"/>
                    </a:cubicBezTo>
                    <a:cubicBezTo>
                      <a:pt x="8324" y="4024"/>
                      <a:pt x="8324" y="3828"/>
                      <a:pt x="8364" y="3652"/>
                    </a:cubicBezTo>
                    <a:cubicBezTo>
                      <a:pt x="8403" y="3416"/>
                      <a:pt x="8521" y="3082"/>
                      <a:pt x="8502" y="2828"/>
                    </a:cubicBezTo>
                    <a:cubicBezTo>
                      <a:pt x="8481" y="2689"/>
                      <a:pt x="8285" y="2611"/>
                      <a:pt x="8167" y="2532"/>
                    </a:cubicBezTo>
                    <a:cubicBezTo>
                      <a:pt x="7971" y="2435"/>
                      <a:pt x="7756" y="2336"/>
                      <a:pt x="7559" y="2239"/>
                    </a:cubicBezTo>
                    <a:cubicBezTo>
                      <a:pt x="7324" y="2100"/>
                      <a:pt x="6989" y="2022"/>
                      <a:pt x="6832" y="1786"/>
                    </a:cubicBezTo>
                    <a:cubicBezTo>
                      <a:pt x="6696" y="1571"/>
                      <a:pt x="6675" y="1257"/>
                      <a:pt x="6754" y="1001"/>
                    </a:cubicBezTo>
                    <a:cubicBezTo>
                      <a:pt x="6832" y="805"/>
                      <a:pt x="6892" y="472"/>
                      <a:pt x="6774" y="275"/>
                    </a:cubicBezTo>
                    <a:cubicBezTo>
                      <a:pt x="6675" y="98"/>
                      <a:pt x="6518" y="19"/>
                      <a:pt x="6361" y="1"/>
                    </a:cubicBezTo>
                    <a:close/>
                  </a:path>
                </a:pathLst>
              </a:custGeom>
              <a:solidFill>
                <a:srgbClr val="D5A88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6" name="Google Shape;1896;p50"/>
              <p:cNvSpPr/>
              <p:nvPr/>
            </p:nvSpPr>
            <p:spPr>
              <a:xfrm>
                <a:off x="946011" y="3455789"/>
                <a:ext cx="159522" cy="143437"/>
              </a:xfrm>
              <a:custGeom>
                <a:avLst/>
                <a:gdLst/>
                <a:ahLst/>
                <a:cxnLst/>
                <a:rect l="l" t="t" r="r" b="b"/>
                <a:pathLst>
                  <a:path w="3496" h="3144" extrusionOk="0">
                    <a:moveTo>
                      <a:pt x="3495" y="0"/>
                    </a:moveTo>
                    <a:cubicBezTo>
                      <a:pt x="3319" y="295"/>
                      <a:pt x="2927" y="570"/>
                      <a:pt x="2632" y="707"/>
                    </a:cubicBezTo>
                    <a:cubicBezTo>
                      <a:pt x="2220" y="924"/>
                      <a:pt x="1788" y="1100"/>
                      <a:pt x="1396" y="1374"/>
                    </a:cubicBezTo>
                    <a:cubicBezTo>
                      <a:pt x="1100" y="1591"/>
                      <a:pt x="807" y="1846"/>
                      <a:pt x="551" y="2102"/>
                    </a:cubicBezTo>
                    <a:cubicBezTo>
                      <a:pt x="433" y="2219"/>
                      <a:pt x="354" y="2337"/>
                      <a:pt x="257" y="2455"/>
                    </a:cubicBezTo>
                    <a:cubicBezTo>
                      <a:pt x="178" y="2552"/>
                      <a:pt x="61" y="2612"/>
                      <a:pt x="1" y="2730"/>
                    </a:cubicBezTo>
                    <a:lnTo>
                      <a:pt x="21" y="2749"/>
                    </a:lnTo>
                    <a:cubicBezTo>
                      <a:pt x="173" y="2570"/>
                      <a:pt x="365" y="2506"/>
                      <a:pt x="572" y="2506"/>
                    </a:cubicBezTo>
                    <a:cubicBezTo>
                      <a:pt x="979" y="2506"/>
                      <a:pt x="1443" y="2757"/>
                      <a:pt x="1768" y="2887"/>
                    </a:cubicBezTo>
                    <a:cubicBezTo>
                      <a:pt x="1906" y="2965"/>
                      <a:pt x="2024" y="3044"/>
                      <a:pt x="2160" y="3102"/>
                    </a:cubicBezTo>
                    <a:cubicBezTo>
                      <a:pt x="2222" y="3126"/>
                      <a:pt x="2237" y="3144"/>
                      <a:pt x="2264" y="3144"/>
                    </a:cubicBezTo>
                    <a:cubicBezTo>
                      <a:pt x="2280" y="3144"/>
                      <a:pt x="2300" y="3137"/>
                      <a:pt x="2338" y="3122"/>
                    </a:cubicBezTo>
                    <a:cubicBezTo>
                      <a:pt x="2396" y="3083"/>
                      <a:pt x="2456" y="3005"/>
                      <a:pt x="2495" y="2965"/>
                    </a:cubicBezTo>
                    <a:cubicBezTo>
                      <a:pt x="2691" y="2709"/>
                      <a:pt x="2867" y="2376"/>
                      <a:pt x="3005" y="2081"/>
                    </a:cubicBezTo>
                    <a:cubicBezTo>
                      <a:pt x="3319" y="1414"/>
                      <a:pt x="3417" y="707"/>
                      <a:pt x="3495" y="0"/>
                    </a:cubicBezTo>
                    <a:close/>
                  </a:path>
                </a:pathLst>
              </a:custGeom>
              <a:solidFill>
                <a:srgbClr val="D5A88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7" name="Google Shape;1897;p50"/>
              <p:cNvSpPr/>
              <p:nvPr/>
            </p:nvSpPr>
            <p:spPr>
              <a:xfrm>
                <a:off x="629848" y="3316049"/>
                <a:ext cx="320733" cy="362151"/>
              </a:xfrm>
              <a:custGeom>
                <a:avLst/>
                <a:gdLst/>
                <a:ahLst/>
                <a:cxnLst/>
                <a:rect l="l" t="t" r="r" b="b"/>
                <a:pathLst>
                  <a:path w="7029" h="7938" extrusionOk="0">
                    <a:moveTo>
                      <a:pt x="2977" y="1"/>
                    </a:moveTo>
                    <a:cubicBezTo>
                      <a:pt x="2788" y="1"/>
                      <a:pt x="2594" y="44"/>
                      <a:pt x="2435" y="99"/>
                    </a:cubicBezTo>
                    <a:cubicBezTo>
                      <a:pt x="1650" y="414"/>
                      <a:pt x="864" y="1120"/>
                      <a:pt x="530" y="1964"/>
                    </a:cubicBezTo>
                    <a:cubicBezTo>
                      <a:pt x="1" y="3299"/>
                      <a:pt x="79" y="5066"/>
                      <a:pt x="943" y="6225"/>
                    </a:cubicBezTo>
                    <a:cubicBezTo>
                      <a:pt x="1629" y="7167"/>
                      <a:pt x="2729" y="7814"/>
                      <a:pt x="3809" y="7913"/>
                    </a:cubicBezTo>
                    <a:cubicBezTo>
                      <a:pt x="3955" y="7929"/>
                      <a:pt x="4107" y="7937"/>
                      <a:pt x="4261" y="7937"/>
                    </a:cubicBezTo>
                    <a:cubicBezTo>
                      <a:pt x="5057" y="7937"/>
                      <a:pt x="5916" y="7707"/>
                      <a:pt x="6459" y="7049"/>
                    </a:cubicBezTo>
                    <a:cubicBezTo>
                      <a:pt x="6793" y="6657"/>
                      <a:pt x="6773" y="6146"/>
                      <a:pt x="7029" y="5733"/>
                    </a:cubicBezTo>
                    <a:cubicBezTo>
                      <a:pt x="6223" y="5557"/>
                      <a:pt x="5537" y="5165"/>
                      <a:pt x="4869" y="4576"/>
                    </a:cubicBezTo>
                    <a:cubicBezTo>
                      <a:pt x="4456" y="4202"/>
                      <a:pt x="4202" y="3515"/>
                      <a:pt x="4005" y="2966"/>
                    </a:cubicBezTo>
                    <a:cubicBezTo>
                      <a:pt x="3749" y="2180"/>
                      <a:pt x="3475" y="1160"/>
                      <a:pt x="3671" y="335"/>
                    </a:cubicBezTo>
                    <a:lnTo>
                      <a:pt x="3632" y="236"/>
                    </a:lnTo>
                    <a:lnTo>
                      <a:pt x="3632" y="236"/>
                    </a:lnTo>
                    <a:cubicBezTo>
                      <a:pt x="3632" y="273"/>
                      <a:pt x="3632" y="327"/>
                      <a:pt x="3648" y="366"/>
                    </a:cubicBezTo>
                    <a:lnTo>
                      <a:pt x="3648" y="366"/>
                    </a:lnTo>
                    <a:cubicBezTo>
                      <a:pt x="3518" y="92"/>
                      <a:pt x="3252" y="1"/>
                      <a:pt x="2977"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8" name="Google Shape;1898;p50"/>
              <p:cNvSpPr/>
              <p:nvPr/>
            </p:nvSpPr>
            <p:spPr>
              <a:xfrm>
                <a:off x="785716" y="3323257"/>
                <a:ext cx="157697" cy="272594"/>
              </a:xfrm>
              <a:custGeom>
                <a:avLst/>
                <a:gdLst/>
                <a:ahLst/>
                <a:cxnLst/>
                <a:rect l="l" t="t" r="r" b="b"/>
                <a:pathLst>
                  <a:path w="3456" h="5975" extrusionOk="0">
                    <a:moveTo>
                      <a:pt x="148" y="0"/>
                    </a:moveTo>
                    <a:cubicBezTo>
                      <a:pt x="66" y="0"/>
                      <a:pt x="67" y="77"/>
                      <a:pt x="40" y="295"/>
                    </a:cubicBezTo>
                    <a:cubicBezTo>
                      <a:pt x="1" y="589"/>
                      <a:pt x="1" y="884"/>
                      <a:pt x="1" y="1178"/>
                    </a:cubicBezTo>
                    <a:cubicBezTo>
                      <a:pt x="1" y="2454"/>
                      <a:pt x="255" y="3847"/>
                      <a:pt x="1139" y="4732"/>
                    </a:cubicBezTo>
                    <a:cubicBezTo>
                      <a:pt x="1511" y="5085"/>
                      <a:pt x="1943" y="5379"/>
                      <a:pt x="2375" y="5654"/>
                    </a:cubicBezTo>
                    <a:cubicBezTo>
                      <a:pt x="2592" y="5792"/>
                      <a:pt x="2807" y="5850"/>
                      <a:pt x="3063" y="5928"/>
                    </a:cubicBezTo>
                    <a:cubicBezTo>
                      <a:pt x="3168" y="5958"/>
                      <a:pt x="3238" y="5975"/>
                      <a:pt x="3287" y="5975"/>
                    </a:cubicBezTo>
                    <a:cubicBezTo>
                      <a:pt x="3404" y="5975"/>
                      <a:pt x="3400" y="5878"/>
                      <a:pt x="3456" y="5614"/>
                    </a:cubicBezTo>
                    <a:cubicBezTo>
                      <a:pt x="2572" y="5595"/>
                      <a:pt x="1650" y="4790"/>
                      <a:pt x="1197" y="3965"/>
                    </a:cubicBezTo>
                    <a:cubicBezTo>
                      <a:pt x="569" y="2808"/>
                      <a:pt x="315" y="1295"/>
                      <a:pt x="315" y="39"/>
                    </a:cubicBezTo>
                    <a:cubicBezTo>
                      <a:pt x="237" y="15"/>
                      <a:pt x="184" y="0"/>
                      <a:pt x="148"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99" name="Google Shape;1899;p50"/>
              <p:cNvSpPr/>
              <p:nvPr/>
            </p:nvSpPr>
            <p:spPr>
              <a:xfrm>
                <a:off x="1032935" y="3268693"/>
                <a:ext cx="1076822" cy="399060"/>
              </a:xfrm>
              <a:custGeom>
                <a:avLst/>
                <a:gdLst/>
                <a:ahLst/>
                <a:cxnLst/>
                <a:rect l="l" t="t" r="r" b="b"/>
                <a:pathLst>
                  <a:path w="23599" h="8747" extrusionOk="0">
                    <a:moveTo>
                      <a:pt x="16719" y="1"/>
                    </a:moveTo>
                    <a:cubicBezTo>
                      <a:pt x="13036" y="1"/>
                      <a:pt x="8654" y="72"/>
                      <a:pt x="5655" y="352"/>
                    </a:cubicBezTo>
                    <a:cubicBezTo>
                      <a:pt x="4653" y="450"/>
                      <a:pt x="1729" y="2119"/>
                      <a:pt x="1041" y="3120"/>
                    </a:cubicBezTo>
                    <a:cubicBezTo>
                      <a:pt x="472" y="3983"/>
                      <a:pt x="98" y="6418"/>
                      <a:pt x="1" y="6791"/>
                    </a:cubicBezTo>
                    <a:cubicBezTo>
                      <a:pt x="1" y="6791"/>
                      <a:pt x="1001" y="7852"/>
                      <a:pt x="1394" y="8067"/>
                    </a:cubicBezTo>
                    <a:cubicBezTo>
                      <a:pt x="1826" y="8323"/>
                      <a:pt x="3318" y="8616"/>
                      <a:pt x="3357" y="8616"/>
                    </a:cubicBezTo>
                    <a:cubicBezTo>
                      <a:pt x="3391" y="8616"/>
                      <a:pt x="5870" y="8747"/>
                      <a:pt x="7113" y="8747"/>
                    </a:cubicBezTo>
                    <a:cubicBezTo>
                      <a:pt x="7322" y="8747"/>
                      <a:pt x="7497" y="8743"/>
                      <a:pt x="7618" y="8734"/>
                    </a:cubicBezTo>
                    <a:cubicBezTo>
                      <a:pt x="11367" y="8519"/>
                      <a:pt x="23559" y="7910"/>
                      <a:pt x="23559" y="7910"/>
                    </a:cubicBezTo>
                    <a:lnTo>
                      <a:pt x="23599" y="77"/>
                    </a:lnTo>
                    <a:cubicBezTo>
                      <a:pt x="23599" y="77"/>
                      <a:pt x="20534" y="1"/>
                      <a:pt x="16719"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0" name="Google Shape;1900;p50"/>
              <p:cNvSpPr/>
              <p:nvPr/>
            </p:nvSpPr>
            <p:spPr>
              <a:xfrm>
                <a:off x="1032935" y="3262260"/>
                <a:ext cx="1076822" cy="405493"/>
              </a:xfrm>
              <a:custGeom>
                <a:avLst/>
                <a:gdLst/>
                <a:ahLst/>
                <a:cxnLst/>
                <a:rect l="l" t="t" r="r" b="b"/>
                <a:pathLst>
                  <a:path w="23599" h="8888" extrusionOk="0">
                    <a:moveTo>
                      <a:pt x="18998" y="1"/>
                    </a:moveTo>
                    <a:cubicBezTo>
                      <a:pt x="17981" y="1"/>
                      <a:pt x="16903" y="37"/>
                      <a:pt x="15883" y="140"/>
                    </a:cubicBezTo>
                    <a:cubicBezTo>
                      <a:pt x="14705" y="2632"/>
                      <a:pt x="12958" y="4242"/>
                      <a:pt x="10170" y="5852"/>
                    </a:cubicBezTo>
                    <a:cubicBezTo>
                      <a:pt x="8156" y="7013"/>
                      <a:pt x="5892" y="7488"/>
                      <a:pt x="3796" y="7488"/>
                    </a:cubicBezTo>
                    <a:cubicBezTo>
                      <a:pt x="2419" y="7488"/>
                      <a:pt x="1114" y="7283"/>
                      <a:pt x="1" y="6932"/>
                    </a:cubicBezTo>
                    <a:lnTo>
                      <a:pt x="1" y="6932"/>
                    </a:lnTo>
                    <a:cubicBezTo>
                      <a:pt x="216" y="7325"/>
                      <a:pt x="1100" y="8051"/>
                      <a:pt x="1394" y="8208"/>
                    </a:cubicBezTo>
                    <a:cubicBezTo>
                      <a:pt x="1826" y="8464"/>
                      <a:pt x="3279" y="8757"/>
                      <a:pt x="3318" y="8757"/>
                    </a:cubicBezTo>
                    <a:cubicBezTo>
                      <a:pt x="3352" y="8757"/>
                      <a:pt x="5817" y="8888"/>
                      <a:pt x="7055" y="8888"/>
                    </a:cubicBezTo>
                    <a:cubicBezTo>
                      <a:pt x="7264" y="8888"/>
                      <a:pt x="7437" y="8884"/>
                      <a:pt x="7559" y="8875"/>
                    </a:cubicBezTo>
                    <a:cubicBezTo>
                      <a:pt x="11328" y="8660"/>
                      <a:pt x="23559" y="8051"/>
                      <a:pt x="23559" y="8051"/>
                    </a:cubicBezTo>
                    <a:lnTo>
                      <a:pt x="23599" y="218"/>
                    </a:lnTo>
                    <a:cubicBezTo>
                      <a:pt x="23599" y="218"/>
                      <a:pt x="21483" y="1"/>
                      <a:pt x="18998"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1" name="Google Shape;1901;p50"/>
              <p:cNvSpPr/>
              <p:nvPr/>
            </p:nvSpPr>
            <p:spPr>
              <a:xfrm>
                <a:off x="1217504" y="3175989"/>
                <a:ext cx="2255673" cy="495734"/>
              </a:xfrm>
              <a:custGeom>
                <a:avLst/>
                <a:gdLst/>
                <a:ahLst/>
                <a:cxnLst/>
                <a:rect l="l" t="t" r="r" b="b"/>
                <a:pathLst>
                  <a:path w="49434" h="10866" extrusionOk="0">
                    <a:moveTo>
                      <a:pt x="30430" y="1"/>
                    </a:moveTo>
                    <a:cubicBezTo>
                      <a:pt x="16930" y="1"/>
                      <a:pt x="1354" y="1775"/>
                      <a:pt x="1354" y="1775"/>
                    </a:cubicBezTo>
                    <a:lnTo>
                      <a:pt x="0" y="10865"/>
                    </a:lnTo>
                    <a:lnTo>
                      <a:pt x="0" y="10865"/>
                    </a:lnTo>
                    <a:lnTo>
                      <a:pt x="49434" y="10708"/>
                    </a:lnTo>
                    <a:cubicBezTo>
                      <a:pt x="49434" y="10708"/>
                      <a:pt x="46783" y="1560"/>
                      <a:pt x="44270" y="1029"/>
                    </a:cubicBezTo>
                    <a:cubicBezTo>
                      <a:pt x="40680" y="272"/>
                      <a:pt x="35714" y="1"/>
                      <a:pt x="30430"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2" name="Google Shape;1902;p50"/>
              <p:cNvSpPr/>
              <p:nvPr/>
            </p:nvSpPr>
            <p:spPr>
              <a:xfrm>
                <a:off x="2160702" y="3178133"/>
                <a:ext cx="1312456" cy="497148"/>
              </a:xfrm>
              <a:custGeom>
                <a:avLst/>
                <a:gdLst/>
                <a:ahLst/>
                <a:cxnLst/>
                <a:rect l="l" t="t" r="r" b="b"/>
                <a:pathLst>
                  <a:path w="28763" h="10897" extrusionOk="0">
                    <a:moveTo>
                      <a:pt x="12958" y="0"/>
                    </a:moveTo>
                    <a:cubicBezTo>
                      <a:pt x="12840" y="3751"/>
                      <a:pt x="7089" y="8423"/>
                      <a:pt x="1" y="10897"/>
                    </a:cubicBezTo>
                    <a:lnTo>
                      <a:pt x="28763" y="10661"/>
                    </a:lnTo>
                    <a:cubicBezTo>
                      <a:pt x="28763" y="10661"/>
                      <a:pt x="26112" y="1513"/>
                      <a:pt x="23599" y="982"/>
                    </a:cubicBezTo>
                    <a:cubicBezTo>
                      <a:pt x="20753" y="374"/>
                      <a:pt x="17023" y="79"/>
                      <a:pt x="12958" y="0"/>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3" name="Google Shape;1903;p50"/>
              <p:cNvSpPr/>
              <p:nvPr/>
            </p:nvSpPr>
            <p:spPr>
              <a:xfrm>
                <a:off x="1110869" y="3240818"/>
                <a:ext cx="349389" cy="434463"/>
              </a:xfrm>
              <a:custGeom>
                <a:avLst/>
                <a:gdLst/>
                <a:ahLst/>
                <a:cxnLst/>
                <a:rect l="l" t="t" r="r" b="b"/>
                <a:pathLst>
                  <a:path w="7657" h="9523" extrusionOk="0">
                    <a:moveTo>
                      <a:pt x="7225" y="0"/>
                    </a:moveTo>
                    <a:lnTo>
                      <a:pt x="3397" y="178"/>
                    </a:lnTo>
                    <a:lnTo>
                      <a:pt x="0" y="9523"/>
                    </a:lnTo>
                    <a:lnTo>
                      <a:pt x="7657" y="9523"/>
                    </a:lnTo>
                    <a:lnTo>
                      <a:pt x="7225" y="0"/>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4" name="Google Shape;1904;p50"/>
              <p:cNvSpPr/>
              <p:nvPr/>
            </p:nvSpPr>
            <p:spPr>
              <a:xfrm>
                <a:off x="1694921" y="3170971"/>
                <a:ext cx="538434" cy="428167"/>
              </a:xfrm>
              <a:custGeom>
                <a:avLst/>
                <a:gdLst/>
                <a:ahLst/>
                <a:cxnLst/>
                <a:rect l="l" t="t" r="r" b="b"/>
                <a:pathLst>
                  <a:path w="11800" h="9385" extrusionOk="0">
                    <a:moveTo>
                      <a:pt x="11800" y="0"/>
                    </a:moveTo>
                    <a:lnTo>
                      <a:pt x="0" y="845"/>
                    </a:lnTo>
                    <a:lnTo>
                      <a:pt x="1100" y="9384"/>
                    </a:lnTo>
                    <a:lnTo>
                      <a:pt x="11132" y="9384"/>
                    </a:lnTo>
                    <a:lnTo>
                      <a:pt x="11800" y="0"/>
                    </a:ln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5" name="Google Shape;1905;p50"/>
              <p:cNvSpPr/>
              <p:nvPr/>
            </p:nvSpPr>
            <p:spPr>
              <a:xfrm>
                <a:off x="693412" y="3733449"/>
                <a:ext cx="2823033" cy="43937"/>
              </a:xfrm>
              <a:custGeom>
                <a:avLst/>
                <a:gdLst/>
                <a:ahLst/>
                <a:cxnLst/>
                <a:rect l="l" t="t" r="r" b="b"/>
                <a:pathLst>
                  <a:path w="60920" h="963" extrusionOk="0">
                    <a:moveTo>
                      <a:pt x="1" y="0"/>
                    </a:moveTo>
                    <a:lnTo>
                      <a:pt x="1" y="963"/>
                    </a:lnTo>
                    <a:lnTo>
                      <a:pt x="60920" y="963"/>
                    </a:lnTo>
                    <a:lnTo>
                      <a:pt x="60920"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6" name="Google Shape;1906;p50"/>
              <p:cNvSpPr/>
              <p:nvPr/>
            </p:nvSpPr>
            <p:spPr>
              <a:xfrm>
                <a:off x="1745067" y="3854389"/>
                <a:ext cx="575166" cy="630594"/>
              </a:xfrm>
              <a:custGeom>
                <a:avLst/>
                <a:gdLst/>
                <a:ahLst/>
                <a:cxnLst/>
                <a:rect l="l" t="t" r="r" b="b"/>
                <a:pathLst>
                  <a:path w="12605" h="13822" extrusionOk="0">
                    <a:moveTo>
                      <a:pt x="6303" y="0"/>
                    </a:moveTo>
                    <a:lnTo>
                      <a:pt x="5440" y="1904"/>
                    </a:lnTo>
                    <a:lnTo>
                      <a:pt x="60" y="1904"/>
                    </a:lnTo>
                    <a:lnTo>
                      <a:pt x="60" y="2749"/>
                    </a:lnTo>
                    <a:lnTo>
                      <a:pt x="5047" y="2749"/>
                    </a:lnTo>
                    <a:lnTo>
                      <a:pt x="4595" y="3749"/>
                    </a:lnTo>
                    <a:lnTo>
                      <a:pt x="60" y="3749"/>
                    </a:lnTo>
                    <a:lnTo>
                      <a:pt x="60" y="4299"/>
                    </a:lnTo>
                    <a:lnTo>
                      <a:pt x="4340" y="4299"/>
                    </a:lnTo>
                    <a:lnTo>
                      <a:pt x="1" y="13821"/>
                    </a:lnTo>
                    <a:lnTo>
                      <a:pt x="12604" y="13821"/>
                    </a:lnTo>
                    <a:lnTo>
                      <a:pt x="1260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7" name="Google Shape;1907;p50"/>
              <p:cNvSpPr/>
              <p:nvPr/>
            </p:nvSpPr>
            <p:spPr>
              <a:xfrm>
                <a:off x="2048774" y="2933645"/>
                <a:ext cx="246356" cy="251882"/>
              </a:xfrm>
              <a:custGeom>
                <a:avLst/>
                <a:gdLst/>
                <a:ahLst/>
                <a:cxnLst/>
                <a:rect l="l" t="t" r="r" b="b"/>
                <a:pathLst>
                  <a:path w="5399" h="5521" extrusionOk="0">
                    <a:moveTo>
                      <a:pt x="3200" y="0"/>
                    </a:moveTo>
                    <a:lnTo>
                      <a:pt x="1865" y="1433"/>
                    </a:lnTo>
                    <a:cubicBezTo>
                      <a:pt x="1689" y="1590"/>
                      <a:pt x="1218" y="2218"/>
                      <a:pt x="904" y="2650"/>
                    </a:cubicBezTo>
                    <a:cubicBezTo>
                      <a:pt x="844" y="2631"/>
                      <a:pt x="805" y="2631"/>
                      <a:pt x="726" y="2631"/>
                    </a:cubicBezTo>
                    <a:cubicBezTo>
                      <a:pt x="412" y="2846"/>
                      <a:pt x="1" y="3789"/>
                      <a:pt x="59" y="4181"/>
                    </a:cubicBezTo>
                    <a:cubicBezTo>
                      <a:pt x="98" y="4574"/>
                      <a:pt x="393" y="4417"/>
                      <a:pt x="629" y="4712"/>
                    </a:cubicBezTo>
                    <a:cubicBezTo>
                      <a:pt x="766" y="4888"/>
                      <a:pt x="805" y="5320"/>
                      <a:pt x="1001" y="5458"/>
                    </a:cubicBezTo>
                    <a:cubicBezTo>
                      <a:pt x="1069" y="5502"/>
                      <a:pt x="1128" y="5520"/>
                      <a:pt x="1182" y="5520"/>
                    </a:cubicBezTo>
                    <a:cubicBezTo>
                      <a:pt x="1393" y="5520"/>
                      <a:pt x="1512" y="5229"/>
                      <a:pt x="1669" y="5026"/>
                    </a:cubicBezTo>
                    <a:cubicBezTo>
                      <a:pt x="1846" y="4810"/>
                      <a:pt x="2101" y="4613"/>
                      <a:pt x="2278" y="4378"/>
                    </a:cubicBezTo>
                    <a:cubicBezTo>
                      <a:pt x="2415" y="4181"/>
                      <a:pt x="2474" y="3966"/>
                      <a:pt x="2375" y="3789"/>
                    </a:cubicBezTo>
                    <a:lnTo>
                      <a:pt x="5399" y="2414"/>
                    </a:lnTo>
                    <a:lnTo>
                      <a:pt x="320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8" name="Google Shape;1908;p50"/>
              <p:cNvSpPr/>
              <p:nvPr/>
            </p:nvSpPr>
            <p:spPr>
              <a:xfrm>
                <a:off x="1857086" y="2984650"/>
                <a:ext cx="233808" cy="224919"/>
              </a:xfrm>
              <a:custGeom>
                <a:avLst/>
                <a:gdLst/>
                <a:ahLst/>
                <a:cxnLst/>
                <a:rect l="l" t="t" r="r" b="b"/>
                <a:pathLst>
                  <a:path w="5124" h="4930" extrusionOk="0">
                    <a:moveTo>
                      <a:pt x="1728" y="1"/>
                    </a:moveTo>
                    <a:cubicBezTo>
                      <a:pt x="1696" y="1"/>
                      <a:pt x="0" y="2848"/>
                      <a:pt x="0" y="2848"/>
                    </a:cubicBezTo>
                    <a:lnTo>
                      <a:pt x="2689" y="3869"/>
                    </a:lnTo>
                    <a:cubicBezTo>
                      <a:pt x="2592" y="3948"/>
                      <a:pt x="2532" y="4065"/>
                      <a:pt x="2611" y="4280"/>
                    </a:cubicBezTo>
                    <a:cubicBezTo>
                      <a:pt x="2689" y="4516"/>
                      <a:pt x="3063" y="4673"/>
                      <a:pt x="3278" y="4752"/>
                    </a:cubicBezTo>
                    <a:cubicBezTo>
                      <a:pt x="3541" y="4843"/>
                      <a:pt x="3836" y="4929"/>
                      <a:pt x="4110" y="4929"/>
                    </a:cubicBezTo>
                    <a:cubicBezTo>
                      <a:pt x="4369" y="4929"/>
                      <a:pt x="4610" y="4853"/>
                      <a:pt x="4791" y="4634"/>
                    </a:cubicBezTo>
                    <a:cubicBezTo>
                      <a:pt x="5124" y="4241"/>
                      <a:pt x="5066" y="3534"/>
                      <a:pt x="4830" y="3063"/>
                    </a:cubicBezTo>
                    <a:cubicBezTo>
                      <a:pt x="4724" y="2834"/>
                      <a:pt x="4554" y="2237"/>
                      <a:pt x="4305" y="2237"/>
                    </a:cubicBezTo>
                    <a:cubicBezTo>
                      <a:pt x="4278" y="2237"/>
                      <a:pt x="4250" y="2244"/>
                      <a:pt x="4221" y="2259"/>
                    </a:cubicBezTo>
                    <a:lnTo>
                      <a:pt x="4142" y="2259"/>
                    </a:lnTo>
                    <a:lnTo>
                      <a:pt x="1728" y="1"/>
                    </a:lnTo>
                    <a:cubicBezTo>
                      <a:pt x="1728" y="1"/>
                      <a:pt x="1728" y="1"/>
                      <a:pt x="172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09" name="Google Shape;1909;p50"/>
              <p:cNvSpPr/>
              <p:nvPr/>
            </p:nvSpPr>
            <p:spPr>
              <a:xfrm>
                <a:off x="645955" y="4116762"/>
                <a:ext cx="636082" cy="773028"/>
              </a:xfrm>
              <a:custGeom>
                <a:avLst/>
                <a:gdLst/>
                <a:ahLst/>
                <a:cxnLst/>
                <a:rect l="l" t="t" r="r" b="b"/>
                <a:pathLst>
                  <a:path w="13940" h="16944" extrusionOk="0">
                    <a:moveTo>
                      <a:pt x="1" y="1"/>
                    </a:moveTo>
                    <a:lnTo>
                      <a:pt x="1" y="16944"/>
                    </a:lnTo>
                    <a:lnTo>
                      <a:pt x="13940" y="16944"/>
                    </a:lnTo>
                    <a:lnTo>
                      <a:pt x="13940"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0" name="Google Shape;1910;p50"/>
              <p:cNvSpPr/>
              <p:nvPr/>
            </p:nvSpPr>
            <p:spPr>
              <a:xfrm>
                <a:off x="585040" y="4116762"/>
                <a:ext cx="753397" cy="52922"/>
              </a:xfrm>
              <a:custGeom>
                <a:avLst/>
                <a:gdLst/>
                <a:ahLst/>
                <a:cxnLst/>
                <a:rect l="l" t="t" r="r" b="b"/>
                <a:pathLst>
                  <a:path w="16511" h="1160" extrusionOk="0">
                    <a:moveTo>
                      <a:pt x="1" y="1"/>
                    </a:moveTo>
                    <a:lnTo>
                      <a:pt x="1" y="1160"/>
                    </a:lnTo>
                    <a:lnTo>
                      <a:pt x="16511" y="1160"/>
                    </a:lnTo>
                    <a:lnTo>
                      <a:pt x="16511"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1" name="Google Shape;1911;p50"/>
              <p:cNvSpPr/>
              <p:nvPr/>
            </p:nvSpPr>
            <p:spPr>
              <a:xfrm>
                <a:off x="848411" y="4169638"/>
                <a:ext cx="433622" cy="675395"/>
              </a:xfrm>
              <a:custGeom>
                <a:avLst/>
                <a:gdLst/>
                <a:ahLst/>
                <a:cxnLst/>
                <a:rect l="l" t="t" r="r" b="b"/>
                <a:pathLst>
                  <a:path w="9503" h="14804" extrusionOk="0">
                    <a:moveTo>
                      <a:pt x="6027" y="1"/>
                    </a:moveTo>
                    <a:lnTo>
                      <a:pt x="1" y="14803"/>
                    </a:lnTo>
                    <a:lnTo>
                      <a:pt x="9503" y="14803"/>
                    </a:lnTo>
                    <a:lnTo>
                      <a:pt x="950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2" name="Google Shape;1912;p50"/>
              <p:cNvSpPr/>
              <p:nvPr/>
            </p:nvSpPr>
            <p:spPr>
              <a:xfrm>
                <a:off x="601193" y="4844981"/>
                <a:ext cx="720270" cy="44801"/>
              </a:xfrm>
              <a:custGeom>
                <a:avLst/>
                <a:gdLst/>
                <a:ahLst/>
                <a:cxnLst/>
                <a:rect l="l" t="t" r="r" b="b"/>
                <a:pathLst>
                  <a:path w="15785" h="982" extrusionOk="0">
                    <a:moveTo>
                      <a:pt x="0" y="0"/>
                    </a:moveTo>
                    <a:lnTo>
                      <a:pt x="0" y="982"/>
                    </a:lnTo>
                    <a:lnTo>
                      <a:pt x="15784" y="982"/>
                    </a:lnTo>
                    <a:lnTo>
                      <a:pt x="1578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3" name="Google Shape;1913;p50"/>
              <p:cNvSpPr/>
              <p:nvPr/>
            </p:nvSpPr>
            <p:spPr>
              <a:xfrm>
                <a:off x="532156" y="3997688"/>
                <a:ext cx="846619" cy="119120"/>
              </a:xfrm>
              <a:custGeom>
                <a:avLst/>
                <a:gdLst/>
                <a:ahLst/>
                <a:cxnLst/>
                <a:rect l="l" t="t" r="r" b="b"/>
                <a:pathLst>
                  <a:path w="18554" h="2611" extrusionOk="0">
                    <a:moveTo>
                      <a:pt x="1" y="0"/>
                    </a:moveTo>
                    <a:lnTo>
                      <a:pt x="1" y="2611"/>
                    </a:lnTo>
                    <a:lnTo>
                      <a:pt x="18554" y="2611"/>
                    </a:lnTo>
                    <a:lnTo>
                      <a:pt x="18554"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4" name="Google Shape;1914;p50"/>
              <p:cNvSpPr/>
              <p:nvPr/>
            </p:nvSpPr>
            <p:spPr>
              <a:xfrm>
                <a:off x="519653" y="3993770"/>
                <a:ext cx="880659" cy="23683"/>
              </a:xfrm>
              <a:custGeom>
                <a:avLst/>
                <a:gdLst/>
                <a:ahLst/>
                <a:cxnLst/>
                <a:rect l="l" t="t" r="r" b="b"/>
                <a:pathLst>
                  <a:path w="19300" h="433" extrusionOk="0">
                    <a:moveTo>
                      <a:pt x="0" y="0"/>
                    </a:moveTo>
                    <a:lnTo>
                      <a:pt x="0" y="432"/>
                    </a:lnTo>
                    <a:lnTo>
                      <a:pt x="19299" y="432"/>
                    </a:lnTo>
                    <a:lnTo>
                      <a:pt x="19299"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5" name="Google Shape;1915;p50"/>
              <p:cNvSpPr/>
              <p:nvPr/>
            </p:nvSpPr>
            <p:spPr>
              <a:xfrm>
                <a:off x="645948" y="3711100"/>
                <a:ext cx="524061" cy="282672"/>
              </a:xfrm>
              <a:custGeom>
                <a:avLst/>
                <a:gdLst/>
                <a:ahLst/>
                <a:cxnLst/>
                <a:rect l="l" t="t" r="r" b="b"/>
                <a:pathLst>
                  <a:path w="11485" h="6283" extrusionOk="0">
                    <a:moveTo>
                      <a:pt x="1" y="0"/>
                    </a:moveTo>
                    <a:lnTo>
                      <a:pt x="1" y="6282"/>
                    </a:lnTo>
                    <a:lnTo>
                      <a:pt x="11485" y="6282"/>
                    </a:lnTo>
                    <a:lnTo>
                      <a:pt x="11485" y="0"/>
                    </a:ln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6" name="Google Shape;1916;p50"/>
              <p:cNvSpPr/>
              <p:nvPr/>
            </p:nvSpPr>
            <p:spPr>
              <a:xfrm>
                <a:off x="691629" y="3759450"/>
                <a:ext cx="269719" cy="57347"/>
              </a:xfrm>
              <a:custGeom>
                <a:avLst/>
                <a:gdLst/>
                <a:ahLst/>
                <a:cxnLst/>
                <a:rect l="l" t="t" r="r" b="b"/>
                <a:pathLst>
                  <a:path w="5911" h="1257" extrusionOk="0">
                    <a:moveTo>
                      <a:pt x="0" y="0"/>
                    </a:moveTo>
                    <a:lnTo>
                      <a:pt x="0" y="1257"/>
                    </a:lnTo>
                    <a:lnTo>
                      <a:pt x="5910" y="1257"/>
                    </a:lnTo>
                    <a:lnTo>
                      <a:pt x="591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7" name="Google Shape;1917;p50"/>
              <p:cNvSpPr/>
              <p:nvPr/>
            </p:nvSpPr>
            <p:spPr>
              <a:xfrm>
                <a:off x="702352" y="3769258"/>
                <a:ext cx="247315" cy="39463"/>
              </a:xfrm>
              <a:custGeom>
                <a:avLst/>
                <a:gdLst/>
                <a:ahLst/>
                <a:cxnLst/>
                <a:rect l="l" t="t" r="r" b="b"/>
                <a:pathLst>
                  <a:path w="5420" h="865" extrusionOk="0">
                    <a:moveTo>
                      <a:pt x="1" y="0"/>
                    </a:moveTo>
                    <a:lnTo>
                      <a:pt x="1" y="864"/>
                    </a:lnTo>
                    <a:lnTo>
                      <a:pt x="5419" y="864"/>
                    </a:lnTo>
                    <a:lnTo>
                      <a:pt x="5419"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8" name="Google Shape;1918;p50"/>
              <p:cNvSpPr/>
              <p:nvPr/>
            </p:nvSpPr>
            <p:spPr>
              <a:xfrm>
                <a:off x="645955" y="3711090"/>
                <a:ext cx="524061" cy="286646"/>
              </a:xfrm>
              <a:custGeom>
                <a:avLst/>
                <a:gdLst/>
                <a:ahLst/>
                <a:cxnLst/>
                <a:rect l="l" t="t" r="r" b="b"/>
                <a:pathLst>
                  <a:path w="11485" h="6283" extrusionOk="0">
                    <a:moveTo>
                      <a:pt x="7362" y="0"/>
                    </a:moveTo>
                    <a:lnTo>
                      <a:pt x="7362" y="5890"/>
                    </a:lnTo>
                    <a:lnTo>
                      <a:pt x="1" y="5890"/>
                    </a:lnTo>
                    <a:lnTo>
                      <a:pt x="1" y="6282"/>
                    </a:lnTo>
                    <a:lnTo>
                      <a:pt x="11485" y="6282"/>
                    </a:lnTo>
                    <a:lnTo>
                      <a:pt x="11485" y="5890"/>
                    </a:lnTo>
                    <a:lnTo>
                      <a:pt x="11485"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19" name="Google Shape;1919;p50"/>
              <p:cNvSpPr/>
              <p:nvPr/>
            </p:nvSpPr>
            <p:spPr>
              <a:xfrm>
                <a:off x="835863" y="3910778"/>
                <a:ext cx="32306" cy="32255"/>
              </a:xfrm>
              <a:custGeom>
                <a:avLst/>
                <a:gdLst/>
                <a:ahLst/>
                <a:cxnLst/>
                <a:rect l="l" t="t" r="r" b="b"/>
                <a:pathLst>
                  <a:path w="708" h="707" extrusionOk="0">
                    <a:moveTo>
                      <a:pt x="354" y="0"/>
                    </a:moveTo>
                    <a:cubicBezTo>
                      <a:pt x="158" y="0"/>
                      <a:pt x="1" y="157"/>
                      <a:pt x="1" y="354"/>
                    </a:cubicBezTo>
                    <a:cubicBezTo>
                      <a:pt x="1" y="550"/>
                      <a:pt x="158" y="707"/>
                      <a:pt x="354" y="707"/>
                    </a:cubicBezTo>
                    <a:cubicBezTo>
                      <a:pt x="551" y="707"/>
                      <a:pt x="708" y="550"/>
                      <a:pt x="708" y="354"/>
                    </a:cubicBezTo>
                    <a:cubicBezTo>
                      <a:pt x="708" y="157"/>
                      <a:pt x="551" y="0"/>
                      <a:pt x="35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20" name="Google Shape;1920;p50"/>
              <p:cNvSpPr/>
              <p:nvPr/>
            </p:nvSpPr>
            <p:spPr>
              <a:xfrm>
                <a:off x="835863" y="3851652"/>
                <a:ext cx="32306" cy="31434"/>
              </a:xfrm>
              <a:custGeom>
                <a:avLst/>
                <a:gdLst/>
                <a:ahLst/>
                <a:cxnLst/>
                <a:rect l="l" t="t" r="r" b="b"/>
                <a:pathLst>
                  <a:path w="708" h="689" extrusionOk="0">
                    <a:moveTo>
                      <a:pt x="354" y="0"/>
                    </a:moveTo>
                    <a:cubicBezTo>
                      <a:pt x="158" y="0"/>
                      <a:pt x="1" y="157"/>
                      <a:pt x="1" y="354"/>
                    </a:cubicBezTo>
                    <a:cubicBezTo>
                      <a:pt x="1" y="550"/>
                      <a:pt x="158" y="688"/>
                      <a:pt x="354" y="688"/>
                    </a:cubicBezTo>
                    <a:cubicBezTo>
                      <a:pt x="551" y="688"/>
                      <a:pt x="708" y="550"/>
                      <a:pt x="708" y="354"/>
                    </a:cubicBezTo>
                    <a:cubicBezTo>
                      <a:pt x="708" y="157"/>
                      <a:pt x="551" y="0"/>
                      <a:pt x="35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21" name="Google Shape;1921;p50"/>
              <p:cNvSpPr/>
              <p:nvPr/>
            </p:nvSpPr>
            <p:spPr>
              <a:xfrm>
                <a:off x="1169959" y="3763008"/>
                <a:ext cx="136206" cy="235595"/>
              </a:xfrm>
              <a:custGeom>
                <a:avLst/>
                <a:gdLst/>
                <a:ahLst/>
                <a:cxnLst/>
                <a:rect l="l" t="t" r="r" b="b"/>
                <a:pathLst>
                  <a:path w="2985" h="5164" extrusionOk="0">
                    <a:moveTo>
                      <a:pt x="1" y="1"/>
                    </a:moveTo>
                    <a:lnTo>
                      <a:pt x="1" y="550"/>
                    </a:lnTo>
                    <a:lnTo>
                      <a:pt x="1100" y="550"/>
                    </a:lnTo>
                    <a:lnTo>
                      <a:pt x="1100" y="373"/>
                    </a:lnTo>
                    <a:cubicBezTo>
                      <a:pt x="1232" y="342"/>
                      <a:pt x="1366" y="327"/>
                      <a:pt x="1496" y="327"/>
                    </a:cubicBezTo>
                    <a:cubicBezTo>
                      <a:pt x="1775" y="327"/>
                      <a:pt x="2039" y="396"/>
                      <a:pt x="2239" y="530"/>
                    </a:cubicBezTo>
                    <a:cubicBezTo>
                      <a:pt x="2475" y="687"/>
                      <a:pt x="2613" y="904"/>
                      <a:pt x="2632" y="1218"/>
                    </a:cubicBezTo>
                    <a:cubicBezTo>
                      <a:pt x="2691" y="1708"/>
                      <a:pt x="2534" y="2160"/>
                      <a:pt x="2160" y="2553"/>
                    </a:cubicBezTo>
                    <a:cubicBezTo>
                      <a:pt x="1964" y="2768"/>
                      <a:pt x="1749" y="2964"/>
                      <a:pt x="1513" y="3161"/>
                    </a:cubicBezTo>
                    <a:cubicBezTo>
                      <a:pt x="1375" y="3278"/>
                      <a:pt x="1257" y="3377"/>
                      <a:pt x="1121" y="3495"/>
                    </a:cubicBezTo>
                    <a:cubicBezTo>
                      <a:pt x="668" y="3907"/>
                      <a:pt x="40" y="4477"/>
                      <a:pt x="40" y="5144"/>
                    </a:cubicBezTo>
                    <a:lnTo>
                      <a:pt x="315" y="5163"/>
                    </a:lnTo>
                    <a:cubicBezTo>
                      <a:pt x="315" y="4613"/>
                      <a:pt x="885" y="4084"/>
                      <a:pt x="1317" y="3691"/>
                    </a:cubicBezTo>
                    <a:cubicBezTo>
                      <a:pt x="1435" y="3593"/>
                      <a:pt x="1571" y="3475"/>
                      <a:pt x="1689" y="3377"/>
                    </a:cubicBezTo>
                    <a:cubicBezTo>
                      <a:pt x="1925" y="3181"/>
                      <a:pt x="2160" y="2964"/>
                      <a:pt x="2377" y="2749"/>
                    </a:cubicBezTo>
                    <a:cubicBezTo>
                      <a:pt x="2809" y="2278"/>
                      <a:pt x="2985" y="1747"/>
                      <a:pt x="2906" y="1179"/>
                    </a:cubicBezTo>
                    <a:cubicBezTo>
                      <a:pt x="2867" y="805"/>
                      <a:pt x="2691" y="491"/>
                      <a:pt x="2377" y="294"/>
                    </a:cubicBezTo>
                    <a:cubicBezTo>
                      <a:pt x="2135" y="124"/>
                      <a:pt x="1821" y="46"/>
                      <a:pt x="1487" y="46"/>
                    </a:cubicBezTo>
                    <a:cubicBezTo>
                      <a:pt x="1360" y="46"/>
                      <a:pt x="1230" y="58"/>
                      <a:pt x="1100" y="79"/>
                    </a:cubicBezTo>
                    <a:lnTo>
                      <a:pt x="1100" y="1"/>
                    </a:ln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22" name="Google Shape;1922;p50"/>
              <p:cNvSpPr/>
              <p:nvPr/>
            </p:nvSpPr>
            <p:spPr>
              <a:xfrm>
                <a:off x="1642949" y="4428452"/>
                <a:ext cx="760606" cy="65468"/>
              </a:xfrm>
              <a:custGeom>
                <a:avLst/>
                <a:gdLst/>
                <a:ahLst/>
                <a:cxnLst/>
                <a:rect l="l" t="t" r="r" b="b"/>
                <a:pathLst>
                  <a:path w="16669" h="1435" extrusionOk="0">
                    <a:moveTo>
                      <a:pt x="1" y="0"/>
                    </a:moveTo>
                    <a:lnTo>
                      <a:pt x="1" y="1434"/>
                    </a:lnTo>
                    <a:lnTo>
                      <a:pt x="16669" y="1434"/>
                    </a:lnTo>
                    <a:lnTo>
                      <a:pt x="16669"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23" name="Google Shape;1923;p50"/>
              <p:cNvSpPr/>
              <p:nvPr/>
            </p:nvSpPr>
            <p:spPr>
              <a:xfrm>
                <a:off x="1642949" y="4428452"/>
                <a:ext cx="759694" cy="33213"/>
              </a:xfrm>
              <a:custGeom>
                <a:avLst/>
                <a:gdLst/>
                <a:ahLst/>
                <a:cxnLst/>
                <a:rect l="l" t="t" r="r" b="b"/>
                <a:pathLst>
                  <a:path w="16649" h="728" extrusionOk="0">
                    <a:moveTo>
                      <a:pt x="1" y="0"/>
                    </a:moveTo>
                    <a:lnTo>
                      <a:pt x="1" y="728"/>
                    </a:lnTo>
                    <a:lnTo>
                      <a:pt x="16649" y="728"/>
                    </a:lnTo>
                    <a:lnTo>
                      <a:pt x="16649"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sp>
        <p:nvSpPr>
          <p:cNvPr id="5" name="TextBox 4">
            <a:extLst>
              <a:ext uri="{FF2B5EF4-FFF2-40B4-BE49-F238E27FC236}">
                <a16:creationId xmlns:a16="http://schemas.microsoft.com/office/drawing/2014/main" id="{D5F70F68-2B11-F797-A4EE-75FC54B57B8F}"/>
              </a:ext>
            </a:extLst>
          </p:cNvPr>
          <p:cNvSpPr txBox="1"/>
          <p:nvPr/>
        </p:nvSpPr>
        <p:spPr>
          <a:xfrm>
            <a:off x="5681212" y="1046046"/>
            <a:ext cx="5449824" cy="1900777"/>
          </a:xfrm>
          <a:prstGeom prst="rect">
            <a:avLst/>
          </a:prstGeom>
          <a:noFill/>
        </p:spPr>
        <p:txBody>
          <a:bodyPr wrap="square" rtlCol="0">
            <a:spAutoFit/>
          </a:bodyPr>
          <a:lstStyle/>
          <a:p>
            <a:pPr algn="just">
              <a:lnSpc>
                <a:spcPct val="150000"/>
              </a:lnSpc>
            </a:pPr>
            <a:r>
              <a:rPr lang="en-US" sz="1600" dirty="0">
                <a:latin typeface="Hind Siliguri" panose="020B0502040204020203" pitchFamily="2" charset="0"/>
                <a:cs typeface="Hind Siliguri" panose="020B0502040204020203" pitchFamily="2" charset="0"/>
              </a:rPr>
              <a:t>Medical Records are kept manually as paper based records in Sri Lanka. Most of the health vitals are checked during the clinic visits to the health care centers. Most of the rural healthcare units bypass the continuous monitoring of BP and diabetes. Rural Hospitals in Sri Lanka lack Digital health Care Systems.  </a:t>
            </a:r>
          </a:p>
        </p:txBody>
      </p:sp>
      <p:pic>
        <p:nvPicPr>
          <p:cNvPr id="9" name="Picture 8">
            <a:extLst>
              <a:ext uri="{FF2B5EF4-FFF2-40B4-BE49-F238E27FC236}">
                <a16:creationId xmlns:a16="http://schemas.microsoft.com/office/drawing/2014/main" id="{750D7389-D43E-0E3E-6A8E-801EE1E98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8637" y="3344733"/>
            <a:ext cx="5514975" cy="2952463"/>
          </a:xfrm>
          <a:prstGeom prst="rect">
            <a:avLst/>
          </a:prstGeom>
        </p:spPr>
      </p:pic>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7"/>
          <p:cNvSpPr txBox="1">
            <a:spLocks noGrp="1"/>
          </p:cNvSpPr>
          <p:nvPr>
            <p:ph type="title"/>
          </p:nvPr>
        </p:nvSpPr>
        <p:spPr>
          <a:xfrm>
            <a:off x="960000" y="269172"/>
            <a:ext cx="10272000" cy="540399"/>
          </a:xfrm>
          <a:prstGeom prst="rect">
            <a:avLst/>
          </a:prstGeom>
        </p:spPr>
        <p:txBody>
          <a:bodyPr spcFirstLastPara="1" wrap="square" lIns="121900" tIns="121900" rIns="121900" bIns="121900" anchor="ctr" anchorCtr="0">
            <a:noAutofit/>
          </a:bodyPr>
          <a:lstStyle/>
          <a:p>
            <a:r>
              <a:rPr lang="en" dirty="0"/>
              <a:t>Objectives</a:t>
            </a:r>
            <a:endParaRPr dirty="0"/>
          </a:p>
        </p:txBody>
      </p:sp>
      <p:sp>
        <p:nvSpPr>
          <p:cNvPr id="412" name="Google Shape;412;p37"/>
          <p:cNvSpPr txBox="1">
            <a:spLocks noGrp="1"/>
          </p:cNvSpPr>
          <p:nvPr>
            <p:ph type="title" idx="2"/>
          </p:nvPr>
        </p:nvSpPr>
        <p:spPr>
          <a:xfrm>
            <a:off x="843293" y="1653603"/>
            <a:ext cx="2241200" cy="540400"/>
          </a:xfrm>
          <a:prstGeom prst="rect">
            <a:avLst/>
          </a:prstGeom>
        </p:spPr>
        <p:txBody>
          <a:bodyPr spcFirstLastPara="1" wrap="square" lIns="121900" tIns="121900" rIns="121900" bIns="121900" anchor="t" anchorCtr="0">
            <a:noAutofit/>
          </a:bodyPr>
          <a:lstStyle/>
          <a:p>
            <a:r>
              <a:rPr lang="en" dirty="0"/>
              <a:t>01</a:t>
            </a:r>
            <a:endParaRPr dirty="0"/>
          </a:p>
        </p:txBody>
      </p:sp>
      <p:sp>
        <p:nvSpPr>
          <p:cNvPr id="413" name="Google Shape;413;p37"/>
          <p:cNvSpPr txBox="1">
            <a:spLocks noGrp="1"/>
          </p:cNvSpPr>
          <p:nvPr>
            <p:ph type="subTitle" idx="1"/>
          </p:nvPr>
        </p:nvSpPr>
        <p:spPr>
          <a:xfrm>
            <a:off x="959779" y="2281333"/>
            <a:ext cx="2241200" cy="923762"/>
          </a:xfrm>
          <a:prstGeom prst="rect">
            <a:avLst/>
          </a:prstGeom>
        </p:spPr>
        <p:txBody>
          <a:bodyPr spcFirstLastPara="1" wrap="square" lIns="121900" tIns="121900" rIns="121900" bIns="121900" anchor="t" anchorCtr="0">
            <a:noAutofit/>
          </a:bodyPr>
          <a:lstStyle/>
          <a:p>
            <a:r>
              <a:rPr lang="en-US" sz="1800" b="1" dirty="0"/>
              <a:t>Build ML model for risk prediction</a:t>
            </a:r>
            <a:endParaRPr sz="1800" b="1" dirty="0"/>
          </a:p>
        </p:txBody>
      </p:sp>
      <p:sp>
        <p:nvSpPr>
          <p:cNvPr id="414" name="Google Shape;414;p37"/>
          <p:cNvSpPr txBox="1">
            <a:spLocks noGrp="1"/>
          </p:cNvSpPr>
          <p:nvPr>
            <p:ph type="subTitle" idx="3"/>
          </p:nvPr>
        </p:nvSpPr>
        <p:spPr>
          <a:xfrm>
            <a:off x="960000" y="3102233"/>
            <a:ext cx="2241200" cy="814400"/>
          </a:xfrm>
          <a:prstGeom prst="rect">
            <a:avLst/>
          </a:prstGeom>
        </p:spPr>
        <p:txBody>
          <a:bodyPr spcFirstLastPara="1" wrap="square" lIns="121900" tIns="121900" rIns="121900" bIns="121900" anchor="t" anchorCtr="0">
            <a:noAutofit/>
          </a:bodyPr>
          <a:lstStyle/>
          <a:p>
            <a:pPr marL="0" indent="0"/>
            <a:r>
              <a:rPr lang="en-US" sz="1800" b="1" dirty="0"/>
              <a:t>   Sckit-Learn </a:t>
            </a:r>
          </a:p>
          <a:p>
            <a:pPr marL="0" indent="0"/>
            <a:r>
              <a:rPr lang="en-US" sz="1800" b="1" dirty="0"/>
              <a:t>Flask-API </a:t>
            </a:r>
            <a:endParaRPr sz="1800" b="1" dirty="0"/>
          </a:p>
        </p:txBody>
      </p:sp>
      <p:sp>
        <p:nvSpPr>
          <p:cNvPr id="415" name="Google Shape;415;p37"/>
          <p:cNvSpPr txBox="1">
            <a:spLocks noGrp="1"/>
          </p:cNvSpPr>
          <p:nvPr>
            <p:ph type="title" idx="4"/>
          </p:nvPr>
        </p:nvSpPr>
        <p:spPr>
          <a:xfrm>
            <a:off x="5740108" y="1653603"/>
            <a:ext cx="2241200" cy="540400"/>
          </a:xfrm>
          <a:prstGeom prst="rect">
            <a:avLst/>
          </a:prstGeom>
        </p:spPr>
        <p:txBody>
          <a:bodyPr spcFirstLastPara="1" wrap="square" lIns="121900" tIns="121900" rIns="121900" bIns="121900" anchor="t" anchorCtr="0">
            <a:noAutofit/>
          </a:bodyPr>
          <a:lstStyle/>
          <a:p>
            <a:r>
              <a:rPr lang="en" dirty="0"/>
              <a:t>03</a:t>
            </a:r>
            <a:endParaRPr dirty="0"/>
          </a:p>
        </p:txBody>
      </p:sp>
      <p:sp>
        <p:nvSpPr>
          <p:cNvPr id="416" name="Google Shape;416;p37"/>
          <p:cNvSpPr txBox="1">
            <a:spLocks noGrp="1"/>
          </p:cNvSpPr>
          <p:nvPr>
            <p:ph type="subTitle" idx="5"/>
          </p:nvPr>
        </p:nvSpPr>
        <p:spPr>
          <a:xfrm>
            <a:off x="5740108" y="2271266"/>
            <a:ext cx="2241200" cy="690733"/>
          </a:xfrm>
          <a:prstGeom prst="rect">
            <a:avLst/>
          </a:prstGeom>
        </p:spPr>
        <p:txBody>
          <a:bodyPr spcFirstLastPara="1" wrap="square" lIns="121900" tIns="121900" rIns="121900" bIns="121900" anchor="t" anchorCtr="0">
            <a:noAutofit/>
          </a:bodyPr>
          <a:lstStyle/>
          <a:p>
            <a:r>
              <a:rPr lang="en-US" sz="1800" b="1" dirty="0"/>
              <a:t>Integration with wearables</a:t>
            </a:r>
            <a:endParaRPr sz="1800" b="1" dirty="0"/>
          </a:p>
        </p:txBody>
      </p:sp>
      <p:sp>
        <p:nvSpPr>
          <p:cNvPr id="417" name="Google Shape;417;p37"/>
          <p:cNvSpPr txBox="1">
            <a:spLocks noGrp="1"/>
          </p:cNvSpPr>
          <p:nvPr>
            <p:ph type="subTitle" idx="6"/>
          </p:nvPr>
        </p:nvSpPr>
        <p:spPr>
          <a:xfrm>
            <a:off x="5722017" y="3007127"/>
            <a:ext cx="2241200" cy="814400"/>
          </a:xfrm>
          <a:prstGeom prst="rect">
            <a:avLst/>
          </a:prstGeom>
        </p:spPr>
        <p:txBody>
          <a:bodyPr spcFirstLastPara="1" wrap="square" lIns="121900" tIns="121900" rIns="121900" bIns="121900" anchor="t" anchorCtr="0">
            <a:noAutofit/>
          </a:bodyPr>
          <a:lstStyle/>
          <a:p>
            <a:endParaRPr lang="en-US" dirty="0"/>
          </a:p>
          <a:p>
            <a:r>
              <a:rPr lang="en-US" sz="1800" b="1" dirty="0"/>
              <a:t>Google Fit API </a:t>
            </a:r>
          </a:p>
          <a:p>
            <a:pPr marL="0" indent="0"/>
            <a:endParaRPr dirty="0"/>
          </a:p>
        </p:txBody>
      </p:sp>
      <p:sp>
        <p:nvSpPr>
          <p:cNvPr id="418" name="Google Shape;418;p37"/>
          <p:cNvSpPr txBox="1">
            <a:spLocks noGrp="1"/>
          </p:cNvSpPr>
          <p:nvPr>
            <p:ph type="title" idx="7"/>
          </p:nvPr>
        </p:nvSpPr>
        <p:spPr>
          <a:xfrm>
            <a:off x="3342717" y="1653603"/>
            <a:ext cx="2241200" cy="540400"/>
          </a:xfrm>
          <a:prstGeom prst="rect">
            <a:avLst/>
          </a:prstGeom>
        </p:spPr>
        <p:txBody>
          <a:bodyPr spcFirstLastPara="1" wrap="square" lIns="121900" tIns="121900" rIns="121900" bIns="121900" anchor="t" anchorCtr="0">
            <a:noAutofit/>
          </a:bodyPr>
          <a:lstStyle/>
          <a:p>
            <a:r>
              <a:rPr lang="en" dirty="0"/>
              <a:t>02</a:t>
            </a:r>
            <a:endParaRPr dirty="0"/>
          </a:p>
        </p:txBody>
      </p:sp>
      <p:sp>
        <p:nvSpPr>
          <p:cNvPr id="419" name="Google Shape;419;p37"/>
          <p:cNvSpPr txBox="1">
            <a:spLocks noGrp="1"/>
          </p:cNvSpPr>
          <p:nvPr>
            <p:ph type="subTitle" idx="8"/>
          </p:nvPr>
        </p:nvSpPr>
        <p:spPr>
          <a:xfrm>
            <a:off x="3480817" y="2303365"/>
            <a:ext cx="2241200" cy="624198"/>
          </a:xfrm>
          <a:prstGeom prst="rect">
            <a:avLst/>
          </a:prstGeom>
        </p:spPr>
        <p:txBody>
          <a:bodyPr spcFirstLastPara="1" wrap="square" lIns="121900" tIns="121900" rIns="121900" bIns="121900" anchor="t" anchorCtr="0">
            <a:noAutofit/>
          </a:bodyPr>
          <a:lstStyle/>
          <a:p>
            <a:r>
              <a:rPr lang="en-US" sz="1800" b="1" dirty="0"/>
              <a:t>User-friendly web/mobile app</a:t>
            </a:r>
            <a:endParaRPr sz="1800" b="1" dirty="0"/>
          </a:p>
        </p:txBody>
      </p:sp>
      <p:sp>
        <p:nvSpPr>
          <p:cNvPr id="420" name="Google Shape;420;p37"/>
          <p:cNvSpPr txBox="1">
            <a:spLocks noGrp="1"/>
          </p:cNvSpPr>
          <p:nvPr>
            <p:ph type="subTitle" idx="9"/>
          </p:nvPr>
        </p:nvSpPr>
        <p:spPr>
          <a:xfrm>
            <a:off x="3342723" y="3102233"/>
            <a:ext cx="2241200" cy="814400"/>
          </a:xfrm>
          <a:prstGeom prst="rect">
            <a:avLst/>
          </a:prstGeom>
        </p:spPr>
        <p:txBody>
          <a:bodyPr spcFirstLastPara="1" wrap="square" lIns="121900" tIns="121900" rIns="121900" bIns="121900" anchor="t" anchorCtr="0">
            <a:noAutofit/>
          </a:bodyPr>
          <a:lstStyle/>
          <a:p>
            <a:pPr marL="0" indent="0"/>
            <a:endParaRPr lang="en-US" sz="1800" b="1" dirty="0"/>
          </a:p>
          <a:p>
            <a:pPr marL="0" indent="0"/>
            <a:r>
              <a:rPr lang="en-US" sz="1800" b="1" dirty="0"/>
              <a:t>React.Js</a:t>
            </a:r>
            <a:endParaRPr sz="1800" b="1" dirty="0"/>
          </a:p>
        </p:txBody>
      </p:sp>
      <p:sp>
        <p:nvSpPr>
          <p:cNvPr id="421" name="Google Shape;421;p37"/>
          <p:cNvSpPr txBox="1">
            <a:spLocks noGrp="1"/>
          </p:cNvSpPr>
          <p:nvPr>
            <p:ph type="title" idx="13"/>
          </p:nvPr>
        </p:nvSpPr>
        <p:spPr>
          <a:xfrm>
            <a:off x="3084493" y="4025995"/>
            <a:ext cx="2241200" cy="540400"/>
          </a:xfrm>
          <a:prstGeom prst="rect">
            <a:avLst/>
          </a:prstGeom>
        </p:spPr>
        <p:txBody>
          <a:bodyPr spcFirstLastPara="1" wrap="square" lIns="121900" tIns="121900" rIns="121900" bIns="121900" anchor="t" anchorCtr="0">
            <a:noAutofit/>
          </a:bodyPr>
          <a:lstStyle/>
          <a:p>
            <a:r>
              <a:rPr lang="en" dirty="0"/>
              <a:t>04</a:t>
            </a:r>
            <a:endParaRPr dirty="0"/>
          </a:p>
        </p:txBody>
      </p:sp>
      <p:sp>
        <p:nvSpPr>
          <p:cNvPr id="422" name="Google Shape;422;p37"/>
          <p:cNvSpPr txBox="1">
            <a:spLocks noGrp="1"/>
          </p:cNvSpPr>
          <p:nvPr>
            <p:ph type="subTitle" idx="14"/>
          </p:nvPr>
        </p:nvSpPr>
        <p:spPr>
          <a:xfrm>
            <a:off x="3248816" y="4674010"/>
            <a:ext cx="2241200" cy="706021"/>
          </a:xfrm>
          <a:prstGeom prst="rect">
            <a:avLst/>
          </a:prstGeom>
        </p:spPr>
        <p:txBody>
          <a:bodyPr spcFirstLastPara="1" wrap="square" lIns="121900" tIns="121900" rIns="121900" bIns="121900" anchor="t" anchorCtr="0">
            <a:noAutofit/>
          </a:bodyPr>
          <a:lstStyle/>
          <a:p>
            <a:r>
              <a:rPr lang="en" sz="1800" b="1" dirty="0"/>
              <a:t>Support Remote Monitoring</a:t>
            </a:r>
            <a:endParaRPr sz="1800" b="1" dirty="0"/>
          </a:p>
        </p:txBody>
      </p:sp>
      <p:sp>
        <p:nvSpPr>
          <p:cNvPr id="423" name="Google Shape;423;p37"/>
          <p:cNvSpPr txBox="1">
            <a:spLocks noGrp="1"/>
          </p:cNvSpPr>
          <p:nvPr>
            <p:ph type="subTitle" idx="15"/>
          </p:nvPr>
        </p:nvSpPr>
        <p:spPr>
          <a:xfrm>
            <a:off x="3200979" y="5497757"/>
            <a:ext cx="2241200" cy="814400"/>
          </a:xfrm>
          <a:prstGeom prst="rect">
            <a:avLst/>
          </a:prstGeom>
        </p:spPr>
        <p:txBody>
          <a:bodyPr spcFirstLastPara="1" wrap="square" lIns="121900" tIns="121900" rIns="121900" bIns="121900" anchor="t" anchorCtr="0">
            <a:noAutofit/>
          </a:bodyPr>
          <a:lstStyle/>
          <a:p>
            <a:endParaRPr lang="en-US" dirty="0"/>
          </a:p>
          <a:p>
            <a:r>
              <a:rPr lang="en-US" sz="1800" b="1" dirty="0"/>
              <a:t>Google Cloud </a:t>
            </a:r>
          </a:p>
          <a:p>
            <a:pPr marL="0" indent="0"/>
            <a:endParaRPr dirty="0"/>
          </a:p>
        </p:txBody>
      </p:sp>
      <p:grpSp>
        <p:nvGrpSpPr>
          <p:cNvPr id="427" name="Google Shape;427;p37"/>
          <p:cNvGrpSpPr/>
          <p:nvPr/>
        </p:nvGrpSpPr>
        <p:grpSpPr>
          <a:xfrm>
            <a:off x="6315039" y="1399824"/>
            <a:ext cx="5033668" cy="5106841"/>
            <a:chOff x="4736279" y="1049867"/>
            <a:chExt cx="3775251" cy="3830131"/>
          </a:xfrm>
        </p:grpSpPr>
        <p:sp>
          <p:nvSpPr>
            <p:cNvPr id="428" name="Google Shape;428;p37"/>
            <p:cNvSpPr/>
            <p:nvPr/>
          </p:nvSpPr>
          <p:spPr>
            <a:xfrm>
              <a:off x="8103196" y="1093318"/>
              <a:ext cx="408334" cy="1392711"/>
            </a:xfrm>
            <a:custGeom>
              <a:avLst/>
              <a:gdLst/>
              <a:ahLst/>
              <a:cxnLst/>
              <a:rect l="l" t="t" r="r" b="b"/>
              <a:pathLst>
                <a:path w="20900" h="71284" extrusionOk="0">
                  <a:moveTo>
                    <a:pt x="3228" y="0"/>
                  </a:moveTo>
                  <a:cubicBezTo>
                    <a:pt x="1428" y="0"/>
                    <a:pt x="1" y="2438"/>
                    <a:pt x="1760" y="3980"/>
                  </a:cubicBezTo>
                  <a:cubicBezTo>
                    <a:pt x="1924" y="4117"/>
                    <a:pt x="16135" y="16438"/>
                    <a:pt x="13863" y="36673"/>
                  </a:cubicBezTo>
                  <a:lnTo>
                    <a:pt x="7674" y="70407"/>
                  </a:lnTo>
                  <a:lnTo>
                    <a:pt x="12083" y="71283"/>
                  </a:lnTo>
                  <a:lnTo>
                    <a:pt x="18271" y="37413"/>
                  </a:lnTo>
                  <a:cubicBezTo>
                    <a:pt x="18298" y="37358"/>
                    <a:pt x="18298" y="37303"/>
                    <a:pt x="18298" y="37248"/>
                  </a:cubicBezTo>
                  <a:cubicBezTo>
                    <a:pt x="20900" y="14522"/>
                    <a:pt x="5320" y="1105"/>
                    <a:pt x="4662" y="557"/>
                  </a:cubicBezTo>
                  <a:cubicBezTo>
                    <a:pt x="4192" y="166"/>
                    <a:pt x="3697" y="0"/>
                    <a:pt x="3228"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29" name="Google Shape;429;p37"/>
            <p:cNvSpPr/>
            <p:nvPr/>
          </p:nvSpPr>
          <p:spPr>
            <a:xfrm>
              <a:off x="7482236" y="2468895"/>
              <a:ext cx="856504" cy="880028"/>
            </a:xfrm>
            <a:custGeom>
              <a:avLst/>
              <a:gdLst/>
              <a:ahLst/>
              <a:cxnLst/>
              <a:rect l="l" t="t" r="r" b="b"/>
              <a:pathLst>
                <a:path w="43839" h="45043" extrusionOk="0">
                  <a:moveTo>
                    <a:pt x="39457" y="0"/>
                  </a:moveTo>
                  <a:lnTo>
                    <a:pt x="36336" y="17114"/>
                  </a:lnTo>
                  <a:cubicBezTo>
                    <a:pt x="36100" y="17980"/>
                    <a:pt x="30099" y="40571"/>
                    <a:pt x="5757" y="40571"/>
                  </a:cubicBezTo>
                  <a:cubicBezTo>
                    <a:pt x="4712" y="40571"/>
                    <a:pt x="3633" y="40529"/>
                    <a:pt x="2520" y="40443"/>
                  </a:cubicBezTo>
                  <a:cubicBezTo>
                    <a:pt x="2439" y="40434"/>
                    <a:pt x="2359" y="40429"/>
                    <a:pt x="2279" y="40429"/>
                  </a:cubicBezTo>
                  <a:cubicBezTo>
                    <a:pt x="1148" y="40429"/>
                    <a:pt x="185" y="41319"/>
                    <a:pt x="83" y="42496"/>
                  </a:cubicBezTo>
                  <a:cubicBezTo>
                    <a:pt x="1" y="43728"/>
                    <a:pt x="932" y="44824"/>
                    <a:pt x="2191" y="44906"/>
                  </a:cubicBezTo>
                  <a:cubicBezTo>
                    <a:pt x="3423" y="44988"/>
                    <a:pt x="4628" y="45043"/>
                    <a:pt x="5778" y="45043"/>
                  </a:cubicBezTo>
                  <a:cubicBezTo>
                    <a:pt x="33652" y="45043"/>
                    <a:pt x="40635" y="18318"/>
                    <a:pt x="40689" y="18045"/>
                  </a:cubicBezTo>
                  <a:lnTo>
                    <a:pt x="43838" y="876"/>
                  </a:lnTo>
                  <a:lnTo>
                    <a:pt x="39457"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0" name="Google Shape;430;p37"/>
            <p:cNvSpPr/>
            <p:nvPr/>
          </p:nvSpPr>
          <p:spPr>
            <a:xfrm>
              <a:off x="8076059" y="1049867"/>
              <a:ext cx="157296" cy="175017"/>
            </a:xfrm>
            <a:custGeom>
              <a:avLst/>
              <a:gdLst/>
              <a:ahLst/>
              <a:cxnLst/>
              <a:rect l="l" t="t" r="r" b="b"/>
              <a:pathLst>
                <a:path w="8051" h="8958" extrusionOk="0">
                  <a:moveTo>
                    <a:pt x="4912" y="0"/>
                  </a:moveTo>
                  <a:cubicBezTo>
                    <a:pt x="3889" y="0"/>
                    <a:pt x="2906" y="573"/>
                    <a:pt x="2437" y="1549"/>
                  </a:cubicBezTo>
                  <a:lnTo>
                    <a:pt x="712" y="4944"/>
                  </a:lnTo>
                  <a:cubicBezTo>
                    <a:pt x="0" y="6313"/>
                    <a:pt x="548" y="7984"/>
                    <a:pt x="1917" y="8668"/>
                  </a:cubicBezTo>
                  <a:cubicBezTo>
                    <a:pt x="2310" y="8865"/>
                    <a:pt x="2727" y="8957"/>
                    <a:pt x="3139" y="8957"/>
                  </a:cubicBezTo>
                  <a:cubicBezTo>
                    <a:pt x="4161" y="8957"/>
                    <a:pt x="5145" y="8385"/>
                    <a:pt x="5613" y="7409"/>
                  </a:cubicBezTo>
                  <a:lnTo>
                    <a:pt x="7338" y="4013"/>
                  </a:lnTo>
                  <a:cubicBezTo>
                    <a:pt x="8050" y="2672"/>
                    <a:pt x="7503" y="974"/>
                    <a:pt x="6133" y="289"/>
                  </a:cubicBezTo>
                  <a:cubicBezTo>
                    <a:pt x="5741" y="93"/>
                    <a:pt x="5323" y="0"/>
                    <a:pt x="491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1" name="Google Shape;431;p37"/>
            <p:cNvSpPr/>
            <p:nvPr/>
          </p:nvSpPr>
          <p:spPr>
            <a:xfrm>
              <a:off x="6515559" y="1094061"/>
              <a:ext cx="393759" cy="1391969"/>
            </a:xfrm>
            <a:custGeom>
              <a:avLst/>
              <a:gdLst/>
              <a:ahLst/>
              <a:cxnLst/>
              <a:rect l="l" t="t" r="r" b="b"/>
              <a:pathLst>
                <a:path w="20154" h="71246" extrusionOk="0">
                  <a:moveTo>
                    <a:pt x="17669" y="0"/>
                  </a:moveTo>
                  <a:cubicBezTo>
                    <a:pt x="17168" y="0"/>
                    <a:pt x="16660" y="169"/>
                    <a:pt x="16238" y="519"/>
                  </a:cubicBezTo>
                  <a:cubicBezTo>
                    <a:pt x="15581" y="1067"/>
                    <a:pt x="1" y="14484"/>
                    <a:pt x="2602" y="37210"/>
                  </a:cubicBezTo>
                  <a:cubicBezTo>
                    <a:pt x="2602" y="37265"/>
                    <a:pt x="2602" y="37320"/>
                    <a:pt x="2629" y="37375"/>
                  </a:cubicBezTo>
                  <a:lnTo>
                    <a:pt x="8817" y="71245"/>
                  </a:lnTo>
                  <a:lnTo>
                    <a:pt x="13226" y="70369"/>
                  </a:lnTo>
                  <a:lnTo>
                    <a:pt x="7038" y="36635"/>
                  </a:lnTo>
                  <a:cubicBezTo>
                    <a:pt x="4765" y="16400"/>
                    <a:pt x="18976" y="4079"/>
                    <a:pt x="19140" y="3942"/>
                  </a:cubicBezTo>
                  <a:cubicBezTo>
                    <a:pt x="20044" y="3120"/>
                    <a:pt x="20153" y="1724"/>
                    <a:pt x="19359" y="793"/>
                  </a:cubicBezTo>
                  <a:cubicBezTo>
                    <a:pt x="18930" y="272"/>
                    <a:pt x="18305" y="0"/>
                    <a:pt x="17669"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2" name="Google Shape;432;p37"/>
            <p:cNvSpPr/>
            <p:nvPr/>
          </p:nvSpPr>
          <p:spPr>
            <a:xfrm>
              <a:off x="6687822" y="2468895"/>
              <a:ext cx="857559" cy="880028"/>
            </a:xfrm>
            <a:custGeom>
              <a:avLst/>
              <a:gdLst/>
              <a:ahLst/>
              <a:cxnLst/>
              <a:rect l="l" t="t" r="r" b="b"/>
              <a:pathLst>
                <a:path w="43893" h="45043" extrusionOk="0">
                  <a:moveTo>
                    <a:pt x="4409" y="0"/>
                  </a:moveTo>
                  <a:lnTo>
                    <a:pt x="0" y="876"/>
                  </a:lnTo>
                  <a:lnTo>
                    <a:pt x="3149" y="18045"/>
                  </a:lnTo>
                  <a:cubicBezTo>
                    <a:pt x="3231" y="18318"/>
                    <a:pt x="10214" y="45043"/>
                    <a:pt x="38088" y="45043"/>
                  </a:cubicBezTo>
                  <a:cubicBezTo>
                    <a:pt x="39238" y="45043"/>
                    <a:pt x="40443" y="44988"/>
                    <a:pt x="41675" y="44906"/>
                  </a:cubicBezTo>
                  <a:cubicBezTo>
                    <a:pt x="42934" y="44824"/>
                    <a:pt x="43893" y="43728"/>
                    <a:pt x="43783" y="42469"/>
                  </a:cubicBezTo>
                  <a:cubicBezTo>
                    <a:pt x="43706" y="41317"/>
                    <a:pt x="42721" y="40429"/>
                    <a:pt x="41587" y="40429"/>
                  </a:cubicBezTo>
                  <a:cubicBezTo>
                    <a:pt x="41508" y="40429"/>
                    <a:pt x="41427" y="40434"/>
                    <a:pt x="41346" y="40443"/>
                  </a:cubicBezTo>
                  <a:cubicBezTo>
                    <a:pt x="40233" y="40529"/>
                    <a:pt x="39154" y="40571"/>
                    <a:pt x="38109" y="40571"/>
                  </a:cubicBezTo>
                  <a:cubicBezTo>
                    <a:pt x="13767" y="40571"/>
                    <a:pt x="7767" y="17980"/>
                    <a:pt x="7530" y="17114"/>
                  </a:cubicBezTo>
                  <a:lnTo>
                    <a:pt x="4409"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3" name="Google Shape;433;p37"/>
            <p:cNvSpPr/>
            <p:nvPr/>
          </p:nvSpPr>
          <p:spPr>
            <a:xfrm>
              <a:off x="6793734" y="1049867"/>
              <a:ext cx="156769" cy="175017"/>
            </a:xfrm>
            <a:custGeom>
              <a:avLst/>
              <a:gdLst/>
              <a:ahLst/>
              <a:cxnLst/>
              <a:rect l="l" t="t" r="r" b="b"/>
              <a:pathLst>
                <a:path w="8024" h="8958" extrusionOk="0">
                  <a:moveTo>
                    <a:pt x="3139" y="0"/>
                  </a:moveTo>
                  <a:cubicBezTo>
                    <a:pt x="2728" y="0"/>
                    <a:pt x="2310" y="93"/>
                    <a:pt x="1918" y="289"/>
                  </a:cubicBezTo>
                  <a:cubicBezTo>
                    <a:pt x="548" y="974"/>
                    <a:pt x="1" y="2672"/>
                    <a:pt x="713" y="4013"/>
                  </a:cubicBezTo>
                  <a:lnTo>
                    <a:pt x="2438" y="7409"/>
                  </a:lnTo>
                  <a:cubicBezTo>
                    <a:pt x="2906" y="8385"/>
                    <a:pt x="3890" y="8957"/>
                    <a:pt x="4912" y="8957"/>
                  </a:cubicBezTo>
                  <a:cubicBezTo>
                    <a:pt x="5324" y="8957"/>
                    <a:pt x="5741" y="8865"/>
                    <a:pt x="6134" y="8668"/>
                  </a:cubicBezTo>
                  <a:cubicBezTo>
                    <a:pt x="7503" y="7984"/>
                    <a:pt x="8024" y="6313"/>
                    <a:pt x="7339" y="4944"/>
                  </a:cubicBezTo>
                  <a:lnTo>
                    <a:pt x="5614" y="1549"/>
                  </a:lnTo>
                  <a:cubicBezTo>
                    <a:pt x="5145" y="573"/>
                    <a:pt x="4162" y="0"/>
                    <a:pt x="3139"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4" name="Google Shape;434;p37"/>
            <p:cNvSpPr/>
            <p:nvPr/>
          </p:nvSpPr>
          <p:spPr>
            <a:xfrm>
              <a:off x="4875894" y="3095873"/>
              <a:ext cx="2652372" cy="1784125"/>
            </a:xfrm>
            <a:custGeom>
              <a:avLst/>
              <a:gdLst/>
              <a:ahLst/>
              <a:cxnLst/>
              <a:rect l="l" t="t" r="r" b="b"/>
              <a:pathLst>
                <a:path w="135758" h="91318" extrusionOk="0">
                  <a:moveTo>
                    <a:pt x="60979" y="0"/>
                  </a:moveTo>
                  <a:cubicBezTo>
                    <a:pt x="51505" y="0"/>
                    <a:pt x="43838" y="7694"/>
                    <a:pt x="43811" y="17168"/>
                  </a:cubicBezTo>
                  <a:lnTo>
                    <a:pt x="43729" y="46549"/>
                  </a:lnTo>
                  <a:cubicBezTo>
                    <a:pt x="43729" y="53558"/>
                    <a:pt x="38061" y="59226"/>
                    <a:pt x="31051" y="59226"/>
                  </a:cubicBezTo>
                  <a:lnTo>
                    <a:pt x="17169" y="59226"/>
                  </a:lnTo>
                  <a:cubicBezTo>
                    <a:pt x="10159" y="59226"/>
                    <a:pt x="4491" y="53558"/>
                    <a:pt x="4491" y="46549"/>
                  </a:cubicBezTo>
                  <a:lnTo>
                    <a:pt x="4491" y="17442"/>
                  </a:lnTo>
                  <a:lnTo>
                    <a:pt x="1" y="17442"/>
                  </a:lnTo>
                  <a:lnTo>
                    <a:pt x="1" y="46549"/>
                  </a:lnTo>
                  <a:cubicBezTo>
                    <a:pt x="1" y="56023"/>
                    <a:pt x="7695" y="63717"/>
                    <a:pt x="17169" y="63717"/>
                  </a:cubicBezTo>
                  <a:lnTo>
                    <a:pt x="31051" y="63717"/>
                  </a:lnTo>
                  <a:cubicBezTo>
                    <a:pt x="40525" y="63689"/>
                    <a:pt x="48192" y="56023"/>
                    <a:pt x="48192" y="46549"/>
                  </a:cubicBezTo>
                  <a:lnTo>
                    <a:pt x="48301" y="17168"/>
                  </a:lnTo>
                  <a:cubicBezTo>
                    <a:pt x="48301" y="10159"/>
                    <a:pt x="53969" y="4491"/>
                    <a:pt x="60979" y="4463"/>
                  </a:cubicBezTo>
                  <a:lnTo>
                    <a:pt x="74861" y="4463"/>
                  </a:lnTo>
                  <a:cubicBezTo>
                    <a:pt x="81871" y="4491"/>
                    <a:pt x="87539" y="10159"/>
                    <a:pt x="87539" y="17168"/>
                  </a:cubicBezTo>
                  <a:lnTo>
                    <a:pt x="87539" y="74149"/>
                  </a:lnTo>
                  <a:cubicBezTo>
                    <a:pt x="87566" y="83623"/>
                    <a:pt x="95233" y="91317"/>
                    <a:pt x="104707" y="91317"/>
                  </a:cubicBezTo>
                  <a:lnTo>
                    <a:pt x="118589" y="91317"/>
                  </a:lnTo>
                  <a:cubicBezTo>
                    <a:pt x="128063" y="91317"/>
                    <a:pt x="135758" y="83623"/>
                    <a:pt x="135758" y="74149"/>
                  </a:cubicBezTo>
                  <a:lnTo>
                    <a:pt x="135758" y="12952"/>
                  </a:lnTo>
                  <a:lnTo>
                    <a:pt x="131267" y="12952"/>
                  </a:lnTo>
                  <a:lnTo>
                    <a:pt x="131267" y="74149"/>
                  </a:lnTo>
                  <a:cubicBezTo>
                    <a:pt x="131267" y="81159"/>
                    <a:pt x="125599" y="86827"/>
                    <a:pt x="118589" y="86854"/>
                  </a:cubicBezTo>
                  <a:lnTo>
                    <a:pt x="104707" y="86854"/>
                  </a:lnTo>
                  <a:cubicBezTo>
                    <a:pt x="97725" y="86827"/>
                    <a:pt x="92029" y="81159"/>
                    <a:pt x="92029" y="74149"/>
                  </a:cubicBezTo>
                  <a:lnTo>
                    <a:pt x="92029" y="17168"/>
                  </a:lnTo>
                  <a:cubicBezTo>
                    <a:pt x="92029" y="7694"/>
                    <a:pt x="84335" y="0"/>
                    <a:pt x="7486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5" name="Google Shape;435;p37"/>
            <p:cNvSpPr/>
            <p:nvPr/>
          </p:nvSpPr>
          <p:spPr>
            <a:xfrm>
              <a:off x="7277346" y="3096400"/>
              <a:ext cx="414078" cy="414078"/>
            </a:xfrm>
            <a:custGeom>
              <a:avLst/>
              <a:gdLst/>
              <a:ahLst/>
              <a:cxnLst/>
              <a:rect l="l" t="t" r="r" b="b"/>
              <a:pathLst>
                <a:path w="21194" h="21194" extrusionOk="0">
                  <a:moveTo>
                    <a:pt x="8297" y="1"/>
                  </a:moveTo>
                  <a:cubicBezTo>
                    <a:pt x="7777" y="1"/>
                    <a:pt x="7366" y="411"/>
                    <a:pt x="7366" y="932"/>
                  </a:cubicBezTo>
                  <a:lnTo>
                    <a:pt x="7366" y="7394"/>
                  </a:lnTo>
                  <a:lnTo>
                    <a:pt x="932" y="7394"/>
                  </a:lnTo>
                  <a:cubicBezTo>
                    <a:pt x="916" y="7393"/>
                    <a:pt x="901" y="7392"/>
                    <a:pt x="885" y="7392"/>
                  </a:cubicBezTo>
                  <a:cubicBezTo>
                    <a:pt x="387" y="7392"/>
                    <a:pt x="1" y="7819"/>
                    <a:pt x="1" y="8297"/>
                  </a:cubicBezTo>
                  <a:lnTo>
                    <a:pt x="1" y="12897"/>
                  </a:lnTo>
                  <a:cubicBezTo>
                    <a:pt x="1" y="13417"/>
                    <a:pt x="411" y="13828"/>
                    <a:pt x="932" y="13828"/>
                  </a:cubicBezTo>
                  <a:lnTo>
                    <a:pt x="7366" y="13828"/>
                  </a:lnTo>
                  <a:lnTo>
                    <a:pt x="7366" y="20290"/>
                  </a:lnTo>
                  <a:cubicBezTo>
                    <a:pt x="7366" y="20783"/>
                    <a:pt x="7777" y="21194"/>
                    <a:pt x="8297" y="21194"/>
                  </a:cubicBezTo>
                  <a:lnTo>
                    <a:pt x="12897" y="21194"/>
                  </a:lnTo>
                  <a:cubicBezTo>
                    <a:pt x="13418" y="21194"/>
                    <a:pt x="13828" y="20783"/>
                    <a:pt x="13828" y="20290"/>
                  </a:cubicBezTo>
                  <a:lnTo>
                    <a:pt x="13828" y="13828"/>
                  </a:lnTo>
                  <a:lnTo>
                    <a:pt x="20290" y="13828"/>
                  </a:lnTo>
                  <a:cubicBezTo>
                    <a:pt x="20783" y="13828"/>
                    <a:pt x="21194" y="13417"/>
                    <a:pt x="21194" y="12897"/>
                  </a:cubicBezTo>
                  <a:lnTo>
                    <a:pt x="21194" y="8297"/>
                  </a:lnTo>
                  <a:cubicBezTo>
                    <a:pt x="21194" y="7819"/>
                    <a:pt x="20807" y="7392"/>
                    <a:pt x="20334" y="7392"/>
                  </a:cubicBezTo>
                  <a:cubicBezTo>
                    <a:pt x="20320" y="7392"/>
                    <a:pt x="20305" y="7393"/>
                    <a:pt x="20290" y="7394"/>
                  </a:cubicBezTo>
                  <a:lnTo>
                    <a:pt x="13828" y="7394"/>
                  </a:lnTo>
                  <a:lnTo>
                    <a:pt x="13828" y="932"/>
                  </a:lnTo>
                  <a:cubicBezTo>
                    <a:pt x="13828" y="411"/>
                    <a:pt x="13418" y="1"/>
                    <a:pt x="12897"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6" name="Google Shape;436;p37"/>
            <p:cNvSpPr/>
            <p:nvPr/>
          </p:nvSpPr>
          <p:spPr>
            <a:xfrm>
              <a:off x="4736279" y="3406675"/>
              <a:ext cx="409252" cy="393837"/>
            </a:xfrm>
            <a:custGeom>
              <a:avLst/>
              <a:gdLst/>
              <a:ahLst/>
              <a:cxnLst/>
              <a:rect l="l" t="t" r="r" b="b"/>
              <a:pathLst>
                <a:path w="20947" h="20158" extrusionOk="0">
                  <a:moveTo>
                    <a:pt x="10076" y="1"/>
                  </a:moveTo>
                  <a:cubicBezTo>
                    <a:pt x="4518" y="1"/>
                    <a:pt x="0" y="4519"/>
                    <a:pt x="0" y="10077"/>
                  </a:cubicBezTo>
                  <a:cubicBezTo>
                    <a:pt x="0" y="14157"/>
                    <a:pt x="2464" y="17826"/>
                    <a:pt x="6216" y="19387"/>
                  </a:cubicBezTo>
                  <a:cubicBezTo>
                    <a:pt x="7470" y="19905"/>
                    <a:pt x="8785" y="20158"/>
                    <a:pt x="10087" y="20158"/>
                  </a:cubicBezTo>
                  <a:cubicBezTo>
                    <a:pt x="12707" y="20158"/>
                    <a:pt x="15275" y="19135"/>
                    <a:pt x="17196" y="17196"/>
                  </a:cubicBezTo>
                  <a:cubicBezTo>
                    <a:pt x="20098" y="14321"/>
                    <a:pt x="20947" y="9995"/>
                    <a:pt x="19386" y="6216"/>
                  </a:cubicBezTo>
                  <a:cubicBezTo>
                    <a:pt x="17825" y="2465"/>
                    <a:pt x="14156" y="1"/>
                    <a:pt x="10076"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437" name="Google Shape;437;p37"/>
            <p:cNvSpPr/>
            <p:nvPr/>
          </p:nvSpPr>
          <p:spPr>
            <a:xfrm>
              <a:off x="4849147" y="3519563"/>
              <a:ext cx="196352" cy="168198"/>
            </a:xfrm>
            <a:custGeom>
              <a:avLst/>
              <a:gdLst/>
              <a:ahLst/>
              <a:cxnLst/>
              <a:rect l="l" t="t" r="r" b="b"/>
              <a:pathLst>
                <a:path w="10050" h="8609" extrusionOk="0">
                  <a:moveTo>
                    <a:pt x="4299" y="0"/>
                  </a:moveTo>
                  <a:cubicBezTo>
                    <a:pt x="1917" y="0"/>
                    <a:pt x="0" y="1917"/>
                    <a:pt x="0" y="4299"/>
                  </a:cubicBezTo>
                  <a:cubicBezTo>
                    <a:pt x="0" y="6892"/>
                    <a:pt x="2118" y="8608"/>
                    <a:pt x="4327" y="8608"/>
                  </a:cubicBezTo>
                  <a:cubicBezTo>
                    <a:pt x="5384" y="8608"/>
                    <a:pt x="6462" y="8216"/>
                    <a:pt x="7339" y="7338"/>
                  </a:cubicBezTo>
                  <a:cubicBezTo>
                    <a:pt x="10049" y="4628"/>
                    <a:pt x="8133" y="0"/>
                    <a:pt x="4299"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42"/>
          <p:cNvSpPr txBox="1">
            <a:spLocks noGrp="1"/>
          </p:cNvSpPr>
          <p:nvPr>
            <p:ph type="title"/>
          </p:nvPr>
        </p:nvSpPr>
        <p:spPr>
          <a:xfrm>
            <a:off x="625151" y="337636"/>
            <a:ext cx="4337719" cy="427200"/>
          </a:xfrm>
          <a:prstGeom prst="rect">
            <a:avLst/>
          </a:prstGeom>
        </p:spPr>
        <p:txBody>
          <a:bodyPr spcFirstLastPara="1" wrap="square" lIns="121900" tIns="121900" rIns="121900" bIns="121900" anchor="ctr" anchorCtr="0">
            <a:noAutofit/>
          </a:bodyPr>
          <a:lstStyle/>
          <a:p>
            <a:r>
              <a:rPr lang="en" dirty="0"/>
              <a:t>Proposed Solution</a:t>
            </a:r>
            <a:endParaRPr dirty="0"/>
          </a:p>
        </p:txBody>
      </p:sp>
      <p:sp>
        <p:nvSpPr>
          <p:cNvPr id="654" name="Google Shape;654;p42"/>
          <p:cNvSpPr txBox="1">
            <a:spLocks noGrp="1"/>
          </p:cNvSpPr>
          <p:nvPr>
            <p:ph type="subTitle" idx="1"/>
          </p:nvPr>
        </p:nvSpPr>
        <p:spPr>
          <a:xfrm>
            <a:off x="3746504" y="1507150"/>
            <a:ext cx="3104800" cy="3843699"/>
          </a:xfrm>
          <a:prstGeom prst="rect">
            <a:avLst/>
          </a:prstGeom>
        </p:spPr>
        <p:txBody>
          <a:bodyPr spcFirstLastPara="1" wrap="square" lIns="121900" tIns="121900" rIns="121900" bIns="121900" anchor="t" anchorCtr="0">
            <a:noAutofit/>
          </a:bodyPr>
          <a:lstStyle/>
          <a:p>
            <a:pPr marL="239993" indent="-203195"/>
            <a:r>
              <a:rPr lang="en" dirty="0"/>
              <a:t>Name: Shakya</a:t>
            </a:r>
          </a:p>
          <a:p>
            <a:pPr marL="239993" indent="-203195"/>
            <a:r>
              <a:rPr lang="en" dirty="0"/>
              <a:t>Age: 25-35</a:t>
            </a:r>
            <a:endParaRPr dirty="0"/>
          </a:p>
          <a:p>
            <a:pPr marL="239993" indent="-203195"/>
            <a:r>
              <a:rPr lang="en" dirty="0"/>
              <a:t>Gender: female</a:t>
            </a:r>
            <a:endParaRPr dirty="0"/>
          </a:p>
          <a:p>
            <a:pPr marL="239993" indent="-203195"/>
            <a:r>
              <a:rPr lang="en" dirty="0"/>
              <a:t>Address: 125/4…</a:t>
            </a:r>
            <a:endParaRPr dirty="0"/>
          </a:p>
          <a:p>
            <a:pPr marL="239993" indent="-203195"/>
            <a:r>
              <a:rPr lang="en" dirty="0"/>
              <a:t>Systolic BP: 72</a:t>
            </a:r>
            <a:endParaRPr dirty="0"/>
          </a:p>
          <a:p>
            <a:pPr marL="239993" indent="-203195"/>
            <a:r>
              <a:rPr lang="en" dirty="0"/>
              <a:t>Diastolic BP: 109</a:t>
            </a:r>
          </a:p>
          <a:p>
            <a:pPr marL="239993" indent="-203195"/>
            <a:r>
              <a:rPr lang="en" dirty="0"/>
              <a:t>Heart Rate: 72</a:t>
            </a:r>
          </a:p>
          <a:p>
            <a:pPr marL="239993" indent="-203195"/>
            <a:r>
              <a:rPr lang="en" dirty="0"/>
              <a:t>SpO2: 60%</a:t>
            </a:r>
          </a:p>
          <a:p>
            <a:pPr marL="239993" indent="-203195"/>
            <a:r>
              <a:rPr lang="en" dirty="0"/>
              <a:t>Notes: -------</a:t>
            </a:r>
            <a:endParaRPr dirty="0"/>
          </a:p>
        </p:txBody>
      </p:sp>
      <p:sp>
        <p:nvSpPr>
          <p:cNvPr id="655" name="Google Shape;655;p42"/>
          <p:cNvSpPr txBox="1">
            <a:spLocks noGrp="1"/>
          </p:cNvSpPr>
          <p:nvPr>
            <p:ph type="subTitle" idx="2"/>
          </p:nvPr>
        </p:nvSpPr>
        <p:spPr>
          <a:xfrm>
            <a:off x="8662576" y="0"/>
            <a:ext cx="2740800" cy="514049"/>
          </a:xfrm>
          <a:prstGeom prst="rect">
            <a:avLst/>
          </a:prstGeom>
        </p:spPr>
        <p:txBody>
          <a:bodyPr spcFirstLastPara="1" wrap="square" lIns="121900" tIns="121900" rIns="121900" bIns="121900" anchor="t" anchorCtr="0">
            <a:noAutofit/>
          </a:bodyPr>
          <a:lstStyle/>
          <a:p>
            <a:r>
              <a:rPr lang="en" dirty="0"/>
              <a:t>Web-App</a:t>
            </a:r>
            <a:endParaRPr dirty="0"/>
          </a:p>
        </p:txBody>
      </p:sp>
      <p:sp>
        <p:nvSpPr>
          <p:cNvPr id="657" name="Google Shape;657;p42"/>
          <p:cNvSpPr/>
          <p:nvPr/>
        </p:nvSpPr>
        <p:spPr>
          <a:xfrm>
            <a:off x="7272633" y="2168733"/>
            <a:ext cx="157200" cy="157200"/>
          </a:xfrm>
          <a:prstGeom prst="ellipse">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58" name="Google Shape;658;p42"/>
          <p:cNvSpPr/>
          <p:nvPr/>
        </p:nvSpPr>
        <p:spPr>
          <a:xfrm>
            <a:off x="7272633" y="3658036"/>
            <a:ext cx="157200" cy="157200"/>
          </a:xfrm>
          <a:prstGeom prst="ellipse">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p:txBody>
      </p:sp>
      <p:sp>
        <p:nvSpPr>
          <p:cNvPr id="659" name="Google Shape;659;p42"/>
          <p:cNvSpPr/>
          <p:nvPr/>
        </p:nvSpPr>
        <p:spPr>
          <a:xfrm>
            <a:off x="7272633" y="5147336"/>
            <a:ext cx="157200" cy="157200"/>
          </a:xfrm>
          <a:prstGeom prst="ellipse">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a:p>
            <a:pPr defTabSz="1219170">
              <a:buClr>
                <a:srgbClr val="000000"/>
              </a:buClr>
            </a:pPr>
            <a:endParaRPr sz="1867" kern="0" dirty="0">
              <a:solidFill>
                <a:srgbClr val="000000"/>
              </a:solidFill>
              <a:latin typeface="Arial"/>
              <a:cs typeface="Arial"/>
              <a:sym typeface="Arial"/>
            </a:endParaRPr>
          </a:p>
        </p:txBody>
      </p:sp>
      <p:cxnSp>
        <p:nvCxnSpPr>
          <p:cNvPr id="660" name="Google Shape;660;p42"/>
          <p:cNvCxnSpPr>
            <a:stCxn id="657" idx="4"/>
            <a:endCxn id="658" idx="0"/>
          </p:cNvCxnSpPr>
          <p:nvPr/>
        </p:nvCxnSpPr>
        <p:spPr>
          <a:xfrm>
            <a:off x="7351233" y="2325933"/>
            <a:ext cx="0" cy="1332000"/>
          </a:xfrm>
          <a:prstGeom prst="straightConnector1">
            <a:avLst/>
          </a:prstGeom>
          <a:noFill/>
          <a:ln w="19050" cap="flat" cmpd="sng">
            <a:solidFill>
              <a:schemeClr val="dk1"/>
            </a:solidFill>
            <a:prstDash val="solid"/>
            <a:round/>
            <a:headEnd type="none" w="med" len="med"/>
            <a:tailEnd type="none" w="med" len="med"/>
          </a:ln>
        </p:spPr>
      </p:cxnSp>
      <p:cxnSp>
        <p:nvCxnSpPr>
          <p:cNvPr id="661" name="Google Shape;661;p42"/>
          <p:cNvCxnSpPr>
            <a:stCxn id="658" idx="4"/>
            <a:endCxn id="659" idx="0"/>
          </p:cNvCxnSpPr>
          <p:nvPr/>
        </p:nvCxnSpPr>
        <p:spPr>
          <a:xfrm>
            <a:off x="7351233" y="3815236"/>
            <a:ext cx="0" cy="1332000"/>
          </a:xfrm>
          <a:prstGeom prst="straightConnector1">
            <a:avLst/>
          </a:prstGeom>
          <a:noFill/>
          <a:ln w="19050" cap="flat" cmpd="sng">
            <a:solidFill>
              <a:schemeClr val="dk1"/>
            </a:solidFill>
            <a:prstDash val="solid"/>
            <a:round/>
            <a:headEnd type="none" w="med" len="med"/>
            <a:tailEnd type="none" w="med" len="med"/>
          </a:ln>
        </p:spPr>
      </p:cxnSp>
      <p:cxnSp>
        <p:nvCxnSpPr>
          <p:cNvPr id="662" name="Google Shape;662;p42"/>
          <p:cNvCxnSpPr>
            <a:stCxn id="659" idx="4"/>
          </p:cNvCxnSpPr>
          <p:nvPr/>
        </p:nvCxnSpPr>
        <p:spPr>
          <a:xfrm>
            <a:off x="7351233" y="5304536"/>
            <a:ext cx="0" cy="1676000"/>
          </a:xfrm>
          <a:prstGeom prst="straightConnector1">
            <a:avLst/>
          </a:prstGeom>
          <a:noFill/>
          <a:ln w="19050" cap="flat" cmpd="sng">
            <a:solidFill>
              <a:schemeClr val="dk1"/>
            </a:solidFill>
            <a:prstDash val="solid"/>
            <a:round/>
            <a:headEnd type="none" w="med" len="med"/>
            <a:tailEnd type="none" w="med" len="med"/>
          </a:ln>
        </p:spPr>
      </p:cxnSp>
      <p:sp>
        <p:nvSpPr>
          <p:cNvPr id="663" name="Google Shape;663;p42"/>
          <p:cNvSpPr txBox="1">
            <a:spLocks noGrp="1"/>
          </p:cNvSpPr>
          <p:nvPr>
            <p:ph type="subTitle" idx="4"/>
          </p:nvPr>
        </p:nvSpPr>
        <p:spPr>
          <a:xfrm>
            <a:off x="8662576" y="2223340"/>
            <a:ext cx="2277203" cy="427200"/>
          </a:xfrm>
          <a:prstGeom prst="rect">
            <a:avLst/>
          </a:prstGeom>
        </p:spPr>
        <p:txBody>
          <a:bodyPr spcFirstLastPara="1" wrap="square" lIns="121900" tIns="121900" rIns="121900" bIns="121900" anchor="t" anchorCtr="0">
            <a:noAutofit/>
          </a:bodyPr>
          <a:lstStyle/>
          <a:p>
            <a:r>
              <a:rPr lang="en" dirty="0"/>
              <a:t>Dashboard</a:t>
            </a:r>
            <a:endParaRPr dirty="0"/>
          </a:p>
        </p:txBody>
      </p:sp>
      <p:sp>
        <p:nvSpPr>
          <p:cNvPr id="665" name="Google Shape;665;p42"/>
          <p:cNvSpPr txBox="1">
            <a:spLocks noGrp="1"/>
          </p:cNvSpPr>
          <p:nvPr>
            <p:ph type="subTitle" idx="6"/>
          </p:nvPr>
        </p:nvSpPr>
        <p:spPr>
          <a:xfrm>
            <a:off x="8788657" y="4440556"/>
            <a:ext cx="2740800" cy="427200"/>
          </a:xfrm>
          <a:prstGeom prst="rect">
            <a:avLst/>
          </a:prstGeom>
        </p:spPr>
        <p:txBody>
          <a:bodyPr spcFirstLastPara="1" wrap="square" lIns="121900" tIns="121900" rIns="121900" bIns="121900" anchor="t" anchorCtr="0">
            <a:noAutofit/>
          </a:bodyPr>
          <a:lstStyle/>
          <a:p>
            <a:r>
              <a:rPr lang="en-US" dirty="0"/>
              <a:t>Doctor</a:t>
            </a:r>
            <a:endParaRPr dirty="0"/>
          </a:p>
        </p:txBody>
      </p:sp>
      <p:grpSp>
        <p:nvGrpSpPr>
          <p:cNvPr id="667" name="Google Shape;667;p42"/>
          <p:cNvGrpSpPr/>
          <p:nvPr/>
        </p:nvGrpSpPr>
        <p:grpSpPr>
          <a:xfrm>
            <a:off x="1051891" y="1707107"/>
            <a:ext cx="2228611" cy="4728373"/>
            <a:chOff x="892205" y="1877744"/>
            <a:chExt cx="2153108" cy="4568183"/>
          </a:xfrm>
        </p:grpSpPr>
        <p:sp>
          <p:nvSpPr>
            <p:cNvPr id="668" name="Google Shape;668;p42"/>
            <p:cNvSpPr/>
            <p:nvPr/>
          </p:nvSpPr>
          <p:spPr>
            <a:xfrm flipH="1">
              <a:off x="2341826" y="2563582"/>
              <a:ext cx="628725" cy="689748"/>
            </a:xfrm>
            <a:custGeom>
              <a:avLst/>
              <a:gdLst/>
              <a:ahLst/>
              <a:cxnLst/>
              <a:rect l="l" t="t" r="r" b="b"/>
              <a:pathLst>
                <a:path w="19617" h="21521" extrusionOk="0">
                  <a:moveTo>
                    <a:pt x="16967" y="1"/>
                  </a:moveTo>
                  <a:cubicBezTo>
                    <a:pt x="16642" y="1"/>
                    <a:pt x="16279" y="47"/>
                    <a:pt x="15874" y="147"/>
                  </a:cubicBezTo>
                  <a:cubicBezTo>
                    <a:pt x="14621" y="448"/>
                    <a:pt x="1" y="17925"/>
                    <a:pt x="134" y="19095"/>
                  </a:cubicBezTo>
                  <a:cubicBezTo>
                    <a:pt x="268" y="20214"/>
                    <a:pt x="936" y="20883"/>
                    <a:pt x="1872" y="21234"/>
                  </a:cubicBezTo>
                  <a:cubicBezTo>
                    <a:pt x="2418" y="21432"/>
                    <a:pt x="3053" y="21520"/>
                    <a:pt x="3725" y="21520"/>
                  </a:cubicBezTo>
                  <a:cubicBezTo>
                    <a:pt x="5831" y="21520"/>
                    <a:pt x="8304" y="20652"/>
                    <a:pt x="9558" y="19563"/>
                  </a:cubicBezTo>
                  <a:cubicBezTo>
                    <a:pt x="9575" y="19546"/>
                    <a:pt x="9591" y="19529"/>
                    <a:pt x="9608" y="19513"/>
                  </a:cubicBezTo>
                  <a:cubicBezTo>
                    <a:pt x="10811" y="18427"/>
                    <a:pt x="13367" y="15118"/>
                    <a:pt x="15523" y="12261"/>
                  </a:cubicBezTo>
                  <a:cubicBezTo>
                    <a:pt x="16358" y="11142"/>
                    <a:pt x="17127" y="10106"/>
                    <a:pt x="17728" y="9270"/>
                  </a:cubicBezTo>
                  <a:cubicBezTo>
                    <a:pt x="18965" y="7583"/>
                    <a:pt x="19616" y="5528"/>
                    <a:pt x="19550" y="3439"/>
                  </a:cubicBezTo>
                  <a:cubicBezTo>
                    <a:pt x="19492" y="1677"/>
                    <a:pt x="18919" y="1"/>
                    <a:pt x="16967"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69" name="Google Shape;669;p42"/>
            <p:cNvSpPr/>
            <p:nvPr/>
          </p:nvSpPr>
          <p:spPr>
            <a:xfrm flipH="1">
              <a:off x="892205" y="3696614"/>
              <a:ext cx="327231" cy="344377"/>
            </a:xfrm>
            <a:custGeom>
              <a:avLst/>
              <a:gdLst/>
              <a:ahLst/>
              <a:cxnLst/>
              <a:rect l="l" t="t" r="r" b="b"/>
              <a:pathLst>
                <a:path w="10210" h="10745" extrusionOk="0">
                  <a:moveTo>
                    <a:pt x="3225" y="0"/>
                  </a:moveTo>
                  <a:lnTo>
                    <a:pt x="1" y="3292"/>
                  </a:lnTo>
                  <a:lnTo>
                    <a:pt x="3643" y="7319"/>
                  </a:lnTo>
                  <a:lnTo>
                    <a:pt x="3643" y="7302"/>
                  </a:lnTo>
                  <a:cubicBezTo>
                    <a:pt x="4273" y="8678"/>
                    <a:pt x="7222" y="10744"/>
                    <a:pt x="7611" y="10744"/>
                  </a:cubicBezTo>
                  <a:cubicBezTo>
                    <a:pt x="7614" y="10744"/>
                    <a:pt x="7617" y="10744"/>
                    <a:pt x="7620" y="10744"/>
                  </a:cubicBezTo>
                  <a:cubicBezTo>
                    <a:pt x="8255" y="10694"/>
                    <a:pt x="5080" y="8037"/>
                    <a:pt x="5331" y="7903"/>
                  </a:cubicBezTo>
                  <a:cubicBezTo>
                    <a:pt x="5335" y="7901"/>
                    <a:pt x="5341" y="7900"/>
                    <a:pt x="5347" y="7900"/>
                  </a:cubicBezTo>
                  <a:cubicBezTo>
                    <a:pt x="5657" y="7900"/>
                    <a:pt x="7943" y="10518"/>
                    <a:pt x="8498" y="10518"/>
                  </a:cubicBezTo>
                  <a:cubicBezTo>
                    <a:pt x="8537" y="10518"/>
                    <a:pt x="8568" y="10505"/>
                    <a:pt x="8589" y="10477"/>
                  </a:cubicBezTo>
                  <a:cubicBezTo>
                    <a:pt x="8923" y="10025"/>
                    <a:pt x="5982" y="7369"/>
                    <a:pt x="6216" y="7252"/>
                  </a:cubicBezTo>
                  <a:cubicBezTo>
                    <a:pt x="6221" y="7250"/>
                    <a:pt x="6226" y="7249"/>
                    <a:pt x="6233" y="7249"/>
                  </a:cubicBezTo>
                  <a:cubicBezTo>
                    <a:pt x="6533" y="7249"/>
                    <a:pt x="8514" y="9563"/>
                    <a:pt x="8940" y="9825"/>
                  </a:cubicBezTo>
                  <a:cubicBezTo>
                    <a:pt x="9138" y="9952"/>
                    <a:pt x="9324" y="10041"/>
                    <a:pt x="9455" y="10041"/>
                  </a:cubicBezTo>
                  <a:cubicBezTo>
                    <a:pt x="9601" y="10041"/>
                    <a:pt x="9677" y="9931"/>
                    <a:pt x="9625" y="9641"/>
                  </a:cubicBezTo>
                  <a:cubicBezTo>
                    <a:pt x="9541" y="9090"/>
                    <a:pt x="6968" y="6784"/>
                    <a:pt x="7102" y="6567"/>
                  </a:cubicBezTo>
                  <a:cubicBezTo>
                    <a:pt x="7106" y="6559"/>
                    <a:pt x="7114" y="6555"/>
                    <a:pt x="7124" y="6555"/>
                  </a:cubicBezTo>
                  <a:cubicBezTo>
                    <a:pt x="7380" y="6555"/>
                    <a:pt x="9288" y="8932"/>
                    <a:pt x="9853" y="8932"/>
                  </a:cubicBezTo>
                  <a:cubicBezTo>
                    <a:pt x="9920" y="8932"/>
                    <a:pt x="9968" y="8898"/>
                    <a:pt x="9992" y="8822"/>
                  </a:cubicBezTo>
                  <a:cubicBezTo>
                    <a:pt x="10176" y="8254"/>
                    <a:pt x="7002" y="4662"/>
                    <a:pt x="7001" y="4662"/>
                  </a:cubicBezTo>
                  <a:lnTo>
                    <a:pt x="7001" y="4662"/>
                  </a:lnTo>
                  <a:lnTo>
                    <a:pt x="7887" y="5013"/>
                  </a:lnTo>
                  <a:cubicBezTo>
                    <a:pt x="7887" y="5013"/>
                    <a:pt x="9091" y="6202"/>
                    <a:pt x="9634" y="6202"/>
                  </a:cubicBezTo>
                  <a:cubicBezTo>
                    <a:pt x="9674" y="6202"/>
                    <a:pt x="9710" y="6196"/>
                    <a:pt x="9742" y="6182"/>
                  </a:cubicBezTo>
                  <a:cubicBezTo>
                    <a:pt x="10210" y="5982"/>
                    <a:pt x="8956" y="4395"/>
                    <a:pt x="8539" y="4127"/>
                  </a:cubicBezTo>
                  <a:cubicBezTo>
                    <a:pt x="8152" y="3884"/>
                    <a:pt x="7186" y="3234"/>
                    <a:pt x="6065" y="3234"/>
                  </a:cubicBezTo>
                  <a:cubicBezTo>
                    <a:pt x="5879" y="3234"/>
                    <a:pt x="5690" y="3252"/>
                    <a:pt x="5498" y="3292"/>
                  </a:cubicBezTo>
                  <a:lnTo>
                    <a:pt x="3225"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0" name="Google Shape;670;p42"/>
            <p:cNvSpPr/>
            <p:nvPr/>
          </p:nvSpPr>
          <p:spPr>
            <a:xfrm flipH="1">
              <a:off x="1029827" y="2559512"/>
              <a:ext cx="866504" cy="1334177"/>
            </a:xfrm>
            <a:custGeom>
              <a:avLst/>
              <a:gdLst/>
              <a:ahLst/>
              <a:cxnLst/>
              <a:rect l="l" t="t" r="r" b="b"/>
              <a:pathLst>
                <a:path w="27036" h="41628" extrusionOk="0">
                  <a:moveTo>
                    <a:pt x="4994" y="0"/>
                  </a:moveTo>
                  <a:cubicBezTo>
                    <a:pt x="4279" y="0"/>
                    <a:pt x="3489" y="454"/>
                    <a:pt x="2507" y="1411"/>
                  </a:cubicBezTo>
                  <a:cubicBezTo>
                    <a:pt x="1" y="3833"/>
                    <a:pt x="4145" y="21177"/>
                    <a:pt x="6751" y="25354"/>
                  </a:cubicBezTo>
                  <a:cubicBezTo>
                    <a:pt x="9341" y="29514"/>
                    <a:pt x="21321" y="41628"/>
                    <a:pt x="21321" y="41628"/>
                  </a:cubicBezTo>
                  <a:lnTo>
                    <a:pt x="27035" y="35780"/>
                  </a:lnTo>
                  <a:lnTo>
                    <a:pt x="15523" y="20124"/>
                  </a:lnTo>
                  <a:cubicBezTo>
                    <a:pt x="15523" y="20124"/>
                    <a:pt x="10678" y="7342"/>
                    <a:pt x="8539" y="3633"/>
                  </a:cubicBezTo>
                  <a:cubicBezTo>
                    <a:pt x="7196" y="1293"/>
                    <a:pt x="6202" y="0"/>
                    <a:pt x="499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1" name="Google Shape;671;p42"/>
            <p:cNvSpPr/>
            <p:nvPr/>
          </p:nvSpPr>
          <p:spPr>
            <a:xfrm>
              <a:off x="2335726" y="6166387"/>
              <a:ext cx="709587" cy="279540"/>
            </a:xfrm>
            <a:custGeom>
              <a:avLst/>
              <a:gdLst/>
              <a:ahLst/>
              <a:cxnLst/>
              <a:rect l="l" t="t" r="r" b="b"/>
              <a:pathLst>
                <a:path w="22140" h="8722" extrusionOk="0">
                  <a:moveTo>
                    <a:pt x="8338" y="0"/>
                  </a:moveTo>
                  <a:lnTo>
                    <a:pt x="0" y="635"/>
                  </a:lnTo>
                  <a:lnTo>
                    <a:pt x="619" y="4795"/>
                  </a:lnTo>
                  <a:lnTo>
                    <a:pt x="1203" y="8722"/>
                  </a:lnTo>
                  <a:lnTo>
                    <a:pt x="22139" y="8722"/>
                  </a:lnTo>
                  <a:cubicBezTo>
                    <a:pt x="20986" y="7001"/>
                    <a:pt x="19199" y="5798"/>
                    <a:pt x="17160" y="5380"/>
                  </a:cubicBezTo>
                  <a:cubicBezTo>
                    <a:pt x="15656" y="5079"/>
                    <a:pt x="14186" y="4628"/>
                    <a:pt x="12766" y="4027"/>
                  </a:cubicBezTo>
                  <a:cubicBezTo>
                    <a:pt x="8488" y="2189"/>
                    <a:pt x="8338" y="0"/>
                    <a:pt x="8338"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2" name="Google Shape;672;p42"/>
            <p:cNvSpPr/>
            <p:nvPr/>
          </p:nvSpPr>
          <p:spPr>
            <a:xfrm>
              <a:off x="2355532" y="6295420"/>
              <a:ext cx="689780" cy="150507"/>
            </a:xfrm>
            <a:custGeom>
              <a:avLst/>
              <a:gdLst/>
              <a:ahLst/>
              <a:cxnLst/>
              <a:rect l="l" t="t" r="r" b="b"/>
              <a:pathLst>
                <a:path w="21522" h="4696" extrusionOk="0">
                  <a:moveTo>
                    <a:pt x="12148" y="1"/>
                  </a:moveTo>
                  <a:cubicBezTo>
                    <a:pt x="11329" y="903"/>
                    <a:pt x="10494" y="2006"/>
                    <a:pt x="10093" y="3092"/>
                  </a:cubicBezTo>
                  <a:cubicBezTo>
                    <a:pt x="5063" y="2657"/>
                    <a:pt x="1989" y="1337"/>
                    <a:pt x="1" y="769"/>
                  </a:cubicBezTo>
                  <a:lnTo>
                    <a:pt x="1" y="769"/>
                  </a:lnTo>
                  <a:lnTo>
                    <a:pt x="569" y="4696"/>
                  </a:lnTo>
                  <a:lnTo>
                    <a:pt x="21521" y="4696"/>
                  </a:lnTo>
                  <a:cubicBezTo>
                    <a:pt x="20368" y="2975"/>
                    <a:pt x="18581" y="1772"/>
                    <a:pt x="16542" y="1354"/>
                  </a:cubicBezTo>
                  <a:cubicBezTo>
                    <a:pt x="15038" y="1053"/>
                    <a:pt x="13568" y="602"/>
                    <a:pt x="1214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3" name="Google Shape;673;p42"/>
            <p:cNvSpPr/>
            <p:nvPr/>
          </p:nvSpPr>
          <p:spPr>
            <a:xfrm>
              <a:off x="2056185" y="3844397"/>
              <a:ext cx="641577" cy="2492849"/>
            </a:xfrm>
            <a:custGeom>
              <a:avLst/>
              <a:gdLst/>
              <a:ahLst/>
              <a:cxnLst/>
              <a:rect l="l" t="t" r="r" b="b"/>
              <a:pathLst>
                <a:path w="20018" h="77780" extrusionOk="0">
                  <a:moveTo>
                    <a:pt x="13635" y="1"/>
                  </a:moveTo>
                  <a:lnTo>
                    <a:pt x="1" y="151"/>
                  </a:lnTo>
                  <a:lnTo>
                    <a:pt x="452" y="5214"/>
                  </a:lnTo>
                  <a:lnTo>
                    <a:pt x="6868" y="77779"/>
                  </a:lnTo>
                  <a:lnTo>
                    <a:pt x="20017" y="73201"/>
                  </a:lnTo>
                  <a:lnTo>
                    <a:pt x="14086" y="5214"/>
                  </a:lnTo>
                  <a:lnTo>
                    <a:pt x="13635"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4" name="Google Shape;674;p42"/>
            <p:cNvSpPr/>
            <p:nvPr/>
          </p:nvSpPr>
          <p:spPr>
            <a:xfrm>
              <a:off x="2056185" y="3844397"/>
              <a:ext cx="451456" cy="167109"/>
            </a:xfrm>
            <a:custGeom>
              <a:avLst/>
              <a:gdLst/>
              <a:ahLst/>
              <a:cxnLst/>
              <a:rect l="l" t="t" r="r" b="b"/>
              <a:pathLst>
                <a:path w="14086" h="5214" extrusionOk="0">
                  <a:moveTo>
                    <a:pt x="13635" y="1"/>
                  </a:moveTo>
                  <a:lnTo>
                    <a:pt x="1" y="151"/>
                  </a:lnTo>
                  <a:lnTo>
                    <a:pt x="452" y="5214"/>
                  </a:lnTo>
                  <a:lnTo>
                    <a:pt x="14086" y="5214"/>
                  </a:lnTo>
                  <a:lnTo>
                    <a:pt x="13635"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5" name="Google Shape;675;p42"/>
            <p:cNvSpPr/>
            <p:nvPr/>
          </p:nvSpPr>
          <p:spPr>
            <a:xfrm>
              <a:off x="1324131" y="6166387"/>
              <a:ext cx="680678" cy="279540"/>
            </a:xfrm>
            <a:custGeom>
              <a:avLst/>
              <a:gdLst/>
              <a:ahLst/>
              <a:cxnLst/>
              <a:rect l="l" t="t" r="r" b="b"/>
              <a:pathLst>
                <a:path w="21238" h="8722" extrusionOk="0">
                  <a:moveTo>
                    <a:pt x="12816" y="0"/>
                  </a:moveTo>
                  <a:cubicBezTo>
                    <a:pt x="12816" y="0"/>
                    <a:pt x="12917" y="2189"/>
                    <a:pt x="8857" y="4027"/>
                  </a:cubicBezTo>
                  <a:cubicBezTo>
                    <a:pt x="7486" y="4628"/>
                    <a:pt x="6066" y="5079"/>
                    <a:pt x="4613" y="5380"/>
                  </a:cubicBezTo>
                  <a:cubicBezTo>
                    <a:pt x="1204" y="6132"/>
                    <a:pt x="1" y="8722"/>
                    <a:pt x="1" y="8722"/>
                  </a:cubicBezTo>
                  <a:lnTo>
                    <a:pt x="20937" y="8722"/>
                  </a:lnTo>
                  <a:lnTo>
                    <a:pt x="21087" y="4795"/>
                  </a:lnTo>
                  <a:lnTo>
                    <a:pt x="21238" y="635"/>
                  </a:lnTo>
                  <a:lnTo>
                    <a:pt x="12816"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6" name="Google Shape;676;p42"/>
            <p:cNvSpPr/>
            <p:nvPr/>
          </p:nvSpPr>
          <p:spPr>
            <a:xfrm>
              <a:off x="1324131" y="6295420"/>
              <a:ext cx="675870" cy="150507"/>
            </a:xfrm>
            <a:custGeom>
              <a:avLst/>
              <a:gdLst/>
              <a:ahLst/>
              <a:cxnLst/>
              <a:rect l="l" t="t" r="r" b="b"/>
              <a:pathLst>
                <a:path w="21088" h="4696" extrusionOk="0">
                  <a:moveTo>
                    <a:pt x="8857" y="1"/>
                  </a:moveTo>
                  <a:cubicBezTo>
                    <a:pt x="7486" y="602"/>
                    <a:pt x="6066" y="1053"/>
                    <a:pt x="4613" y="1354"/>
                  </a:cubicBezTo>
                  <a:cubicBezTo>
                    <a:pt x="1204" y="2106"/>
                    <a:pt x="1" y="4696"/>
                    <a:pt x="1" y="4696"/>
                  </a:cubicBezTo>
                  <a:lnTo>
                    <a:pt x="20937" y="4696"/>
                  </a:lnTo>
                  <a:lnTo>
                    <a:pt x="21087" y="769"/>
                  </a:lnTo>
                  <a:lnTo>
                    <a:pt x="21087" y="769"/>
                  </a:lnTo>
                  <a:cubicBezTo>
                    <a:pt x="19166" y="1337"/>
                    <a:pt x="16225" y="2657"/>
                    <a:pt x="11246" y="3092"/>
                  </a:cubicBezTo>
                  <a:cubicBezTo>
                    <a:pt x="10728" y="2006"/>
                    <a:pt x="9775" y="903"/>
                    <a:pt x="885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7" name="Google Shape;677;p42"/>
            <p:cNvSpPr/>
            <p:nvPr/>
          </p:nvSpPr>
          <p:spPr>
            <a:xfrm>
              <a:off x="1587614" y="3844397"/>
              <a:ext cx="493249" cy="2492849"/>
            </a:xfrm>
            <a:custGeom>
              <a:avLst/>
              <a:gdLst/>
              <a:ahLst/>
              <a:cxnLst/>
              <a:rect l="l" t="t" r="r" b="b"/>
              <a:pathLst>
                <a:path w="15390" h="77780" extrusionOk="0">
                  <a:moveTo>
                    <a:pt x="1" y="1"/>
                  </a:moveTo>
                  <a:lnTo>
                    <a:pt x="118" y="5214"/>
                  </a:lnTo>
                  <a:lnTo>
                    <a:pt x="1738" y="73201"/>
                  </a:lnTo>
                  <a:lnTo>
                    <a:pt x="15389" y="77779"/>
                  </a:lnTo>
                  <a:lnTo>
                    <a:pt x="13768" y="5214"/>
                  </a:lnTo>
                  <a:lnTo>
                    <a:pt x="13651" y="151"/>
                  </a:lnTo>
                  <a:lnTo>
                    <a:pt x="1"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8" name="Google Shape;678;p42"/>
            <p:cNvSpPr/>
            <p:nvPr/>
          </p:nvSpPr>
          <p:spPr>
            <a:xfrm>
              <a:off x="1587614" y="3844397"/>
              <a:ext cx="441296" cy="167109"/>
            </a:xfrm>
            <a:custGeom>
              <a:avLst/>
              <a:gdLst/>
              <a:ahLst/>
              <a:cxnLst/>
              <a:rect l="l" t="t" r="r" b="b"/>
              <a:pathLst>
                <a:path w="13769" h="5214" extrusionOk="0">
                  <a:moveTo>
                    <a:pt x="1" y="1"/>
                  </a:moveTo>
                  <a:lnTo>
                    <a:pt x="118" y="5214"/>
                  </a:lnTo>
                  <a:lnTo>
                    <a:pt x="13768" y="5214"/>
                  </a:lnTo>
                  <a:lnTo>
                    <a:pt x="13651" y="151"/>
                  </a:lnTo>
                  <a:lnTo>
                    <a:pt x="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79" name="Google Shape;679;p42"/>
            <p:cNvSpPr/>
            <p:nvPr/>
          </p:nvSpPr>
          <p:spPr>
            <a:xfrm flipH="1">
              <a:off x="1542307" y="2497591"/>
              <a:ext cx="1020184" cy="1385938"/>
            </a:xfrm>
            <a:custGeom>
              <a:avLst/>
              <a:gdLst/>
              <a:ahLst/>
              <a:cxnLst/>
              <a:rect l="l" t="t" r="r" b="b"/>
              <a:pathLst>
                <a:path w="31831" h="43243" extrusionOk="0">
                  <a:moveTo>
                    <a:pt x="9708" y="1"/>
                  </a:moveTo>
                  <a:cubicBezTo>
                    <a:pt x="9708" y="1"/>
                    <a:pt x="9240" y="68"/>
                    <a:pt x="8522" y="201"/>
                  </a:cubicBezTo>
                  <a:cubicBezTo>
                    <a:pt x="6834" y="519"/>
                    <a:pt x="3877" y="1187"/>
                    <a:pt x="3142" y="2206"/>
                  </a:cubicBezTo>
                  <a:cubicBezTo>
                    <a:pt x="2089" y="3643"/>
                    <a:pt x="5381" y="20051"/>
                    <a:pt x="5381" y="20051"/>
                  </a:cubicBezTo>
                  <a:cubicBezTo>
                    <a:pt x="5381" y="20051"/>
                    <a:pt x="0" y="37846"/>
                    <a:pt x="736" y="43243"/>
                  </a:cubicBezTo>
                  <a:lnTo>
                    <a:pt x="31797" y="43243"/>
                  </a:lnTo>
                  <a:cubicBezTo>
                    <a:pt x="31830" y="42207"/>
                    <a:pt x="31763" y="41187"/>
                    <a:pt x="31596" y="40168"/>
                  </a:cubicBezTo>
                  <a:cubicBezTo>
                    <a:pt x="31329" y="38581"/>
                    <a:pt x="26784" y="23894"/>
                    <a:pt x="25865" y="21438"/>
                  </a:cubicBezTo>
                  <a:cubicBezTo>
                    <a:pt x="27169" y="14688"/>
                    <a:pt x="27570" y="4061"/>
                    <a:pt x="27336" y="2825"/>
                  </a:cubicBezTo>
                  <a:cubicBezTo>
                    <a:pt x="27102" y="1588"/>
                    <a:pt x="24696" y="970"/>
                    <a:pt x="23576" y="736"/>
                  </a:cubicBezTo>
                  <a:cubicBezTo>
                    <a:pt x="23025" y="619"/>
                    <a:pt x="22223" y="502"/>
                    <a:pt x="21538" y="402"/>
                  </a:cubicBezTo>
                  <a:cubicBezTo>
                    <a:pt x="20803" y="302"/>
                    <a:pt x="20201" y="235"/>
                    <a:pt x="20201" y="235"/>
                  </a:cubicBezTo>
                  <a:lnTo>
                    <a:pt x="9708"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0" name="Google Shape;680;p42"/>
            <p:cNvSpPr/>
            <p:nvPr/>
          </p:nvSpPr>
          <p:spPr>
            <a:xfrm flipH="1">
              <a:off x="1714223" y="3525243"/>
              <a:ext cx="207267" cy="237875"/>
            </a:xfrm>
            <a:custGeom>
              <a:avLst/>
              <a:gdLst/>
              <a:ahLst/>
              <a:cxnLst/>
              <a:rect l="l" t="t" r="r" b="b"/>
              <a:pathLst>
                <a:path w="6467" h="7422" extrusionOk="0">
                  <a:moveTo>
                    <a:pt x="1" y="1"/>
                  </a:moveTo>
                  <a:lnTo>
                    <a:pt x="1" y="5163"/>
                  </a:lnTo>
                  <a:cubicBezTo>
                    <a:pt x="1" y="5163"/>
                    <a:pt x="134" y="6684"/>
                    <a:pt x="2156" y="7252"/>
                  </a:cubicBezTo>
                  <a:cubicBezTo>
                    <a:pt x="2560" y="7370"/>
                    <a:pt x="2959" y="7422"/>
                    <a:pt x="3340" y="7422"/>
                  </a:cubicBezTo>
                  <a:cubicBezTo>
                    <a:pt x="4853" y="7422"/>
                    <a:pt x="6090" y="6602"/>
                    <a:pt x="6250" y="5815"/>
                  </a:cubicBezTo>
                  <a:cubicBezTo>
                    <a:pt x="6467" y="4746"/>
                    <a:pt x="6333" y="251"/>
                    <a:pt x="6316" y="151"/>
                  </a:cubicBezTo>
                  <a:lnTo>
                    <a:pt x="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1" name="Google Shape;681;p42"/>
            <p:cNvSpPr/>
            <p:nvPr/>
          </p:nvSpPr>
          <p:spPr>
            <a:xfrm flipH="1">
              <a:off x="2194043" y="3525243"/>
              <a:ext cx="207267" cy="237875"/>
            </a:xfrm>
            <a:custGeom>
              <a:avLst/>
              <a:gdLst/>
              <a:ahLst/>
              <a:cxnLst/>
              <a:rect l="l" t="t" r="r" b="b"/>
              <a:pathLst>
                <a:path w="6467" h="7422" extrusionOk="0">
                  <a:moveTo>
                    <a:pt x="1" y="1"/>
                  </a:moveTo>
                  <a:lnTo>
                    <a:pt x="1" y="5163"/>
                  </a:lnTo>
                  <a:cubicBezTo>
                    <a:pt x="1" y="5163"/>
                    <a:pt x="151" y="6684"/>
                    <a:pt x="2156" y="7252"/>
                  </a:cubicBezTo>
                  <a:cubicBezTo>
                    <a:pt x="2560" y="7370"/>
                    <a:pt x="2959" y="7422"/>
                    <a:pt x="3340" y="7422"/>
                  </a:cubicBezTo>
                  <a:cubicBezTo>
                    <a:pt x="4853" y="7422"/>
                    <a:pt x="6090" y="6602"/>
                    <a:pt x="6250" y="5815"/>
                  </a:cubicBezTo>
                  <a:cubicBezTo>
                    <a:pt x="6467" y="4746"/>
                    <a:pt x="6333" y="251"/>
                    <a:pt x="6317" y="151"/>
                  </a:cubicBezTo>
                  <a:lnTo>
                    <a:pt x="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2" name="Google Shape;682;p42"/>
            <p:cNvSpPr/>
            <p:nvPr/>
          </p:nvSpPr>
          <p:spPr>
            <a:xfrm flipH="1">
              <a:off x="1872197" y="2497591"/>
              <a:ext cx="417195" cy="264060"/>
            </a:xfrm>
            <a:custGeom>
              <a:avLst/>
              <a:gdLst/>
              <a:ahLst/>
              <a:cxnLst/>
              <a:rect l="l" t="t" r="r" b="b"/>
              <a:pathLst>
                <a:path w="13017" h="8239" extrusionOk="0">
                  <a:moveTo>
                    <a:pt x="1187" y="1"/>
                  </a:moveTo>
                  <a:cubicBezTo>
                    <a:pt x="1187" y="1"/>
                    <a:pt x="719" y="68"/>
                    <a:pt x="1" y="201"/>
                  </a:cubicBezTo>
                  <a:cubicBezTo>
                    <a:pt x="268" y="2023"/>
                    <a:pt x="2975" y="7419"/>
                    <a:pt x="6534" y="8238"/>
                  </a:cubicBezTo>
                  <a:cubicBezTo>
                    <a:pt x="10477" y="6668"/>
                    <a:pt x="12716" y="3075"/>
                    <a:pt x="13017" y="402"/>
                  </a:cubicBezTo>
                  <a:cubicBezTo>
                    <a:pt x="12282" y="302"/>
                    <a:pt x="11680" y="235"/>
                    <a:pt x="11680" y="235"/>
                  </a:cubicBezTo>
                  <a:lnTo>
                    <a:pt x="1187"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3" name="Google Shape;683;p42"/>
            <p:cNvSpPr/>
            <p:nvPr/>
          </p:nvSpPr>
          <p:spPr>
            <a:xfrm flipH="1">
              <a:off x="1813289" y="2773927"/>
              <a:ext cx="543568" cy="655487"/>
            </a:xfrm>
            <a:custGeom>
              <a:avLst/>
              <a:gdLst/>
              <a:ahLst/>
              <a:cxnLst/>
              <a:rect l="l" t="t" r="r" b="b"/>
              <a:pathLst>
                <a:path w="16960" h="20452" extrusionOk="0">
                  <a:moveTo>
                    <a:pt x="986" y="0"/>
                  </a:moveTo>
                  <a:cubicBezTo>
                    <a:pt x="435" y="0"/>
                    <a:pt x="1" y="452"/>
                    <a:pt x="17" y="1003"/>
                  </a:cubicBezTo>
                  <a:lnTo>
                    <a:pt x="34" y="1805"/>
                  </a:lnTo>
                  <a:cubicBezTo>
                    <a:pt x="17" y="1889"/>
                    <a:pt x="17" y="1972"/>
                    <a:pt x="17" y="2056"/>
                  </a:cubicBezTo>
                  <a:lnTo>
                    <a:pt x="602" y="19516"/>
                  </a:lnTo>
                  <a:cubicBezTo>
                    <a:pt x="619" y="20051"/>
                    <a:pt x="1053" y="20452"/>
                    <a:pt x="1571" y="20452"/>
                  </a:cubicBezTo>
                  <a:lnTo>
                    <a:pt x="15489" y="20452"/>
                  </a:lnTo>
                  <a:cubicBezTo>
                    <a:pt x="16007" y="20452"/>
                    <a:pt x="16442" y="20034"/>
                    <a:pt x="16459" y="19516"/>
                  </a:cubicBezTo>
                  <a:lnTo>
                    <a:pt x="16943" y="2072"/>
                  </a:lnTo>
                  <a:cubicBezTo>
                    <a:pt x="16943" y="2005"/>
                    <a:pt x="16943" y="1922"/>
                    <a:pt x="16926" y="1855"/>
                  </a:cubicBezTo>
                  <a:lnTo>
                    <a:pt x="16943" y="1020"/>
                  </a:lnTo>
                  <a:cubicBezTo>
                    <a:pt x="16960" y="468"/>
                    <a:pt x="16525" y="17"/>
                    <a:pt x="15974" y="17"/>
                  </a:cubicBezTo>
                  <a:lnTo>
                    <a:pt x="986"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4" name="Google Shape;684;p42"/>
            <p:cNvSpPr/>
            <p:nvPr/>
          </p:nvSpPr>
          <p:spPr>
            <a:xfrm flipH="1">
              <a:off x="1987866" y="2739665"/>
              <a:ext cx="199223" cy="99099"/>
            </a:xfrm>
            <a:custGeom>
              <a:avLst/>
              <a:gdLst/>
              <a:ahLst/>
              <a:cxnLst/>
              <a:rect l="l" t="t" r="r" b="b"/>
              <a:pathLst>
                <a:path w="6216" h="3092" extrusionOk="0">
                  <a:moveTo>
                    <a:pt x="468" y="0"/>
                  </a:moveTo>
                  <a:cubicBezTo>
                    <a:pt x="217" y="0"/>
                    <a:pt x="0" y="217"/>
                    <a:pt x="0" y="485"/>
                  </a:cubicBezTo>
                  <a:lnTo>
                    <a:pt x="0" y="2607"/>
                  </a:lnTo>
                  <a:cubicBezTo>
                    <a:pt x="0" y="2874"/>
                    <a:pt x="217" y="3091"/>
                    <a:pt x="468" y="3091"/>
                  </a:cubicBezTo>
                  <a:lnTo>
                    <a:pt x="5731" y="3091"/>
                  </a:lnTo>
                  <a:cubicBezTo>
                    <a:pt x="5999" y="3091"/>
                    <a:pt x="6216" y="2874"/>
                    <a:pt x="6216" y="2607"/>
                  </a:cubicBezTo>
                  <a:lnTo>
                    <a:pt x="6216" y="485"/>
                  </a:lnTo>
                  <a:cubicBezTo>
                    <a:pt x="6216" y="217"/>
                    <a:pt x="5999" y="0"/>
                    <a:pt x="573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5" name="Google Shape;685;p42"/>
            <p:cNvSpPr/>
            <p:nvPr/>
          </p:nvSpPr>
          <p:spPr>
            <a:xfrm flipH="1">
              <a:off x="2322019" y="2899178"/>
              <a:ext cx="163904" cy="223100"/>
            </a:xfrm>
            <a:custGeom>
              <a:avLst/>
              <a:gdLst/>
              <a:ahLst/>
              <a:cxnLst/>
              <a:rect l="l" t="t" r="r" b="b"/>
              <a:pathLst>
                <a:path w="5114" h="6961" extrusionOk="0">
                  <a:moveTo>
                    <a:pt x="4226" y="0"/>
                  </a:moveTo>
                  <a:cubicBezTo>
                    <a:pt x="3968" y="0"/>
                    <a:pt x="3709" y="76"/>
                    <a:pt x="3493" y="219"/>
                  </a:cubicBezTo>
                  <a:cubicBezTo>
                    <a:pt x="3042" y="570"/>
                    <a:pt x="953" y="3077"/>
                    <a:pt x="552" y="4129"/>
                  </a:cubicBezTo>
                  <a:cubicBezTo>
                    <a:pt x="151" y="5182"/>
                    <a:pt x="1" y="6418"/>
                    <a:pt x="619" y="6719"/>
                  </a:cubicBezTo>
                  <a:cubicBezTo>
                    <a:pt x="912" y="6870"/>
                    <a:pt x="1251" y="6960"/>
                    <a:pt x="1629" y="6960"/>
                  </a:cubicBezTo>
                  <a:cubicBezTo>
                    <a:pt x="2048" y="6960"/>
                    <a:pt x="2516" y="6849"/>
                    <a:pt x="3025" y="6585"/>
                  </a:cubicBezTo>
                  <a:cubicBezTo>
                    <a:pt x="3994" y="6084"/>
                    <a:pt x="4362" y="4647"/>
                    <a:pt x="4362" y="4597"/>
                  </a:cubicBezTo>
                  <a:cubicBezTo>
                    <a:pt x="4362" y="4547"/>
                    <a:pt x="5114" y="737"/>
                    <a:pt x="5114" y="737"/>
                  </a:cubicBezTo>
                  <a:cubicBezTo>
                    <a:pt x="5114" y="737"/>
                    <a:pt x="4913" y="136"/>
                    <a:pt x="4529" y="36"/>
                  </a:cubicBezTo>
                  <a:cubicBezTo>
                    <a:pt x="4430" y="12"/>
                    <a:pt x="4328" y="0"/>
                    <a:pt x="4226"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6" name="Google Shape;686;p42"/>
            <p:cNvSpPr/>
            <p:nvPr/>
          </p:nvSpPr>
          <p:spPr>
            <a:xfrm flipH="1">
              <a:off x="2241157" y="2899883"/>
              <a:ext cx="137655" cy="182909"/>
            </a:xfrm>
            <a:custGeom>
              <a:avLst/>
              <a:gdLst/>
              <a:ahLst/>
              <a:cxnLst/>
              <a:rect l="l" t="t" r="r" b="b"/>
              <a:pathLst>
                <a:path w="4295" h="5707" extrusionOk="0">
                  <a:moveTo>
                    <a:pt x="1282" y="1"/>
                  </a:moveTo>
                  <a:cubicBezTo>
                    <a:pt x="1246" y="1"/>
                    <a:pt x="1214" y="5"/>
                    <a:pt x="1187" y="14"/>
                  </a:cubicBezTo>
                  <a:cubicBezTo>
                    <a:pt x="752" y="164"/>
                    <a:pt x="585" y="749"/>
                    <a:pt x="853" y="916"/>
                  </a:cubicBezTo>
                  <a:cubicBezTo>
                    <a:pt x="602" y="1016"/>
                    <a:pt x="435" y="1250"/>
                    <a:pt x="385" y="1501"/>
                  </a:cubicBezTo>
                  <a:cubicBezTo>
                    <a:pt x="335" y="1785"/>
                    <a:pt x="719" y="2002"/>
                    <a:pt x="719" y="2002"/>
                  </a:cubicBezTo>
                  <a:cubicBezTo>
                    <a:pt x="535" y="2102"/>
                    <a:pt x="351" y="2219"/>
                    <a:pt x="184" y="2370"/>
                  </a:cubicBezTo>
                  <a:cubicBezTo>
                    <a:pt x="51" y="2520"/>
                    <a:pt x="218" y="3121"/>
                    <a:pt x="351" y="3205"/>
                  </a:cubicBezTo>
                  <a:cubicBezTo>
                    <a:pt x="168" y="3656"/>
                    <a:pt x="1" y="3873"/>
                    <a:pt x="67" y="4091"/>
                  </a:cubicBezTo>
                  <a:cubicBezTo>
                    <a:pt x="117" y="4291"/>
                    <a:pt x="1270" y="5310"/>
                    <a:pt x="1638" y="5477"/>
                  </a:cubicBezTo>
                  <a:cubicBezTo>
                    <a:pt x="1872" y="5579"/>
                    <a:pt x="2417" y="5706"/>
                    <a:pt x="2856" y="5706"/>
                  </a:cubicBezTo>
                  <a:cubicBezTo>
                    <a:pt x="3137" y="5706"/>
                    <a:pt x="3374" y="5654"/>
                    <a:pt x="3459" y="5511"/>
                  </a:cubicBezTo>
                  <a:cubicBezTo>
                    <a:pt x="3493" y="5444"/>
                    <a:pt x="3509" y="5377"/>
                    <a:pt x="3509" y="5310"/>
                  </a:cubicBezTo>
                  <a:cubicBezTo>
                    <a:pt x="3476" y="5076"/>
                    <a:pt x="3142" y="4959"/>
                    <a:pt x="2975" y="4909"/>
                  </a:cubicBezTo>
                  <a:cubicBezTo>
                    <a:pt x="2590" y="4675"/>
                    <a:pt x="2206" y="4425"/>
                    <a:pt x="1838" y="4157"/>
                  </a:cubicBezTo>
                  <a:lnTo>
                    <a:pt x="1855" y="4157"/>
                  </a:lnTo>
                  <a:cubicBezTo>
                    <a:pt x="1954" y="4207"/>
                    <a:pt x="2653" y="4611"/>
                    <a:pt x="3114" y="4611"/>
                  </a:cubicBezTo>
                  <a:cubicBezTo>
                    <a:pt x="3277" y="4611"/>
                    <a:pt x="3410" y="4560"/>
                    <a:pt x="3476" y="4425"/>
                  </a:cubicBezTo>
                  <a:cubicBezTo>
                    <a:pt x="3727" y="3873"/>
                    <a:pt x="2741" y="3322"/>
                    <a:pt x="2457" y="3155"/>
                  </a:cubicBezTo>
                  <a:cubicBezTo>
                    <a:pt x="2106" y="2904"/>
                    <a:pt x="1788" y="2637"/>
                    <a:pt x="1488" y="2370"/>
                  </a:cubicBezTo>
                  <a:cubicBezTo>
                    <a:pt x="1516" y="2370"/>
                    <a:pt x="2627" y="2917"/>
                    <a:pt x="3224" y="2917"/>
                  </a:cubicBezTo>
                  <a:cubicBezTo>
                    <a:pt x="3335" y="2917"/>
                    <a:pt x="3427" y="2898"/>
                    <a:pt x="3493" y="2854"/>
                  </a:cubicBezTo>
                  <a:cubicBezTo>
                    <a:pt x="3526" y="2837"/>
                    <a:pt x="3576" y="2787"/>
                    <a:pt x="3593" y="2737"/>
                  </a:cubicBezTo>
                  <a:cubicBezTo>
                    <a:pt x="3727" y="2453"/>
                    <a:pt x="3275" y="2002"/>
                    <a:pt x="3242" y="1985"/>
                  </a:cubicBezTo>
                  <a:cubicBezTo>
                    <a:pt x="3244" y="1985"/>
                    <a:pt x="3247" y="1984"/>
                    <a:pt x="3249" y="1984"/>
                  </a:cubicBezTo>
                  <a:cubicBezTo>
                    <a:pt x="3307" y="1984"/>
                    <a:pt x="3473" y="2110"/>
                    <a:pt x="3687" y="2110"/>
                  </a:cubicBezTo>
                  <a:cubicBezTo>
                    <a:pt x="3762" y="2110"/>
                    <a:pt x="3843" y="2094"/>
                    <a:pt x="3927" y="2052"/>
                  </a:cubicBezTo>
                  <a:cubicBezTo>
                    <a:pt x="4295" y="1902"/>
                    <a:pt x="4295" y="1400"/>
                    <a:pt x="3927" y="1233"/>
                  </a:cubicBezTo>
                  <a:cubicBezTo>
                    <a:pt x="3597" y="1061"/>
                    <a:pt x="1862" y="1"/>
                    <a:pt x="1282"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7" name="Google Shape;687;p42"/>
            <p:cNvSpPr/>
            <p:nvPr/>
          </p:nvSpPr>
          <p:spPr>
            <a:xfrm flipH="1">
              <a:off x="2259361" y="2931805"/>
              <a:ext cx="79837" cy="55831"/>
            </a:xfrm>
            <a:custGeom>
              <a:avLst/>
              <a:gdLst/>
              <a:ahLst/>
              <a:cxnLst/>
              <a:rect l="l" t="t" r="r" b="b"/>
              <a:pathLst>
                <a:path w="2491" h="1742" extrusionOk="0">
                  <a:moveTo>
                    <a:pt x="77" y="0"/>
                  </a:moveTo>
                  <a:cubicBezTo>
                    <a:pt x="44" y="0"/>
                    <a:pt x="18" y="7"/>
                    <a:pt x="1" y="20"/>
                  </a:cubicBezTo>
                  <a:cubicBezTo>
                    <a:pt x="385" y="271"/>
                    <a:pt x="1739" y="1106"/>
                    <a:pt x="2357" y="1741"/>
                  </a:cubicBezTo>
                  <a:cubicBezTo>
                    <a:pt x="2491" y="1457"/>
                    <a:pt x="2039" y="1006"/>
                    <a:pt x="2006" y="989"/>
                  </a:cubicBezTo>
                  <a:cubicBezTo>
                    <a:pt x="2006" y="989"/>
                    <a:pt x="487" y="0"/>
                    <a:pt x="77"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8" name="Google Shape;688;p42"/>
            <p:cNvSpPr/>
            <p:nvPr/>
          </p:nvSpPr>
          <p:spPr>
            <a:xfrm flipH="1">
              <a:off x="2266316" y="3009013"/>
              <a:ext cx="91599" cy="61087"/>
            </a:xfrm>
            <a:custGeom>
              <a:avLst/>
              <a:gdLst/>
              <a:ahLst/>
              <a:cxnLst/>
              <a:rect l="l" t="t" r="r" b="b"/>
              <a:pathLst>
                <a:path w="2858" h="1906" extrusionOk="0">
                  <a:moveTo>
                    <a:pt x="0" y="1"/>
                  </a:moveTo>
                  <a:cubicBezTo>
                    <a:pt x="234" y="318"/>
                    <a:pt x="485" y="619"/>
                    <a:pt x="769" y="903"/>
                  </a:cubicBezTo>
                  <a:cubicBezTo>
                    <a:pt x="1153" y="1404"/>
                    <a:pt x="2306" y="1571"/>
                    <a:pt x="2857" y="1905"/>
                  </a:cubicBezTo>
                  <a:cubicBezTo>
                    <a:pt x="2824" y="1671"/>
                    <a:pt x="2490" y="1554"/>
                    <a:pt x="2323" y="1504"/>
                  </a:cubicBezTo>
                  <a:cubicBezTo>
                    <a:pt x="1938" y="1270"/>
                    <a:pt x="1554" y="1020"/>
                    <a:pt x="1186" y="752"/>
                  </a:cubicBezTo>
                  <a:lnTo>
                    <a:pt x="0" y="1"/>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89" name="Google Shape;689;p42"/>
            <p:cNvSpPr/>
            <p:nvPr/>
          </p:nvSpPr>
          <p:spPr>
            <a:xfrm flipH="1">
              <a:off x="2403939" y="3005263"/>
              <a:ext cx="591258" cy="335820"/>
            </a:xfrm>
            <a:custGeom>
              <a:avLst/>
              <a:gdLst/>
              <a:ahLst/>
              <a:cxnLst/>
              <a:rect l="l" t="t" r="r" b="b"/>
              <a:pathLst>
                <a:path w="18448" h="10478" extrusionOk="0">
                  <a:moveTo>
                    <a:pt x="16309" y="1"/>
                  </a:moveTo>
                  <a:cubicBezTo>
                    <a:pt x="16309" y="1"/>
                    <a:pt x="1789" y="2891"/>
                    <a:pt x="903" y="5314"/>
                  </a:cubicBezTo>
                  <a:cubicBezTo>
                    <a:pt x="1" y="7720"/>
                    <a:pt x="1237" y="10410"/>
                    <a:pt x="4212" y="10477"/>
                  </a:cubicBezTo>
                  <a:cubicBezTo>
                    <a:pt x="4234" y="10477"/>
                    <a:pt x="4256" y="10478"/>
                    <a:pt x="4279" y="10478"/>
                  </a:cubicBezTo>
                  <a:cubicBezTo>
                    <a:pt x="7296" y="10478"/>
                    <a:pt x="15628" y="6135"/>
                    <a:pt x="18447" y="4211"/>
                  </a:cubicBezTo>
                  <a:cubicBezTo>
                    <a:pt x="18030" y="3175"/>
                    <a:pt x="16309" y="1"/>
                    <a:pt x="1630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0" name="Google Shape;690;p42"/>
            <p:cNvSpPr/>
            <p:nvPr/>
          </p:nvSpPr>
          <p:spPr>
            <a:xfrm flipH="1">
              <a:off x="1719575" y="1877744"/>
              <a:ext cx="731541" cy="597508"/>
            </a:xfrm>
            <a:custGeom>
              <a:avLst/>
              <a:gdLst/>
              <a:ahLst/>
              <a:cxnLst/>
              <a:rect l="l" t="t" r="r" b="b"/>
              <a:pathLst>
                <a:path w="22825" h="18643" extrusionOk="0">
                  <a:moveTo>
                    <a:pt x="11143" y="1"/>
                  </a:moveTo>
                  <a:cubicBezTo>
                    <a:pt x="8329" y="1"/>
                    <a:pt x="5392" y="1109"/>
                    <a:pt x="4278" y="4821"/>
                  </a:cubicBezTo>
                  <a:cubicBezTo>
                    <a:pt x="3326" y="7979"/>
                    <a:pt x="2457" y="11221"/>
                    <a:pt x="1989" y="13209"/>
                  </a:cubicBezTo>
                  <a:cubicBezTo>
                    <a:pt x="1538" y="15214"/>
                    <a:pt x="1" y="17954"/>
                    <a:pt x="1" y="17954"/>
                  </a:cubicBezTo>
                  <a:cubicBezTo>
                    <a:pt x="1" y="17954"/>
                    <a:pt x="1705" y="18121"/>
                    <a:pt x="2390" y="18171"/>
                  </a:cubicBezTo>
                  <a:cubicBezTo>
                    <a:pt x="3159" y="17002"/>
                    <a:pt x="3810" y="15765"/>
                    <a:pt x="4328" y="14462"/>
                  </a:cubicBezTo>
                  <a:lnTo>
                    <a:pt x="4328" y="14462"/>
                  </a:lnTo>
                  <a:lnTo>
                    <a:pt x="3426" y="18238"/>
                  </a:lnTo>
                  <a:cubicBezTo>
                    <a:pt x="3426" y="18238"/>
                    <a:pt x="6290" y="18643"/>
                    <a:pt x="10754" y="18643"/>
                  </a:cubicBezTo>
                  <a:cubicBezTo>
                    <a:pt x="11002" y="18643"/>
                    <a:pt x="11255" y="18642"/>
                    <a:pt x="11513" y="18639"/>
                  </a:cubicBezTo>
                  <a:cubicBezTo>
                    <a:pt x="16425" y="18572"/>
                    <a:pt x="16709" y="18338"/>
                    <a:pt x="16709" y="18338"/>
                  </a:cubicBezTo>
                  <a:lnTo>
                    <a:pt x="16776" y="15431"/>
                  </a:lnTo>
                  <a:lnTo>
                    <a:pt x="17562" y="18338"/>
                  </a:lnTo>
                  <a:lnTo>
                    <a:pt x="19567" y="18288"/>
                  </a:lnTo>
                  <a:lnTo>
                    <a:pt x="19516" y="15832"/>
                  </a:lnTo>
                  <a:lnTo>
                    <a:pt x="20252" y="18004"/>
                  </a:lnTo>
                  <a:lnTo>
                    <a:pt x="22825" y="17954"/>
                  </a:lnTo>
                  <a:cubicBezTo>
                    <a:pt x="22825" y="17954"/>
                    <a:pt x="20937" y="12407"/>
                    <a:pt x="20419" y="10068"/>
                  </a:cubicBezTo>
                  <a:cubicBezTo>
                    <a:pt x="19901" y="7728"/>
                    <a:pt x="18999" y="3050"/>
                    <a:pt x="16993" y="1580"/>
                  </a:cubicBezTo>
                  <a:cubicBezTo>
                    <a:pt x="16057" y="879"/>
                    <a:pt x="13649" y="1"/>
                    <a:pt x="1114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1" name="Google Shape;691;p42"/>
            <p:cNvSpPr/>
            <p:nvPr/>
          </p:nvSpPr>
          <p:spPr>
            <a:xfrm flipH="1">
              <a:off x="2186544" y="2068602"/>
              <a:ext cx="144610" cy="145154"/>
            </a:xfrm>
            <a:custGeom>
              <a:avLst/>
              <a:gdLst/>
              <a:ahLst/>
              <a:cxnLst/>
              <a:rect l="l" t="t" r="r" b="b"/>
              <a:pathLst>
                <a:path w="4512" h="4529" extrusionOk="0">
                  <a:moveTo>
                    <a:pt x="1650" y="1"/>
                  </a:moveTo>
                  <a:cubicBezTo>
                    <a:pt x="1487" y="1"/>
                    <a:pt x="1315" y="50"/>
                    <a:pt x="1137" y="169"/>
                  </a:cubicBezTo>
                  <a:cubicBezTo>
                    <a:pt x="1" y="938"/>
                    <a:pt x="869" y="2342"/>
                    <a:pt x="1504" y="2809"/>
                  </a:cubicBezTo>
                  <a:cubicBezTo>
                    <a:pt x="2271" y="3361"/>
                    <a:pt x="2723" y="4528"/>
                    <a:pt x="3289" y="4528"/>
                  </a:cubicBezTo>
                  <a:cubicBezTo>
                    <a:pt x="3426" y="4528"/>
                    <a:pt x="3570" y="4460"/>
                    <a:pt x="3727" y="4296"/>
                  </a:cubicBezTo>
                  <a:cubicBezTo>
                    <a:pt x="4512" y="3444"/>
                    <a:pt x="3092" y="1339"/>
                    <a:pt x="3092" y="1339"/>
                  </a:cubicBezTo>
                  <a:cubicBezTo>
                    <a:pt x="3092" y="1339"/>
                    <a:pt x="2493" y="1"/>
                    <a:pt x="1650"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2" name="Google Shape;692;p42"/>
            <p:cNvSpPr/>
            <p:nvPr/>
          </p:nvSpPr>
          <p:spPr>
            <a:xfrm flipH="1">
              <a:off x="1817039" y="2079307"/>
              <a:ext cx="145154" cy="145154"/>
            </a:xfrm>
            <a:custGeom>
              <a:avLst/>
              <a:gdLst/>
              <a:ahLst/>
              <a:cxnLst/>
              <a:rect l="l" t="t" r="r" b="b"/>
              <a:pathLst>
                <a:path w="4529" h="4529" extrusionOk="0">
                  <a:moveTo>
                    <a:pt x="2863" y="1"/>
                  </a:moveTo>
                  <a:cubicBezTo>
                    <a:pt x="2020" y="1"/>
                    <a:pt x="1421" y="1339"/>
                    <a:pt x="1421" y="1339"/>
                  </a:cubicBezTo>
                  <a:cubicBezTo>
                    <a:pt x="1421" y="1339"/>
                    <a:pt x="1" y="3444"/>
                    <a:pt x="786" y="4297"/>
                  </a:cubicBezTo>
                  <a:cubicBezTo>
                    <a:pt x="943" y="4460"/>
                    <a:pt x="1087" y="4529"/>
                    <a:pt x="1224" y="4529"/>
                  </a:cubicBezTo>
                  <a:cubicBezTo>
                    <a:pt x="1789" y="4529"/>
                    <a:pt x="2242" y="3361"/>
                    <a:pt x="3008" y="2810"/>
                  </a:cubicBezTo>
                  <a:cubicBezTo>
                    <a:pt x="3660" y="2342"/>
                    <a:pt x="4529" y="938"/>
                    <a:pt x="3376" y="170"/>
                  </a:cubicBezTo>
                  <a:cubicBezTo>
                    <a:pt x="3198" y="51"/>
                    <a:pt x="3026" y="1"/>
                    <a:pt x="2863"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3" name="Google Shape;693;p42"/>
            <p:cNvSpPr/>
            <p:nvPr/>
          </p:nvSpPr>
          <p:spPr>
            <a:xfrm flipH="1">
              <a:off x="1906459" y="2296253"/>
              <a:ext cx="344890" cy="417740"/>
            </a:xfrm>
            <a:custGeom>
              <a:avLst/>
              <a:gdLst/>
              <a:ahLst/>
              <a:cxnLst/>
              <a:rect l="l" t="t" r="r" b="b"/>
              <a:pathLst>
                <a:path w="10761" h="13034" extrusionOk="0">
                  <a:moveTo>
                    <a:pt x="3258" y="0"/>
                  </a:moveTo>
                  <a:lnTo>
                    <a:pt x="3258" y="0"/>
                  </a:lnTo>
                  <a:cubicBezTo>
                    <a:pt x="3292" y="67"/>
                    <a:pt x="3208" y="3643"/>
                    <a:pt x="2774" y="4629"/>
                  </a:cubicBezTo>
                  <a:cubicBezTo>
                    <a:pt x="2172" y="5965"/>
                    <a:pt x="0" y="6283"/>
                    <a:pt x="0" y="6283"/>
                  </a:cubicBezTo>
                  <a:cubicBezTo>
                    <a:pt x="0" y="6283"/>
                    <a:pt x="2256" y="12415"/>
                    <a:pt x="5531" y="13033"/>
                  </a:cubicBezTo>
                  <a:cubicBezTo>
                    <a:pt x="8221" y="11947"/>
                    <a:pt x="9992" y="8739"/>
                    <a:pt x="10760" y="6533"/>
                  </a:cubicBezTo>
                  <a:cubicBezTo>
                    <a:pt x="8722" y="6249"/>
                    <a:pt x="8171" y="5264"/>
                    <a:pt x="8070" y="4345"/>
                  </a:cubicBezTo>
                  <a:cubicBezTo>
                    <a:pt x="7987" y="3559"/>
                    <a:pt x="7753" y="101"/>
                    <a:pt x="7753" y="101"/>
                  </a:cubicBezTo>
                  <a:lnTo>
                    <a:pt x="3258" y="0"/>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4" name="Google Shape;694;p42"/>
            <p:cNvSpPr/>
            <p:nvPr/>
          </p:nvSpPr>
          <p:spPr>
            <a:xfrm flipH="1">
              <a:off x="1897357" y="1986939"/>
              <a:ext cx="344890" cy="373607"/>
            </a:xfrm>
            <a:custGeom>
              <a:avLst/>
              <a:gdLst/>
              <a:ahLst/>
              <a:cxnLst/>
              <a:rect l="l" t="t" r="r" b="b"/>
              <a:pathLst>
                <a:path w="10761" h="11657" extrusionOk="0">
                  <a:moveTo>
                    <a:pt x="7887" y="0"/>
                  </a:moveTo>
                  <a:cubicBezTo>
                    <a:pt x="7439" y="0"/>
                    <a:pt x="6989" y="131"/>
                    <a:pt x="6600" y="362"/>
                  </a:cubicBezTo>
                  <a:cubicBezTo>
                    <a:pt x="6132" y="629"/>
                    <a:pt x="5731" y="963"/>
                    <a:pt x="5280" y="1247"/>
                  </a:cubicBezTo>
                  <a:cubicBezTo>
                    <a:pt x="4171" y="1943"/>
                    <a:pt x="2895" y="2306"/>
                    <a:pt x="1605" y="2306"/>
                  </a:cubicBezTo>
                  <a:cubicBezTo>
                    <a:pt x="1069" y="2306"/>
                    <a:pt x="530" y="2243"/>
                    <a:pt x="0" y="2116"/>
                  </a:cubicBezTo>
                  <a:lnTo>
                    <a:pt x="0" y="2116"/>
                  </a:lnTo>
                  <a:cubicBezTo>
                    <a:pt x="17" y="2550"/>
                    <a:pt x="17" y="2985"/>
                    <a:pt x="34" y="3419"/>
                  </a:cubicBezTo>
                  <a:cubicBezTo>
                    <a:pt x="67" y="5374"/>
                    <a:pt x="368" y="7413"/>
                    <a:pt x="1437" y="9100"/>
                  </a:cubicBezTo>
                  <a:cubicBezTo>
                    <a:pt x="2740" y="11155"/>
                    <a:pt x="4528" y="11656"/>
                    <a:pt x="5547" y="11656"/>
                  </a:cubicBezTo>
                  <a:cubicBezTo>
                    <a:pt x="6750" y="11656"/>
                    <a:pt x="9441" y="10320"/>
                    <a:pt x="10142" y="7362"/>
                  </a:cubicBezTo>
                  <a:cubicBezTo>
                    <a:pt x="10476" y="5942"/>
                    <a:pt x="10543" y="4489"/>
                    <a:pt x="10761" y="3052"/>
                  </a:cubicBezTo>
                  <a:lnTo>
                    <a:pt x="10761" y="3052"/>
                  </a:lnTo>
                  <a:cubicBezTo>
                    <a:pt x="10682" y="3063"/>
                    <a:pt x="10606" y="3068"/>
                    <a:pt x="10532" y="3068"/>
                  </a:cubicBezTo>
                  <a:cubicBezTo>
                    <a:pt x="9819" y="3068"/>
                    <a:pt x="9307" y="2581"/>
                    <a:pt x="8822" y="2066"/>
                  </a:cubicBezTo>
                  <a:cubicBezTo>
                    <a:pt x="8555" y="1782"/>
                    <a:pt x="8354" y="1448"/>
                    <a:pt x="8238" y="1097"/>
                  </a:cubicBezTo>
                  <a:cubicBezTo>
                    <a:pt x="8221" y="1063"/>
                    <a:pt x="8187" y="896"/>
                    <a:pt x="8154" y="696"/>
                  </a:cubicBezTo>
                  <a:cubicBezTo>
                    <a:pt x="8105" y="388"/>
                    <a:pt x="8057" y="18"/>
                    <a:pt x="8100" y="10"/>
                  </a:cubicBezTo>
                  <a:lnTo>
                    <a:pt x="8100" y="10"/>
                  </a:lnTo>
                  <a:cubicBezTo>
                    <a:pt x="8101" y="10"/>
                    <a:pt x="8102" y="10"/>
                    <a:pt x="8104" y="11"/>
                  </a:cubicBezTo>
                  <a:cubicBezTo>
                    <a:pt x="8103" y="10"/>
                    <a:pt x="8102" y="10"/>
                    <a:pt x="8101" y="10"/>
                  </a:cubicBezTo>
                  <a:cubicBezTo>
                    <a:pt x="8100" y="10"/>
                    <a:pt x="8100" y="10"/>
                    <a:pt x="8100" y="10"/>
                  </a:cubicBezTo>
                  <a:lnTo>
                    <a:pt x="8100" y="10"/>
                  </a:lnTo>
                  <a:cubicBezTo>
                    <a:pt x="8029" y="4"/>
                    <a:pt x="7958" y="0"/>
                    <a:pt x="7887"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5" name="Google Shape;695;p42"/>
            <p:cNvSpPr/>
            <p:nvPr/>
          </p:nvSpPr>
          <p:spPr>
            <a:xfrm flipH="1">
              <a:off x="2114239" y="2108825"/>
              <a:ext cx="34294" cy="34294"/>
            </a:xfrm>
            <a:custGeom>
              <a:avLst/>
              <a:gdLst/>
              <a:ahLst/>
              <a:cxnLst/>
              <a:rect l="l" t="t" r="r" b="b"/>
              <a:pathLst>
                <a:path w="1070" h="1070" extrusionOk="0">
                  <a:moveTo>
                    <a:pt x="535" y="0"/>
                  </a:moveTo>
                  <a:cubicBezTo>
                    <a:pt x="468" y="0"/>
                    <a:pt x="401" y="17"/>
                    <a:pt x="334" y="51"/>
                  </a:cubicBezTo>
                  <a:cubicBezTo>
                    <a:pt x="201" y="101"/>
                    <a:pt x="100" y="218"/>
                    <a:pt x="50" y="351"/>
                  </a:cubicBezTo>
                  <a:cubicBezTo>
                    <a:pt x="17" y="418"/>
                    <a:pt x="0" y="485"/>
                    <a:pt x="17" y="552"/>
                  </a:cubicBezTo>
                  <a:cubicBezTo>
                    <a:pt x="17" y="602"/>
                    <a:pt x="17" y="635"/>
                    <a:pt x="34" y="686"/>
                  </a:cubicBezTo>
                  <a:cubicBezTo>
                    <a:pt x="50" y="786"/>
                    <a:pt x="100" y="853"/>
                    <a:pt x="167" y="919"/>
                  </a:cubicBezTo>
                  <a:cubicBezTo>
                    <a:pt x="217" y="953"/>
                    <a:pt x="251" y="986"/>
                    <a:pt x="284" y="1003"/>
                  </a:cubicBezTo>
                  <a:cubicBezTo>
                    <a:pt x="368" y="1053"/>
                    <a:pt x="468" y="1070"/>
                    <a:pt x="552" y="1070"/>
                  </a:cubicBezTo>
                  <a:cubicBezTo>
                    <a:pt x="702" y="1070"/>
                    <a:pt x="836" y="1003"/>
                    <a:pt x="936" y="903"/>
                  </a:cubicBezTo>
                  <a:cubicBezTo>
                    <a:pt x="1019" y="802"/>
                    <a:pt x="1070" y="669"/>
                    <a:pt x="1070" y="535"/>
                  </a:cubicBezTo>
                  <a:cubicBezTo>
                    <a:pt x="1070" y="485"/>
                    <a:pt x="1070" y="435"/>
                    <a:pt x="1053" y="385"/>
                  </a:cubicBezTo>
                  <a:cubicBezTo>
                    <a:pt x="1036" y="301"/>
                    <a:pt x="986" y="218"/>
                    <a:pt x="919" y="151"/>
                  </a:cubicBezTo>
                  <a:cubicBezTo>
                    <a:pt x="869" y="117"/>
                    <a:pt x="836" y="101"/>
                    <a:pt x="802" y="67"/>
                  </a:cubicBezTo>
                  <a:cubicBezTo>
                    <a:pt x="719" y="34"/>
                    <a:pt x="618" y="0"/>
                    <a:pt x="53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6" name="Google Shape;696;p42"/>
            <p:cNvSpPr/>
            <p:nvPr/>
          </p:nvSpPr>
          <p:spPr>
            <a:xfrm flipH="1">
              <a:off x="1995366" y="2110427"/>
              <a:ext cx="34294" cy="33909"/>
            </a:xfrm>
            <a:custGeom>
              <a:avLst/>
              <a:gdLst/>
              <a:ahLst/>
              <a:cxnLst/>
              <a:rect l="l" t="t" r="r" b="b"/>
              <a:pathLst>
                <a:path w="1070" h="1058" extrusionOk="0">
                  <a:moveTo>
                    <a:pt x="518" y="1"/>
                  </a:moveTo>
                  <a:cubicBezTo>
                    <a:pt x="452" y="1"/>
                    <a:pt x="385" y="17"/>
                    <a:pt x="335" y="34"/>
                  </a:cubicBezTo>
                  <a:cubicBezTo>
                    <a:pt x="251" y="67"/>
                    <a:pt x="201" y="101"/>
                    <a:pt x="151" y="151"/>
                  </a:cubicBezTo>
                  <a:cubicBezTo>
                    <a:pt x="101" y="201"/>
                    <a:pt x="67" y="268"/>
                    <a:pt x="34" y="335"/>
                  </a:cubicBezTo>
                  <a:cubicBezTo>
                    <a:pt x="17" y="402"/>
                    <a:pt x="1" y="468"/>
                    <a:pt x="1" y="535"/>
                  </a:cubicBezTo>
                  <a:cubicBezTo>
                    <a:pt x="17" y="585"/>
                    <a:pt x="17" y="636"/>
                    <a:pt x="17" y="669"/>
                  </a:cubicBezTo>
                  <a:cubicBezTo>
                    <a:pt x="51" y="769"/>
                    <a:pt x="101" y="853"/>
                    <a:pt x="168" y="920"/>
                  </a:cubicBezTo>
                  <a:cubicBezTo>
                    <a:pt x="201" y="936"/>
                    <a:pt x="251" y="970"/>
                    <a:pt x="285" y="1003"/>
                  </a:cubicBezTo>
                  <a:cubicBezTo>
                    <a:pt x="353" y="1030"/>
                    <a:pt x="421" y="1058"/>
                    <a:pt x="498" y="1058"/>
                  </a:cubicBezTo>
                  <a:cubicBezTo>
                    <a:pt x="516" y="1058"/>
                    <a:pt x="534" y="1056"/>
                    <a:pt x="552" y="1053"/>
                  </a:cubicBezTo>
                  <a:cubicBezTo>
                    <a:pt x="836" y="1053"/>
                    <a:pt x="1070" y="803"/>
                    <a:pt x="1070" y="519"/>
                  </a:cubicBezTo>
                  <a:cubicBezTo>
                    <a:pt x="1070" y="468"/>
                    <a:pt x="1053" y="418"/>
                    <a:pt x="1053" y="385"/>
                  </a:cubicBezTo>
                  <a:cubicBezTo>
                    <a:pt x="1020" y="285"/>
                    <a:pt x="970" y="201"/>
                    <a:pt x="903" y="134"/>
                  </a:cubicBezTo>
                  <a:lnTo>
                    <a:pt x="786" y="51"/>
                  </a:lnTo>
                  <a:cubicBezTo>
                    <a:pt x="702" y="17"/>
                    <a:pt x="619" y="1"/>
                    <a:pt x="51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7" name="Google Shape;697;p42"/>
            <p:cNvSpPr/>
            <p:nvPr/>
          </p:nvSpPr>
          <p:spPr>
            <a:xfrm flipH="1">
              <a:off x="2009820" y="2218596"/>
              <a:ext cx="99643" cy="48812"/>
            </a:xfrm>
            <a:custGeom>
              <a:avLst/>
              <a:gdLst/>
              <a:ahLst/>
              <a:cxnLst/>
              <a:rect l="l" t="t" r="r" b="b"/>
              <a:pathLst>
                <a:path w="3109" h="1523" extrusionOk="0">
                  <a:moveTo>
                    <a:pt x="3109" y="1"/>
                  </a:moveTo>
                  <a:cubicBezTo>
                    <a:pt x="3109" y="1"/>
                    <a:pt x="2223" y="552"/>
                    <a:pt x="1321" y="552"/>
                  </a:cubicBezTo>
                  <a:cubicBezTo>
                    <a:pt x="1289" y="553"/>
                    <a:pt x="1257" y="554"/>
                    <a:pt x="1225" y="554"/>
                  </a:cubicBezTo>
                  <a:cubicBezTo>
                    <a:pt x="804" y="554"/>
                    <a:pt x="373" y="452"/>
                    <a:pt x="1" y="235"/>
                  </a:cubicBezTo>
                  <a:lnTo>
                    <a:pt x="1" y="235"/>
                  </a:lnTo>
                  <a:cubicBezTo>
                    <a:pt x="82" y="981"/>
                    <a:pt x="715" y="1523"/>
                    <a:pt x="1455" y="1523"/>
                  </a:cubicBezTo>
                  <a:cubicBezTo>
                    <a:pt x="1477" y="1523"/>
                    <a:pt x="1499" y="1522"/>
                    <a:pt x="1521" y="1521"/>
                  </a:cubicBezTo>
                  <a:cubicBezTo>
                    <a:pt x="2908" y="1521"/>
                    <a:pt x="3109" y="1"/>
                    <a:pt x="310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8" name="Google Shape;698;p42"/>
            <p:cNvSpPr/>
            <p:nvPr/>
          </p:nvSpPr>
          <p:spPr>
            <a:xfrm flipH="1">
              <a:off x="2061773" y="2073153"/>
              <a:ext cx="38043" cy="127847"/>
            </a:xfrm>
            <a:custGeom>
              <a:avLst/>
              <a:gdLst/>
              <a:ahLst/>
              <a:cxnLst/>
              <a:rect l="l" t="t" r="r" b="b"/>
              <a:pathLst>
                <a:path w="1187" h="3989" extrusionOk="0">
                  <a:moveTo>
                    <a:pt x="675" y="0"/>
                  </a:moveTo>
                  <a:cubicBezTo>
                    <a:pt x="642" y="0"/>
                    <a:pt x="602" y="36"/>
                    <a:pt x="602" y="78"/>
                  </a:cubicBezTo>
                  <a:cubicBezTo>
                    <a:pt x="602" y="562"/>
                    <a:pt x="719" y="1047"/>
                    <a:pt x="702" y="1548"/>
                  </a:cubicBezTo>
                  <a:cubicBezTo>
                    <a:pt x="702" y="1966"/>
                    <a:pt x="619" y="2383"/>
                    <a:pt x="435" y="2751"/>
                  </a:cubicBezTo>
                  <a:cubicBezTo>
                    <a:pt x="301" y="3035"/>
                    <a:pt x="1" y="3302"/>
                    <a:pt x="134" y="3620"/>
                  </a:cubicBezTo>
                  <a:cubicBezTo>
                    <a:pt x="264" y="3905"/>
                    <a:pt x="564" y="3989"/>
                    <a:pt x="849" y="3989"/>
                  </a:cubicBezTo>
                  <a:cubicBezTo>
                    <a:pt x="931" y="3989"/>
                    <a:pt x="1012" y="3982"/>
                    <a:pt x="1087" y="3971"/>
                  </a:cubicBezTo>
                  <a:cubicBezTo>
                    <a:pt x="1187" y="3937"/>
                    <a:pt x="1170" y="3804"/>
                    <a:pt x="1070" y="3787"/>
                  </a:cubicBezTo>
                  <a:cubicBezTo>
                    <a:pt x="1034" y="3787"/>
                    <a:pt x="996" y="3787"/>
                    <a:pt x="958" y="3787"/>
                  </a:cubicBezTo>
                  <a:cubicBezTo>
                    <a:pt x="767" y="3787"/>
                    <a:pt x="558" y="3776"/>
                    <a:pt x="418" y="3636"/>
                  </a:cubicBezTo>
                  <a:cubicBezTo>
                    <a:pt x="268" y="3469"/>
                    <a:pt x="352" y="3319"/>
                    <a:pt x="452" y="3152"/>
                  </a:cubicBezTo>
                  <a:cubicBezTo>
                    <a:pt x="636" y="2868"/>
                    <a:pt x="769" y="2567"/>
                    <a:pt x="836" y="2250"/>
                  </a:cubicBezTo>
                  <a:cubicBezTo>
                    <a:pt x="903" y="1915"/>
                    <a:pt x="936" y="1565"/>
                    <a:pt x="903" y="1230"/>
                  </a:cubicBezTo>
                  <a:cubicBezTo>
                    <a:pt x="903" y="829"/>
                    <a:pt x="836" y="428"/>
                    <a:pt x="719" y="44"/>
                  </a:cubicBezTo>
                  <a:cubicBezTo>
                    <a:pt x="713" y="13"/>
                    <a:pt x="695" y="0"/>
                    <a:pt x="675"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699" name="Google Shape;699;p42"/>
            <p:cNvSpPr/>
            <p:nvPr/>
          </p:nvSpPr>
          <p:spPr>
            <a:xfrm flipH="1">
              <a:off x="1886940" y="2059532"/>
              <a:ext cx="364729" cy="131277"/>
            </a:xfrm>
            <a:custGeom>
              <a:avLst/>
              <a:gdLst/>
              <a:ahLst/>
              <a:cxnLst/>
              <a:rect l="l" t="t" r="r" b="b"/>
              <a:pathLst>
                <a:path w="11380" h="4096" extrusionOk="0">
                  <a:moveTo>
                    <a:pt x="3506" y="552"/>
                  </a:moveTo>
                  <a:cubicBezTo>
                    <a:pt x="3516" y="552"/>
                    <a:pt x="3526" y="552"/>
                    <a:pt x="3536" y="553"/>
                  </a:cubicBezTo>
                  <a:cubicBezTo>
                    <a:pt x="4288" y="569"/>
                    <a:pt x="5023" y="1254"/>
                    <a:pt x="5006" y="2040"/>
                  </a:cubicBezTo>
                  <a:cubicBezTo>
                    <a:pt x="4956" y="2842"/>
                    <a:pt x="4288" y="3460"/>
                    <a:pt x="3486" y="3477"/>
                  </a:cubicBezTo>
                  <a:cubicBezTo>
                    <a:pt x="2684" y="3460"/>
                    <a:pt x="2032" y="2792"/>
                    <a:pt x="2049" y="1990"/>
                  </a:cubicBezTo>
                  <a:cubicBezTo>
                    <a:pt x="2065" y="1198"/>
                    <a:pt x="2717" y="552"/>
                    <a:pt x="3506" y="552"/>
                  </a:cubicBezTo>
                  <a:close/>
                  <a:moveTo>
                    <a:pt x="7782" y="619"/>
                  </a:moveTo>
                  <a:cubicBezTo>
                    <a:pt x="7793" y="619"/>
                    <a:pt x="7803" y="619"/>
                    <a:pt x="7813" y="619"/>
                  </a:cubicBezTo>
                  <a:cubicBezTo>
                    <a:pt x="8615" y="636"/>
                    <a:pt x="9250" y="1305"/>
                    <a:pt x="9250" y="2107"/>
                  </a:cubicBezTo>
                  <a:cubicBezTo>
                    <a:pt x="9234" y="2898"/>
                    <a:pt x="8582" y="3544"/>
                    <a:pt x="7793" y="3544"/>
                  </a:cubicBezTo>
                  <a:cubicBezTo>
                    <a:pt x="7783" y="3544"/>
                    <a:pt x="7773" y="3544"/>
                    <a:pt x="7763" y="3543"/>
                  </a:cubicBezTo>
                  <a:cubicBezTo>
                    <a:pt x="6961" y="3527"/>
                    <a:pt x="6309" y="2875"/>
                    <a:pt x="6326" y="2056"/>
                  </a:cubicBezTo>
                  <a:cubicBezTo>
                    <a:pt x="6343" y="1264"/>
                    <a:pt x="6978" y="619"/>
                    <a:pt x="7782" y="619"/>
                  </a:cubicBezTo>
                  <a:close/>
                  <a:moveTo>
                    <a:pt x="3497" y="1"/>
                  </a:moveTo>
                  <a:cubicBezTo>
                    <a:pt x="2693" y="1"/>
                    <a:pt x="1960" y="515"/>
                    <a:pt x="1664" y="1288"/>
                  </a:cubicBezTo>
                  <a:cubicBezTo>
                    <a:pt x="1247" y="1104"/>
                    <a:pt x="829" y="920"/>
                    <a:pt x="394" y="736"/>
                  </a:cubicBezTo>
                  <a:cubicBezTo>
                    <a:pt x="369" y="728"/>
                    <a:pt x="344" y="725"/>
                    <a:pt x="321" y="725"/>
                  </a:cubicBezTo>
                  <a:cubicBezTo>
                    <a:pt x="102" y="725"/>
                    <a:pt x="1" y="1049"/>
                    <a:pt x="227" y="1154"/>
                  </a:cubicBezTo>
                  <a:cubicBezTo>
                    <a:pt x="662" y="1338"/>
                    <a:pt x="1096" y="1522"/>
                    <a:pt x="1547" y="1706"/>
                  </a:cubicBezTo>
                  <a:cubicBezTo>
                    <a:pt x="1430" y="2290"/>
                    <a:pt x="1597" y="2892"/>
                    <a:pt x="1998" y="3343"/>
                  </a:cubicBezTo>
                  <a:cubicBezTo>
                    <a:pt x="2409" y="3810"/>
                    <a:pt x="2955" y="4024"/>
                    <a:pt x="3494" y="4024"/>
                  </a:cubicBezTo>
                  <a:cubicBezTo>
                    <a:pt x="4402" y="4024"/>
                    <a:pt x="5291" y="3418"/>
                    <a:pt x="5491" y="2391"/>
                  </a:cubicBezTo>
                  <a:cubicBezTo>
                    <a:pt x="5491" y="2290"/>
                    <a:pt x="5570" y="2240"/>
                    <a:pt x="5647" y="2240"/>
                  </a:cubicBezTo>
                  <a:cubicBezTo>
                    <a:pt x="5724" y="2240"/>
                    <a:pt x="5800" y="2290"/>
                    <a:pt x="5791" y="2391"/>
                  </a:cubicBezTo>
                  <a:cubicBezTo>
                    <a:pt x="5963" y="3453"/>
                    <a:pt x="6866" y="4095"/>
                    <a:pt x="7795" y="4095"/>
                  </a:cubicBezTo>
                  <a:cubicBezTo>
                    <a:pt x="8312" y="4095"/>
                    <a:pt x="8838" y="3896"/>
                    <a:pt x="9250" y="3460"/>
                  </a:cubicBezTo>
                  <a:cubicBezTo>
                    <a:pt x="9684" y="3009"/>
                    <a:pt x="9868" y="2357"/>
                    <a:pt x="9735" y="1739"/>
                  </a:cubicBezTo>
                  <a:cubicBezTo>
                    <a:pt x="10202" y="1555"/>
                    <a:pt x="10670" y="1355"/>
                    <a:pt x="11138" y="1154"/>
                  </a:cubicBezTo>
                  <a:cubicBezTo>
                    <a:pt x="11380" y="1049"/>
                    <a:pt x="11267" y="725"/>
                    <a:pt x="11045" y="725"/>
                  </a:cubicBezTo>
                  <a:cubicBezTo>
                    <a:pt x="11022" y="725"/>
                    <a:pt x="10997" y="728"/>
                    <a:pt x="10971" y="736"/>
                  </a:cubicBezTo>
                  <a:cubicBezTo>
                    <a:pt x="10520" y="937"/>
                    <a:pt x="10052" y="1121"/>
                    <a:pt x="9601" y="1321"/>
                  </a:cubicBezTo>
                  <a:cubicBezTo>
                    <a:pt x="9317" y="586"/>
                    <a:pt x="8615" y="102"/>
                    <a:pt x="7813" y="68"/>
                  </a:cubicBezTo>
                  <a:cubicBezTo>
                    <a:pt x="7801" y="68"/>
                    <a:pt x="7790" y="68"/>
                    <a:pt x="7778" y="68"/>
                  </a:cubicBezTo>
                  <a:cubicBezTo>
                    <a:pt x="6840" y="68"/>
                    <a:pt x="6023" y="731"/>
                    <a:pt x="5825" y="1655"/>
                  </a:cubicBezTo>
                  <a:cubicBezTo>
                    <a:pt x="5825" y="1762"/>
                    <a:pt x="5744" y="1816"/>
                    <a:pt x="5662" y="1816"/>
                  </a:cubicBezTo>
                  <a:cubicBezTo>
                    <a:pt x="5577" y="1816"/>
                    <a:pt x="5491" y="1758"/>
                    <a:pt x="5491" y="1639"/>
                  </a:cubicBezTo>
                  <a:cubicBezTo>
                    <a:pt x="5307" y="703"/>
                    <a:pt x="4505" y="18"/>
                    <a:pt x="3536" y="1"/>
                  </a:cubicBezTo>
                  <a:cubicBezTo>
                    <a:pt x="3523" y="1"/>
                    <a:pt x="3510" y="1"/>
                    <a:pt x="349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pic>
        <p:nvPicPr>
          <p:cNvPr id="5" name="Picture 4">
            <a:extLst>
              <a:ext uri="{FF2B5EF4-FFF2-40B4-BE49-F238E27FC236}">
                <a16:creationId xmlns:a16="http://schemas.microsoft.com/office/drawing/2014/main" id="{085C39AD-1FBB-2928-1AE5-68E0AD73F285}"/>
              </a:ext>
            </a:extLst>
          </p:cNvPr>
          <p:cNvPicPr>
            <a:picLocks noChangeAspect="1"/>
          </p:cNvPicPr>
          <p:nvPr/>
        </p:nvPicPr>
        <p:blipFill>
          <a:blip r:embed="rId3"/>
          <a:stretch>
            <a:fillRect/>
          </a:stretch>
        </p:blipFill>
        <p:spPr>
          <a:xfrm>
            <a:off x="7959984" y="529125"/>
            <a:ext cx="3680793" cy="1746329"/>
          </a:xfrm>
          <a:prstGeom prst="rect">
            <a:avLst/>
          </a:prstGeom>
        </p:spPr>
      </p:pic>
      <p:pic>
        <p:nvPicPr>
          <p:cNvPr id="7" name="Picture 6">
            <a:extLst>
              <a:ext uri="{FF2B5EF4-FFF2-40B4-BE49-F238E27FC236}">
                <a16:creationId xmlns:a16="http://schemas.microsoft.com/office/drawing/2014/main" id="{A5408541-453F-8788-CCD6-661C05882D48}"/>
              </a:ext>
            </a:extLst>
          </p:cNvPr>
          <p:cNvPicPr>
            <a:picLocks noChangeAspect="1"/>
          </p:cNvPicPr>
          <p:nvPr/>
        </p:nvPicPr>
        <p:blipFill>
          <a:blip r:embed="rId4"/>
          <a:stretch>
            <a:fillRect/>
          </a:stretch>
        </p:blipFill>
        <p:spPr>
          <a:xfrm>
            <a:off x="8003692" y="2722149"/>
            <a:ext cx="3637085" cy="1860398"/>
          </a:xfrm>
          <a:prstGeom prst="rect">
            <a:avLst/>
          </a:prstGeom>
        </p:spPr>
      </p:pic>
      <p:pic>
        <p:nvPicPr>
          <p:cNvPr id="11" name="Picture 10">
            <a:extLst>
              <a:ext uri="{FF2B5EF4-FFF2-40B4-BE49-F238E27FC236}">
                <a16:creationId xmlns:a16="http://schemas.microsoft.com/office/drawing/2014/main" id="{45091C45-205A-1545-AE2E-EF0E5DFEB6F8}"/>
              </a:ext>
            </a:extLst>
          </p:cNvPr>
          <p:cNvPicPr>
            <a:picLocks noChangeAspect="1"/>
          </p:cNvPicPr>
          <p:nvPr/>
        </p:nvPicPr>
        <p:blipFill>
          <a:blip r:embed="rId5"/>
          <a:stretch>
            <a:fillRect/>
          </a:stretch>
        </p:blipFill>
        <p:spPr>
          <a:xfrm>
            <a:off x="8003692" y="4997602"/>
            <a:ext cx="3680794" cy="186039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50"/>
          <p:cNvSpPr txBox="1">
            <a:spLocks noGrp="1"/>
          </p:cNvSpPr>
          <p:nvPr>
            <p:ph type="title"/>
          </p:nvPr>
        </p:nvSpPr>
        <p:spPr>
          <a:xfrm>
            <a:off x="960000" y="720000"/>
            <a:ext cx="10272000" cy="427200"/>
          </a:xfrm>
          <a:prstGeom prst="rect">
            <a:avLst/>
          </a:prstGeom>
        </p:spPr>
        <p:txBody>
          <a:bodyPr spcFirstLastPara="1" wrap="square" lIns="121900" tIns="121900" rIns="121900" bIns="121900" anchor="ctr" anchorCtr="0">
            <a:noAutofit/>
          </a:bodyPr>
          <a:lstStyle/>
          <a:p>
            <a:r>
              <a:rPr lang="en" dirty="0"/>
              <a:t>Methodolgy</a:t>
            </a:r>
            <a:endParaRPr dirty="0"/>
          </a:p>
        </p:txBody>
      </p:sp>
      <p:sp>
        <p:nvSpPr>
          <p:cNvPr id="1244" name="Google Shape;1244;p50"/>
          <p:cNvSpPr txBox="1">
            <a:spLocks noGrp="1"/>
          </p:cNvSpPr>
          <p:nvPr>
            <p:ph type="title" idx="2"/>
          </p:nvPr>
        </p:nvSpPr>
        <p:spPr>
          <a:xfrm>
            <a:off x="5108400" y="2232400"/>
            <a:ext cx="1992400" cy="821200"/>
          </a:xfrm>
          <a:prstGeom prst="rect">
            <a:avLst/>
          </a:prstGeom>
        </p:spPr>
        <p:txBody>
          <a:bodyPr spcFirstLastPara="1" wrap="square" lIns="121900" tIns="121900" rIns="121900" bIns="121900" anchor="ctr" anchorCtr="0">
            <a:noAutofit/>
          </a:bodyPr>
          <a:lstStyle/>
          <a:p>
            <a:r>
              <a:rPr lang="en"/>
              <a:t>01</a:t>
            </a:r>
            <a:endParaRPr dirty="0"/>
          </a:p>
        </p:txBody>
      </p:sp>
      <p:sp>
        <p:nvSpPr>
          <p:cNvPr id="1245" name="Google Shape;1245;p50"/>
          <p:cNvSpPr txBox="1">
            <a:spLocks noGrp="1"/>
          </p:cNvSpPr>
          <p:nvPr>
            <p:ph type="subTitle" idx="1"/>
          </p:nvPr>
        </p:nvSpPr>
        <p:spPr>
          <a:xfrm>
            <a:off x="7257600" y="1645920"/>
            <a:ext cx="3974400" cy="1407680"/>
          </a:xfrm>
          <a:prstGeom prst="rect">
            <a:avLst/>
          </a:prstGeom>
        </p:spPr>
        <p:txBody>
          <a:bodyPr spcFirstLastPara="1" wrap="square" lIns="121900" tIns="121900" rIns="121900" bIns="121900" anchor="t" anchorCtr="0">
            <a:noAutofit/>
          </a:bodyPr>
          <a:lstStyle/>
          <a:p>
            <a:pPr marL="0" indent="0"/>
            <a:r>
              <a:rPr lang="en-US" b="1" dirty="0"/>
              <a:t>Data Collection Methods : -</a:t>
            </a:r>
          </a:p>
          <a:p>
            <a:pPr marL="0" indent="0"/>
            <a:endParaRPr lang="en-US" dirty="0"/>
          </a:p>
          <a:p>
            <a:pPr marL="285750" indent="-285750">
              <a:buFont typeface="Wingdings" panose="05000000000000000000" pitchFamily="2" charset="2"/>
              <a:buChar char="ü"/>
            </a:pPr>
            <a:r>
              <a:rPr lang="en-US" dirty="0"/>
              <a:t>Manual Data Entry </a:t>
            </a:r>
          </a:p>
          <a:p>
            <a:pPr marL="0" indent="0"/>
            <a:endParaRPr lang="en-US" dirty="0"/>
          </a:p>
          <a:p>
            <a:pPr marL="285750" indent="-285750">
              <a:buFont typeface="Wingdings" panose="05000000000000000000" pitchFamily="2" charset="2"/>
              <a:buChar char="ü"/>
            </a:pPr>
            <a:r>
              <a:rPr lang="en-US" dirty="0"/>
              <a:t>Hospital &amp; Clinic Databases </a:t>
            </a:r>
            <a:endParaRPr dirty="0"/>
          </a:p>
        </p:txBody>
      </p:sp>
      <p:sp>
        <p:nvSpPr>
          <p:cNvPr id="1246" name="Google Shape;1246;p50"/>
          <p:cNvSpPr txBox="1">
            <a:spLocks noGrp="1"/>
          </p:cNvSpPr>
          <p:nvPr>
            <p:ph type="title" idx="3"/>
          </p:nvPr>
        </p:nvSpPr>
        <p:spPr>
          <a:xfrm>
            <a:off x="5108400" y="3401300"/>
            <a:ext cx="1992400" cy="821200"/>
          </a:xfrm>
          <a:prstGeom prst="rect">
            <a:avLst/>
          </a:prstGeom>
        </p:spPr>
        <p:txBody>
          <a:bodyPr spcFirstLastPara="1" wrap="square" lIns="121900" tIns="121900" rIns="121900" bIns="121900" anchor="ctr" anchorCtr="0">
            <a:noAutofit/>
          </a:bodyPr>
          <a:lstStyle/>
          <a:p>
            <a:r>
              <a:rPr lang="en"/>
              <a:t>02</a:t>
            </a:r>
            <a:endParaRPr dirty="0"/>
          </a:p>
        </p:txBody>
      </p:sp>
      <p:sp>
        <p:nvSpPr>
          <p:cNvPr id="1247" name="Google Shape;1247;p50"/>
          <p:cNvSpPr txBox="1">
            <a:spLocks noGrp="1"/>
          </p:cNvSpPr>
          <p:nvPr>
            <p:ph type="subTitle" idx="4"/>
          </p:nvPr>
        </p:nvSpPr>
        <p:spPr>
          <a:xfrm>
            <a:off x="7257600" y="3142692"/>
            <a:ext cx="3974400" cy="1407680"/>
          </a:xfrm>
          <a:prstGeom prst="rect">
            <a:avLst/>
          </a:prstGeom>
        </p:spPr>
        <p:txBody>
          <a:bodyPr spcFirstLastPara="1" wrap="square" lIns="121900" tIns="121900" rIns="121900" bIns="121900" anchor="t" anchorCtr="0">
            <a:noAutofit/>
          </a:bodyPr>
          <a:lstStyle/>
          <a:p>
            <a:pPr marL="0" indent="0"/>
            <a:r>
              <a:rPr lang="en-US" b="1" dirty="0"/>
              <a:t>Agile Scrum process model for development : -</a:t>
            </a:r>
          </a:p>
          <a:p>
            <a:pPr marL="0" indent="0"/>
            <a:r>
              <a:rPr lang="en-US" dirty="0"/>
              <a:t>The Agile Software Development Model is adopted due to its flexibility and iterative nature </a:t>
            </a:r>
            <a:endParaRPr dirty="0"/>
          </a:p>
        </p:txBody>
      </p:sp>
      <p:sp>
        <p:nvSpPr>
          <p:cNvPr id="1248" name="Google Shape;1248;p50"/>
          <p:cNvSpPr txBox="1">
            <a:spLocks noGrp="1"/>
          </p:cNvSpPr>
          <p:nvPr>
            <p:ph type="title" idx="5"/>
          </p:nvPr>
        </p:nvSpPr>
        <p:spPr>
          <a:xfrm>
            <a:off x="5108400" y="4570433"/>
            <a:ext cx="1992400" cy="821200"/>
          </a:xfrm>
          <a:prstGeom prst="rect">
            <a:avLst/>
          </a:prstGeom>
        </p:spPr>
        <p:txBody>
          <a:bodyPr spcFirstLastPara="1" wrap="square" lIns="121900" tIns="121900" rIns="121900" bIns="121900" anchor="ctr" anchorCtr="0">
            <a:noAutofit/>
          </a:bodyPr>
          <a:lstStyle/>
          <a:p>
            <a:r>
              <a:rPr lang="en"/>
              <a:t>03</a:t>
            </a:r>
            <a:endParaRPr dirty="0"/>
          </a:p>
        </p:txBody>
      </p:sp>
      <p:sp>
        <p:nvSpPr>
          <p:cNvPr id="1249" name="Google Shape;1249;p50"/>
          <p:cNvSpPr txBox="1">
            <a:spLocks noGrp="1"/>
          </p:cNvSpPr>
          <p:nvPr>
            <p:ph type="subTitle" idx="6"/>
          </p:nvPr>
        </p:nvSpPr>
        <p:spPr>
          <a:xfrm>
            <a:off x="7257600" y="4570232"/>
            <a:ext cx="3974400" cy="1748271"/>
          </a:xfrm>
          <a:prstGeom prst="rect">
            <a:avLst/>
          </a:prstGeom>
        </p:spPr>
        <p:txBody>
          <a:bodyPr spcFirstLastPara="1" wrap="square" lIns="121900" tIns="121900" rIns="121900" bIns="121900" anchor="t" anchorCtr="0">
            <a:noAutofit/>
          </a:bodyPr>
          <a:lstStyle/>
          <a:p>
            <a:pPr marL="0" indent="0"/>
            <a:r>
              <a:rPr lang="en-US" b="1" dirty="0"/>
              <a:t>Software Development Tools : -</a:t>
            </a:r>
          </a:p>
          <a:p>
            <a:r>
              <a:rPr lang="en-US" b="1" dirty="0"/>
              <a:t> Programming Languages </a:t>
            </a:r>
            <a:endParaRPr lang="en-US" dirty="0"/>
          </a:p>
          <a:p>
            <a:r>
              <a:rPr lang="en-US" dirty="0"/>
              <a:t>✅ </a:t>
            </a:r>
            <a:r>
              <a:rPr lang="en-US" b="1" dirty="0"/>
              <a:t>Python </a:t>
            </a:r>
            <a:r>
              <a:rPr lang="en-US" dirty="0"/>
              <a:t>– Core language for machine learning. </a:t>
            </a:r>
          </a:p>
          <a:p>
            <a:r>
              <a:rPr lang="en-US" dirty="0"/>
              <a:t>✅ </a:t>
            </a:r>
            <a:r>
              <a:rPr lang="en-US" b="1" dirty="0"/>
              <a:t>PHP </a:t>
            </a:r>
            <a:r>
              <a:rPr lang="en-US" dirty="0"/>
              <a:t>– Backend development for handling web services and database operations. </a:t>
            </a:r>
          </a:p>
          <a:p>
            <a:pPr marL="0" indent="0"/>
            <a:endParaRPr lang="en-US" b="1" dirty="0"/>
          </a:p>
          <a:p>
            <a:pPr marL="0" indent="0"/>
            <a:endParaRPr dirty="0"/>
          </a:p>
        </p:txBody>
      </p:sp>
      <p:grpSp>
        <p:nvGrpSpPr>
          <p:cNvPr id="1250" name="Google Shape;1250;p50"/>
          <p:cNvGrpSpPr/>
          <p:nvPr/>
        </p:nvGrpSpPr>
        <p:grpSpPr>
          <a:xfrm>
            <a:off x="1161986" y="2508301"/>
            <a:ext cx="4778228" cy="4371535"/>
            <a:chOff x="871489" y="1881225"/>
            <a:chExt cx="3583671" cy="3278651"/>
          </a:xfrm>
        </p:grpSpPr>
        <p:sp>
          <p:nvSpPr>
            <p:cNvPr id="1251" name="Google Shape;1251;p50"/>
            <p:cNvSpPr/>
            <p:nvPr/>
          </p:nvSpPr>
          <p:spPr>
            <a:xfrm>
              <a:off x="944307" y="2271819"/>
              <a:ext cx="931309" cy="1704034"/>
            </a:xfrm>
            <a:custGeom>
              <a:avLst/>
              <a:gdLst/>
              <a:ahLst/>
              <a:cxnLst/>
              <a:rect l="l" t="t" r="r" b="b"/>
              <a:pathLst>
                <a:path w="29058" h="53168" extrusionOk="0">
                  <a:moveTo>
                    <a:pt x="2474" y="1"/>
                  </a:moveTo>
                  <a:cubicBezTo>
                    <a:pt x="2223" y="1"/>
                    <a:pt x="352" y="636"/>
                    <a:pt x="335" y="4211"/>
                  </a:cubicBezTo>
                  <a:lnTo>
                    <a:pt x="51" y="44646"/>
                  </a:lnTo>
                  <a:lnTo>
                    <a:pt x="1" y="52967"/>
                  </a:lnTo>
                  <a:lnTo>
                    <a:pt x="28706" y="53167"/>
                  </a:lnTo>
                  <a:lnTo>
                    <a:pt x="29040" y="4128"/>
                  </a:lnTo>
                  <a:cubicBezTo>
                    <a:pt x="29057" y="1956"/>
                    <a:pt x="27303" y="168"/>
                    <a:pt x="25131" y="151"/>
                  </a:cubicBezTo>
                  <a:lnTo>
                    <a:pt x="7135" y="34"/>
                  </a:lnTo>
                  <a:lnTo>
                    <a:pt x="2474"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2" name="Google Shape;1252;p50"/>
            <p:cNvSpPr/>
            <p:nvPr/>
          </p:nvSpPr>
          <p:spPr>
            <a:xfrm>
              <a:off x="4070624" y="3531319"/>
              <a:ext cx="83586" cy="1602821"/>
            </a:xfrm>
            <a:custGeom>
              <a:avLst/>
              <a:gdLst/>
              <a:ahLst/>
              <a:cxnLst/>
              <a:rect l="l" t="t" r="r" b="b"/>
              <a:pathLst>
                <a:path w="2608" h="50010" extrusionOk="0">
                  <a:moveTo>
                    <a:pt x="1" y="1"/>
                  </a:moveTo>
                  <a:lnTo>
                    <a:pt x="1" y="50009"/>
                  </a:lnTo>
                  <a:lnTo>
                    <a:pt x="2607" y="50009"/>
                  </a:lnTo>
                  <a:lnTo>
                    <a:pt x="2607"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3" name="Google Shape;1253;p50"/>
            <p:cNvSpPr/>
            <p:nvPr/>
          </p:nvSpPr>
          <p:spPr>
            <a:xfrm>
              <a:off x="988760" y="3935117"/>
              <a:ext cx="208902" cy="1224759"/>
            </a:xfrm>
            <a:custGeom>
              <a:avLst/>
              <a:gdLst/>
              <a:ahLst/>
              <a:cxnLst/>
              <a:rect l="l" t="t" r="r" b="b"/>
              <a:pathLst>
                <a:path w="6518" h="38214" extrusionOk="0">
                  <a:moveTo>
                    <a:pt x="1" y="0"/>
                  </a:moveTo>
                  <a:lnTo>
                    <a:pt x="1" y="35639"/>
                  </a:lnTo>
                  <a:cubicBezTo>
                    <a:pt x="1" y="37043"/>
                    <a:pt x="1137" y="38179"/>
                    <a:pt x="2540" y="38213"/>
                  </a:cubicBezTo>
                  <a:cubicBezTo>
                    <a:pt x="2561" y="38213"/>
                    <a:pt x="2582" y="38213"/>
                    <a:pt x="2602" y="38213"/>
                  </a:cubicBezTo>
                  <a:cubicBezTo>
                    <a:pt x="3978" y="38213"/>
                    <a:pt x="5114" y="37122"/>
                    <a:pt x="5164" y="35723"/>
                  </a:cubicBezTo>
                  <a:lnTo>
                    <a:pt x="6517"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4" name="Google Shape;1254;p50"/>
            <p:cNvSpPr/>
            <p:nvPr/>
          </p:nvSpPr>
          <p:spPr>
            <a:xfrm>
              <a:off x="1742768" y="3935117"/>
              <a:ext cx="208325" cy="1224759"/>
            </a:xfrm>
            <a:custGeom>
              <a:avLst/>
              <a:gdLst/>
              <a:ahLst/>
              <a:cxnLst/>
              <a:rect l="l" t="t" r="r" b="b"/>
              <a:pathLst>
                <a:path w="6500" h="38214" extrusionOk="0">
                  <a:moveTo>
                    <a:pt x="0" y="0"/>
                  </a:moveTo>
                  <a:lnTo>
                    <a:pt x="0" y="35639"/>
                  </a:lnTo>
                  <a:cubicBezTo>
                    <a:pt x="0" y="37043"/>
                    <a:pt x="1120" y="38179"/>
                    <a:pt x="2523" y="38213"/>
                  </a:cubicBezTo>
                  <a:cubicBezTo>
                    <a:pt x="2544" y="38213"/>
                    <a:pt x="2565" y="38213"/>
                    <a:pt x="2585" y="38213"/>
                  </a:cubicBezTo>
                  <a:cubicBezTo>
                    <a:pt x="3961" y="38213"/>
                    <a:pt x="5097" y="37122"/>
                    <a:pt x="5163" y="35723"/>
                  </a:cubicBezTo>
                  <a:lnTo>
                    <a:pt x="6500"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5" name="Google Shape;1255;p50"/>
            <p:cNvSpPr/>
            <p:nvPr/>
          </p:nvSpPr>
          <p:spPr>
            <a:xfrm>
              <a:off x="2150284" y="3935117"/>
              <a:ext cx="208357" cy="1224759"/>
            </a:xfrm>
            <a:custGeom>
              <a:avLst/>
              <a:gdLst/>
              <a:ahLst/>
              <a:cxnLst/>
              <a:rect l="l" t="t" r="r" b="b"/>
              <a:pathLst>
                <a:path w="6501" h="38214" extrusionOk="0">
                  <a:moveTo>
                    <a:pt x="1" y="0"/>
                  </a:moveTo>
                  <a:lnTo>
                    <a:pt x="1337" y="35723"/>
                  </a:lnTo>
                  <a:cubicBezTo>
                    <a:pt x="1403" y="37122"/>
                    <a:pt x="2539" y="38213"/>
                    <a:pt x="3915" y="38213"/>
                  </a:cubicBezTo>
                  <a:cubicBezTo>
                    <a:pt x="3936" y="38213"/>
                    <a:pt x="3956" y="38213"/>
                    <a:pt x="3977" y="38213"/>
                  </a:cubicBezTo>
                  <a:cubicBezTo>
                    <a:pt x="5381" y="38179"/>
                    <a:pt x="6500" y="37043"/>
                    <a:pt x="6500" y="35639"/>
                  </a:cubicBezTo>
                  <a:lnTo>
                    <a:pt x="6500"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6" name="Google Shape;1256;p50"/>
            <p:cNvSpPr/>
            <p:nvPr/>
          </p:nvSpPr>
          <p:spPr>
            <a:xfrm>
              <a:off x="1335252" y="3935117"/>
              <a:ext cx="208325" cy="1224759"/>
            </a:xfrm>
            <a:custGeom>
              <a:avLst/>
              <a:gdLst/>
              <a:ahLst/>
              <a:cxnLst/>
              <a:rect l="l" t="t" r="r" b="b"/>
              <a:pathLst>
                <a:path w="6500" h="38214" extrusionOk="0">
                  <a:moveTo>
                    <a:pt x="0" y="0"/>
                  </a:moveTo>
                  <a:lnTo>
                    <a:pt x="1337" y="35723"/>
                  </a:lnTo>
                  <a:cubicBezTo>
                    <a:pt x="1386" y="37122"/>
                    <a:pt x="2522" y="38213"/>
                    <a:pt x="3898" y="38213"/>
                  </a:cubicBezTo>
                  <a:cubicBezTo>
                    <a:pt x="3919" y="38213"/>
                    <a:pt x="3939" y="38213"/>
                    <a:pt x="3960" y="38213"/>
                  </a:cubicBezTo>
                  <a:cubicBezTo>
                    <a:pt x="5380" y="38179"/>
                    <a:pt x="6500" y="37043"/>
                    <a:pt x="6500" y="35639"/>
                  </a:cubicBezTo>
                  <a:lnTo>
                    <a:pt x="6500"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7" name="Google Shape;1257;p50"/>
            <p:cNvSpPr/>
            <p:nvPr/>
          </p:nvSpPr>
          <p:spPr>
            <a:xfrm>
              <a:off x="944307" y="2271819"/>
              <a:ext cx="931309" cy="1704034"/>
            </a:xfrm>
            <a:custGeom>
              <a:avLst/>
              <a:gdLst/>
              <a:ahLst/>
              <a:cxnLst/>
              <a:rect l="l" t="t" r="r" b="b"/>
              <a:pathLst>
                <a:path w="29058" h="53168" extrusionOk="0">
                  <a:moveTo>
                    <a:pt x="2474" y="1"/>
                  </a:moveTo>
                  <a:cubicBezTo>
                    <a:pt x="2223" y="1"/>
                    <a:pt x="352" y="636"/>
                    <a:pt x="335" y="4211"/>
                  </a:cubicBezTo>
                  <a:lnTo>
                    <a:pt x="51" y="44646"/>
                  </a:lnTo>
                  <a:lnTo>
                    <a:pt x="1" y="52967"/>
                  </a:lnTo>
                  <a:lnTo>
                    <a:pt x="28706" y="53167"/>
                  </a:lnTo>
                  <a:lnTo>
                    <a:pt x="29040" y="4128"/>
                  </a:lnTo>
                  <a:cubicBezTo>
                    <a:pt x="29057" y="1956"/>
                    <a:pt x="27303" y="168"/>
                    <a:pt x="25131" y="151"/>
                  </a:cubicBezTo>
                  <a:lnTo>
                    <a:pt x="7135" y="34"/>
                  </a:lnTo>
                  <a:lnTo>
                    <a:pt x="2474" y="1"/>
                  </a:lnTo>
                  <a:close/>
                </a:path>
              </a:pathLst>
            </a:custGeom>
            <a:solidFill>
              <a:srgbClr val="FFFFFF">
                <a:alpha val="824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8" name="Google Shape;1258;p50"/>
            <p:cNvSpPr/>
            <p:nvPr/>
          </p:nvSpPr>
          <p:spPr>
            <a:xfrm>
              <a:off x="871489" y="2271819"/>
              <a:ext cx="152109" cy="1713233"/>
            </a:xfrm>
            <a:custGeom>
              <a:avLst/>
              <a:gdLst/>
              <a:ahLst/>
              <a:cxnLst/>
              <a:rect l="l" t="t" r="r" b="b"/>
              <a:pathLst>
                <a:path w="4746" h="53455" extrusionOk="0">
                  <a:moveTo>
                    <a:pt x="4746" y="1"/>
                  </a:moveTo>
                  <a:cubicBezTo>
                    <a:pt x="2874" y="84"/>
                    <a:pt x="769" y="636"/>
                    <a:pt x="402" y="3125"/>
                  </a:cubicBezTo>
                  <a:cubicBezTo>
                    <a:pt x="1" y="5899"/>
                    <a:pt x="84" y="50176"/>
                    <a:pt x="67" y="51897"/>
                  </a:cubicBezTo>
                  <a:cubicBezTo>
                    <a:pt x="59" y="52788"/>
                    <a:pt x="1187" y="53454"/>
                    <a:pt x="2293" y="53454"/>
                  </a:cubicBezTo>
                  <a:cubicBezTo>
                    <a:pt x="3345" y="53454"/>
                    <a:pt x="4379" y="52851"/>
                    <a:pt x="4395" y="51262"/>
                  </a:cubicBezTo>
                  <a:lnTo>
                    <a:pt x="4746"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9" name="Google Shape;1259;p50"/>
            <p:cNvSpPr/>
            <p:nvPr/>
          </p:nvSpPr>
          <p:spPr>
            <a:xfrm>
              <a:off x="874181" y="3786758"/>
              <a:ext cx="1656889" cy="308513"/>
            </a:xfrm>
            <a:custGeom>
              <a:avLst/>
              <a:gdLst/>
              <a:ahLst/>
              <a:cxnLst/>
              <a:rect l="l" t="t" r="r" b="b"/>
              <a:pathLst>
                <a:path w="51697" h="9626" extrusionOk="0">
                  <a:moveTo>
                    <a:pt x="4678" y="1"/>
                  </a:moveTo>
                  <a:cubicBezTo>
                    <a:pt x="2105" y="1"/>
                    <a:pt x="33" y="2073"/>
                    <a:pt x="17" y="4629"/>
                  </a:cubicBezTo>
                  <a:cubicBezTo>
                    <a:pt x="0" y="7202"/>
                    <a:pt x="2055" y="9291"/>
                    <a:pt x="4612" y="9324"/>
                  </a:cubicBezTo>
                  <a:lnTo>
                    <a:pt x="46985" y="9625"/>
                  </a:lnTo>
                  <a:cubicBezTo>
                    <a:pt x="46995" y="9625"/>
                    <a:pt x="47005" y="9625"/>
                    <a:pt x="47015" y="9625"/>
                  </a:cubicBezTo>
                  <a:cubicBezTo>
                    <a:pt x="49575" y="9625"/>
                    <a:pt x="51663" y="7560"/>
                    <a:pt x="51680" y="4997"/>
                  </a:cubicBezTo>
                  <a:cubicBezTo>
                    <a:pt x="51696" y="2424"/>
                    <a:pt x="49625" y="318"/>
                    <a:pt x="47051" y="302"/>
                  </a:cubicBezTo>
                  <a:lnTo>
                    <a:pt x="4678"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0" name="Google Shape;1260;p50"/>
            <p:cNvSpPr/>
            <p:nvPr/>
          </p:nvSpPr>
          <p:spPr>
            <a:xfrm>
              <a:off x="2790226" y="4927930"/>
              <a:ext cx="607283" cy="231914"/>
            </a:xfrm>
            <a:custGeom>
              <a:avLst/>
              <a:gdLst/>
              <a:ahLst/>
              <a:cxnLst/>
              <a:rect l="l" t="t" r="r" b="b"/>
              <a:pathLst>
                <a:path w="18948" h="7236" extrusionOk="0">
                  <a:moveTo>
                    <a:pt x="7502" y="1"/>
                  </a:moveTo>
                  <a:lnTo>
                    <a:pt x="0" y="535"/>
                  </a:lnTo>
                  <a:lnTo>
                    <a:pt x="151" y="3977"/>
                  </a:lnTo>
                  <a:lnTo>
                    <a:pt x="268" y="7236"/>
                  </a:lnTo>
                  <a:lnTo>
                    <a:pt x="18948" y="7236"/>
                  </a:lnTo>
                  <a:cubicBezTo>
                    <a:pt x="18948" y="7236"/>
                    <a:pt x="17879" y="5097"/>
                    <a:pt x="14838" y="4462"/>
                  </a:cubicBezTo>
                  <a:cubicBezTo>
                    <a:pt x="13534" y="4228"/>
                    <a:pt x="12264" y="3844"/>
                    <a:pt x="11045" y="3342"/>
                  </a:cubicBezTo>
                  <a:cubicBezTo>
                    <a:pt x="7419" y="1822"/>
                    <a:pt x="7502" y="1"/>
                    <a:pt x="7502"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1" name="Google Shape;1261;p50"/>
            <p:cNvSpPr/>
            <p:nvPr/>
          </p:nvSpPr>
          <p:spPr>
            <a:xfrm>
              <a:off x="2795034" y="5035041"/>
              <a:ext cx="602476" cy="124803"/>
            </a:xfrm>
            <a:custGeom>
              <a:avLst/>
              <a:gdLst/>
              <a:ahLst/>
              <a:cxnLst/>
              <a:rect l="l" t="t" r="r" b="b"/>
              <a:pathLst>
                <a:path w="18798" h="3894" extrusionOk="0">
                  <a:moveTo>
                    <a:pt x="10895" y="0"/>
                  </a:moveTo>
                  <a:cubicBezTo>
                    <a:pt x="10076" y="752"/>
                    <a:pt x="9224" y="1655"/>
                    <a:pt x="8773" y="2574"/>
                  </a:cubicBezTo>
                  <a:cubicBezTo>
                    <a:pt x="4328" y="2206"/>
                    <a:pt x="1705" y="1120"/>
                    <a:pt x="1" y="635"/>
                  </a:cubicBezTo>
                  <a:lnTo>
                    <a:pt x="1" y="652"/>
                  </a:lnTo>
                  <a:lnTo>
                    <a:pt x="118" y="3894"/>
                  </a:lnTo>
                  <a:lnTo>
                    <a:pt x="18798" y="3894"/>
                  </a:lnTo>
                  <a:cubicBezTo>
                    <a:pt x="18798" y="3894"/>
                    <a:pt x="17729" y="1755"/>
                    <a:pt x="14688" y="1137"/>
                  </a:cubicBezTo>
                  <a:cubicBezTo>
                    <a:pt x="13384" y="886"/>
                    <a:pt x="12114" y="502"/>
                    <a:pt x="10895" y="0"/>
                  </a:cubicBezTo>
                  <a:close/>
                </a:path>
              </a:pathLst>
            </a:custGeom>
            <a:solidFill>
              <a:srgbClr val="044A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2" name="Google Shape;1262;p50"/>
            <p:cNvSpPr/>
            <p:nvPr/>
          </p:nvSpPr>
          <p:spPr>
            <a:xfrm>
              <a:off x="1877699" y="3529717"/>
              <a:ext cx="1230111" cy="1552470"/>
            </a:xfrm>
            <a:custGeom>
              <a:avLst/>
              <a:gdLst/>
              <a:ahLst/>
              <a:cxnLst/>
              <a:rect l="l" t="t" r="r" b="b"/>
              <a:pathLst>
                <a:path w="38381" h="48439" extrusionOk="0">
                  <a:moveTo>
                    <a:pt x="886" y="1"/>
                  </a:moveTo>
                  <a:cubicBezTo>
                    <a:pt x="886" y="1"/>
                    <a:pt x="1" y="3209"/>
                    <a:pt x="619" y="6016"/>
                  </a:cubicBezTo>
                  <a:cubicBezTo>
                    <a:pt x="853" y="7102"/>
                    <a:pt x="1321" y="8138"/>
                    <a:pt x="2156" y="8890"/>
                  </a:cubicBezTo>
                  <a:cubicBezTo>
                    <a:pt x="5348" y="12031"/>
                    <a:pt x="23343" y="16726"/>
                    <a:pt x="23343" y="16726"/>
                  </a:cubicBezTo>
                  <a:lnTo>
                    <a:pt x="27470" y="48439"/>
                  </a:lnTo>
                  <a:lnTo>
                    <a:pt x="38381" y="44262"/>
                  </a:lnTo>
                  <a:cubicBezTo>
                    <a:pt x="38381" y="44262"/>
                    <a:pt x="35690" y="9959"/>
                    <a:pt x="33936" y="7837"/>
                  </a:cubicBezTo>
                  <a:cubicBezTo>
                    <a:pt x="32934" y="6617"/>
                    <a:pt x="26167" y="4378"/>
                    <a:pt x="20469" y="2641"/>
                  </a:cubicBezTo>
                  <a:cubicBezTo>
                    <a:pt x="16058" y="1304"/>
                    <a:pt x="12298" y="268"/>
                    <a:pt x="12298" y="268"/>
                  </a:cubicBezTo>
                  <a:lnTo>
                    <a:pt x="886"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3" name="Google Shape;1263;p50"/>
            <p:cNvSpPr/>
            <p:nvPr/>
          </p:nvSpPr>
          <p:spPr>
            <a:xfrm>
              <a:off x="1877699" y="3529717"/>
              <a:ext cx="656031" cy="192813"/>
            </a:xfrm>
            <a:custGeom>
              <a:avLst/>
              <a:gdLst/>
              <a:ahLst/>
              <a:cxnLst/>
              <a:rect l="l" t="t" r="r" b="b"/>
              <a:pathLst>
                <a:path w="20469" h="6016" extrusionOk="0">
                  <a:moveTo>
                    <a:pt x="886" y="1"/>
                  </a:moveTo>
                  <a:cubicBezTo>
                    <a:pt x="886" y="1"/>
                    <a:pt x="1" y="3209"/>
                    <a:pt x="619" y="6016"/>
                  </a:cubicBezTo>
                  <a:cubicBezTo>
                    <a:pt x="7704" y="4813"/>
                    <a:pt x="15473" y="3493"/>
                    <a:pt x="20469" y="2641"/>
                  </a:cubicBezTo>
                  <a:cubicBezTo>
                    <a:pt x="16058" y="1304"/>
                    <a:pt x="12298" y="268"/>
                    <a:pt x="12298" y="268"/>
                  </a:cubicBezTo>
                  <a:lnTo>
                    <a:pt x="886"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4" name="Google Shape;1264;p50"/>
            <p:cNvSpPr/>
            <p:nvPr/>
          </p:nvSpPr>
          <p:spPr>
            <a:xfrm>
              <a:off x="1319163" y="1881225"/>
              <a:ext cx="953776" cy="1005152"/>
            </a:xfrm>
            <a:custGeom>
              <a:avLst/>
              <a:gdLst/>
              <a:ahLst/>
              <a:cxnLst/>
              <a:rect l="l" t="t" r="r" b="b"/>
              <a:pathLst>
                <a:path w="29759" h="31362" extrusionOk="0">
                  <a:moveTo>
                    <a:pt x="22615" y="0"/>
                  </a:moveTo>
                  <a:cubicBezTo>
                    <a:pt x="19024" y="0"/>
                    <a:pt x="15677" y="2020"/>
                    <a:pt x="14019" y="5320"/>
                  </a:cubicBezTo>
                  <a:cubicBezTo>
                    <a:pt x="13435" y="6473"/>
                    <a:pt x="13301" y="7643"/>
                    <a:pt x="12248" y="8462"/>
                  </a:cubicBezTo>
                  <a:cubicBezTo>
                    <a:pt x="11246" y="9247"/>
                    <a:pt x="10126" y="9330"/>
                    <a:pt x="9658" y="10717"/>
                  </a:cubicBezTo>
                  <a:cubicBezTo>
                    <a:pt x="9274" y="11887"/>
                    <a:pt x="9926" y="13424"/>
                    <a:pt x="8890" y="14393"/>
                  </a:cubicBezTo>
                  <a:cubicBezTo>
                    <a:pt x="7854" y="15379"/>
                    <a:pt x="5866" y="14694"/>
                    <a:pt x="4963" y="15797"/>
                  </a:cubicBezTo>
                  <a:cubicBezTo>
                    <a:pt x="4178" y="16749"/>
                    <a:pt x="4896" y="18236"/>
                    <a:pt x="4495" y="19389"/>
                  </a:cubicBezTo>
                  <a:cubicBezTo>
                    <a:pt x="3927" y="20976"/>
                    <a:pt x="1688" y="21210"/>
                    <a:pt x="719" y="22580"/>
                  </a:cubicBezTo>
                  <a:cubicBezTo>
                    <a:pt x="1" y="23600"/>
                    <a:pt x="185" y="25053"/>
                    <a:pt x="870" y="26089"/>
                  </a:cubicBezTo>
                  <a:cubicBezTo>
                    <a:pt x="1538" y="27142"/>
                    <a:pt x="2624" y="27843"/>
                    <a:pt x="3727" y="28445"/>
                  </a:cubicBezTo>
                  <a:cubicBezTo>
                    <a:pt x="7354" y="30380"/>
                    <a:pt x="11365" y="31361"/>
                    <a:pt x="15402" y="31361"/>
                  </a:cubicBezTo>
                  <a:cubicBezTo>
                    <a:pt x="17780" y="31361"/>
                    <a:pt x="20168" y="31021"/>
                    <a:pt x="22491" y="30333"/>
                  </a:cubicBezTo>
                  <a:cubicBezTo>
                    <a:pt x="26217" y="29197"/>
                    <a:pt x="28957" y="26590"/>
                    <a:pt x="28138" y="22346"/>
                  </a:cubicBezTo>
                  <a:cubicBezTo>
                    <a:pt x="27921" y="21310"/>
                    <a:pt x="27486" y="20308"/>
                    <a:pt x="27537" y="19255"/>
                  </a:cubicBezTo>
                  <a:cubicBezTo>
                    <a:pt x="27587" y="18437"/>
                    <a:pt x="28506" y="17701"/>
                    <a:pt x="28923" y="17000"/>
                  </a:cubicBezTo>
                  <a:cubicBezTo>
                    <a:pt x="29408" y="16198"/>
                    <a:pt x="29759" y="15279"/>
                    <a:pt x="29725" y="14326"/>
                  </a:cubicBezTo>
                  <a:cubicBezTo>
                    <a:pt x="29675" y="13224"/>
                    <a:pt x="29124" y="12204"/>
                    <a:pt x="28740" y="11168"/>
                  </a:cubicBezTo>
                  <a:cubicBezTo>
                    <a:pt x="28255" y="9915"/>
                    <a:pt x="28355" y="9046"/>
                    <a:pt x="28706" y="7827"/>
                  </a:cubicBezTo>
                  <a:cubicBezTo>
                    <a:pt x="29091" y="6507"/>
                    <a:pt x="28957" y="4936"/>
                    <a:pt x="28556" y="3650"/>
                  </a:cubicBezTo>
                  <a:cubicBezTo>
                    <a:pt x="28339" y="2914"/>
                    <a:pt x="27971" y="2246"/>
                    <a:pt x="27470" y="1678"/>
                  </a:cubicBezTo>
                  <a:cubicBezTo>
                    <a:pt x="26668" y="809"/>
                    <a:pt x="25515" y="358"/>
                    <a:pt x="24345" y="158"/>
                  </a:cubicBezTo>
                  <a:cubicBezTo>
                    <a:pt x="23766" y="52"/>
                    <a:pt x="23188" y="0"/>
                    <a:pt x="22615" y="0"/>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5" name="Google Shape;1265;p50"/>
            <p:cNvSpPr/>
            <p:nvPr/>
          </p:nvSpPr>
          <p:spPr>
            <a:xfrm>
              <a:off x="1532841" y="2097723"/>
              <a:ext cx="680678" cy="610617"/>
            </a:xfrm>
            <a:custGeom>
              <a:avLst/>
              <a:gdLst/>
              <a:ahLst/>
              <a:cxnLst/>
              <a:rect l="l" t="t" r="r" b="b"/>
              <a:pathLst>
                <a:path w="21238" h="19052" extrusionOk="0">
                  <a:moveTo>
                    <a:pt x="11935" y="0"/>
                  </a:moveTo>
                  <a:cubicBezTo>
                    <a:pt x="11794" y="0"/>
                    <a:pt x="11656" y="26"/>
                    <a:pt x="11530" y="86"/>
                  </a:cubicBezTo>
                  <a:cubicBezTo>
                    <a:pt x="10778" y="453"/>
                    <a:pt x="10945" y="1606"/>
                    <a:pt x="10410" y="2258"/>
                  </a:cubicBezTo>
                  <a:cubicBezTo>
                    <a:pt x="9775" y="3043"/>
                    <a:pt x="8422" y="2726"/>
                    <a:pt x="7620" y="3344"/>
                  </a:cubicBezTo>
                  <a:cubicBezTo>
                    <a:pt x="6450" y="4213"/>
                    <a:pt x="7085" y="6268"/>
                    <a:pt x="6083" y="7321"/>
                  </a:cubicBezTo>
                  <a:cubicBezTo>
                    <a:pt x="5431" y="7989"/>
                    <a:pt x="4362" y="8006"/>
                    <a:pt x="3626" y="8557"/>
                  </a:cubicBezTo>
                  <a:cubicBezTo>
                    <a:pt x="3108" y="8958"/>
                    <a:pt x="2808" y="9560"/>
                    <a:pt x="2540" y="10144"/>
                  </a:cubicBezTo>
                  <a:lnTo>
                    <a:pt x="786" y="13854"/>
                  </a:lnTo>
                  <a:cubicBezTo>
                    <a:pt x="402" y="14672"/>
                    <a:pt x="1" y="15575"/>
                    <a:pt x="201" y="16477"/>
                  </a:cubicBezTo>
                  <a:cubicBezTo>
                    <a:pt x="485" y="17747"/>
                    <a:pt x="1855" y="18415"/>
                    <a:pt x="3108" y="18749"/>
                  </a:cubicBezTo>
                  <a:cubicBezTo>
                    <a:pt x="3762" y="18926"/>
                    <a:pt x="4452" y="19051"/>
                    <a:pt x="5129" y="19051"/>
                  </a:cubicBezTo>
                  <a:cubicBezTo>
                    <a:pt x="5732" y="19051"/>
                    <a:pt x="6324" y="18951"/>
                    <a:pt x="6868" y="18699"/>
                  </a:cubicBezTo>
                  <a:cubicBezTo>
                    <a:pt x="8154" y="18081"/>
                    <a:pt x="8990" y="16711"/>
                    <a:pt x="10310" y="16193"/>
                  </a:cubicBezTo>
                  <a:cubicBezTo>
                    <a:pt x="10837" y="15996"/>
                    <a:pt x="11397" y="15948"/>
                    <a:pt x="11966" y="15948"/>
                  </a:cubicBezTo>
                  <a:cubicBezTo>
                    <a:pt x="12460" y="15948"/>
                    <a:pt x="12961" y="15985"/>
                    <a:pt x="13451" y="15992"/>
                  </a:cubicBezTo>
                  <a:cubicBezTo>
                    <a:pt x="13538" y="15995"/>
                    <a:pt x="13625" y="15997"/>
                    <a:pt x="13713" y="15997"/>
                  </a:cubicBezTo>
                  <a:cubicBezTo>
                    <a:pt x="14693" y="15997"/>
                    <a:pt x="15730" y="15809"/>
                    <a:pt x="16358" y="15073"/>
                  </a:cubicBezTo>
                  <a:cubicBezTo>
                    <a:pt x="17244" y="14037"/>
                    <a:pt x="16960" y="12367"/>
                    <a:pt x="17812" y="11297"/>
                  </a:cubicBezTo>
                  <a:cubicBezTo>
                    <a:pt x="18313" y="10646"/>
                    <a:pt x="19115" y="10345"/>
                    <a:pt x="19834" y="9944"/>
                  </a:cubicBezTo>
                  <a:cubicBezTo>
                    <a:pt x="20535" y="9543"/>
                    <a:pt x="21237" y="8891"/>
                    <a:pt x="21204" y="8073"/>
                  </a:cubicBezTo>
                  <a:cubicBezTo>
                    <a:pt x="21187" y="7471"/>
                    <a:pt x="20769" y="6970"/>
                    <a:pt x="20435" y="6469"/>
                  </a:cubicBezTo>
                  <a:cubicBezTo>
                    <a:pt x="19449" y="4981"/>
                    <a:pt x="19449" y="3511"/>
                    <a:pt x="19299" y="1807"/>
                  </a:cubicBezTo>
                  <a:cubicBezTo>
                    <a:pt x="19199" y="679"/>
                    <a:pt x="18403" y="256"/>
                    <a:pt x="17462" y="256"/>
                  </a:cubicBezTo>
                  <a:cubicBezTo>
                    <a:pt x="17148" y="256"/>
                    <a:pt x="16818" y="303"/>
                    <a:pt x="16492" y="387"/>
                  </a:cubicBezTo>
                  <a:cubicBezTo>
                    <a:pt x="15812" y="572"/>
                    <a:pt x="15113" y="831"/>
                    <a:pt x="14437" y="831"/>
                  </a:cubicBezTo>
                  <a:cubicBezTo>
                    <a:pt x="14200" y="831"/>
                    <a:pt x="13965" y="799"/>
                    <a:pt x="13735" y="721"/>
                  </a:cubicBezTo>
                  <a:cubicBezTo>
                    <a:pt x="13367" y="570"/>
                    <a:pt x="13017" y="387"/>
                    <a:pt x="12666" y="186"/>
                  </a:cubicBezTo>
                  <a:cubicBezTo>
                    <a:pt x="12442" y="79"/>
                    <a:pt x="12184" y="0"/>
                    <a:pt x="11935" y="0"/>
                  </a:cubicBezTo>
                  <a:close/>
                </a:path>
              </a:pathLst>
            </a:custGeom>
            <a:solidFill>
              <a:srgbClr val="CD2027"/>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6" name="Google Shape;1266;p50"/>
            <p:cNvSpPr/>
            <p:nvPr/>
          </p:nvSpPr>
          <p:spPr>
            <a:xfrm>
              <a:off x="2491937" y="4927930"/>
              <a:ext cx="606771" cy="231914"/>
            </a:xfrm>
            <a:custGeom>
              <a:avLst/>
              <a:gdLst/>
              <a:ahLst/>
              <a:cxnLst/>
              <a:rect l="l" t="t" r="r" b="b"/>
              <a:pathLst>
                <a:path w="18932" h="7236" extrusionOk="0">
                  <a:moveTo>
                    <a:pt x="7503" y="1"/>
                  </a:moveTo>
                  <a:lnTo>
                    <a:pt x="1" y="535"/>
                  </a:lnTo>
                  <a:lnTo>
                    <a:pt x="134" y="3977"/>
                  </a:lnTo>
                  <a:lnTo>
                    <a:pt x="268" y="7236"/>
                  </a:lnTo>
                  <a:lnTo>
                    <a:pt x="18931" y="7236"/>
                  </a:lnTo>
                  <a:cubicBezTo>
                    <a:pt x="18931" y="7236"/>
                    <a:pt x="17862" y="5097"/>
                    <a:pt x="14821" y="4462"/>
                  </a:cubicBezTo>
                  <a:cubicBezTo>
                    <a:pt x="13518" y="4228"/>
                    <a:pt x="12248" y="3844"/>
                    <a:pt x="11028" y="3342"/>
                  </a:cubicBezTo>
                  <a:cubicBezTo>
                    <a:pt x="7403" y="1822"/>
                    <a:pt x="7503" y="1"/>
                    <a:pt x="7503"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7" name="Google Shape;1267;p50"/>
            <p:cNvSpPr/>
            <p:nvPr/>
          </p:nvSpPr>
          <p:spPr>
            <a:xfrm>
              <a:off x="2496232" y="5035586"/>
              <a:ext cx="602476" cy="124258"/>
            </a:xfrm>
            <a:custGeom>
              <a:avLst/>
              <a:gdLst/>
              <a:ahLst/>
              <a:cxnLst/>
              <a:rect l="l" t="t" r="r" b="b"/>
              <a:pathLst>
                <a:path w="18798" h="3877" extrusionOk="0">
                  <a:moveTo>
                    <a:pt x="10894" y="0"/>
                  </a:moveTo>
                  <a:cubicBezTo>
                    <a:pt x="10076" y="735"/>
                    <a:pt x="9223" y="1638"/>
                    <a:pt x="8772" y="2557"/>
                  </a:cubicBezTo>
                  <a:cubicBezTo>
                    <a:pt x="4328" y="2189"/>
                    <a:pt x="1705" y="1103"/>
                    <a:pt x="0" y="635"/>
                  </a:cubicBezTo>
                  <a:lnTo>
                    <a:pt x="0" y="635"/>
                  </a:lnTo>
                  <a:lnTo>
                    <a:pt x="134" y="3877"/>
                  </a:lnTo>
                  <a:lnTo>
                    <a:pt x="18797" y="3877"/>
                  </a:lnTo>
                  <a:cubicBezTo>
                    <a:pt x="18797" y="3877"/>
                    <a:pt x="17728" y="1738"/>
                    <a:pt x="14687" y="1120"/>
                  </a:cubicBezTo>
                  <a:cubicBezTo>
                    <a:pt x="13384" y="869"/>
                    <a:pt x="12114" y="485"/>
                    <a:pt x="10894" y="0"/>
                  </a:cubicBezTo>
                  <a:close/>
                </a:path>
              </a:pathLst>
            </a:custGeom>
            <a:solidFill>
              <a:srgbClr val="044A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8" name="Google Shape;1268;p50"/>
            <p:cNvSpPr/>
            <p:nvPr/>
          </p:nvSpPr>
          <p:spPr>
            <a:xfrm>
              <a:off x="1546782" y="3529717"/>
              <a:ext cx="1262225" cy="1552470"/>
            </a:xfrm>
            <a:custGeom>
              <a:avLst/>
              <a:gdLst/>
              <a:ahLst/>
              <a:cxnLst/>
              <a:rect l="l" t="t" r="r" b="b"/>
              <a:pathLst>
                <a:path w="39383" h="48439" extrusionOk="0">
                  <a:moveTo>
                    <a:pt x="0" y="1"/>
                  </a:moveTo>
                  <a:cubicBezTo>
                    <a:pt x="0" y="1"/>
                    <a:pt x="1387" y="4278"/>
                    <a:pt x="3576" y="7269"/>
                  </a:cubicBezTo>
                  <a:cubicBezTo>
                    <a:pt x="3993" y="7854"/>
                    <a:pt x="4461" y="8405"/>
                    <a:pt x="4996" y="8890"/>
                  </a:cubicBezTo>
                  <a:cubicBezTo>
                    <a:pt x="8187" y="12031"/>
                    <a:pt x="24344" y="16726"/>
                    <a:pt x="24344" y="16726"/>
                  </a:cubicBezTo>
                  <a:lnTo>
                    <a:pt x="28471" y="48439"/>
                  </a:lnTo>
                  <a:lnTo>
                    <a:pt x="39382" y="44262"/>
                  </a:lnTo>
                  <a:cubicBezTo>
                    <a:pt x="39382" y="44262"/>
                    <a:pt x="36692" y="9959"/>
                    <a:pt x="34938" y="7837"/>
                  </a:cubicBezTo>
                  <a:cubicBezTo>
                    <a:pt x="34136" y="6851"/>
                    <a:pt x="29524" y="5180"/>
                    <a:pt x="24779" y="3660"/>
                  </a:cubicBezTo>
                  <a:cubicBezTo>
                    <a:pt x="19148" y="1856"/>
                    <a:pt x="13300" y="268"/>
                    <a:pt x="13300" y="268"/>
                  </a:cubicBezTo>
                  <a:lnTo>
                    <a:pt x="0"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9" name="Google Shape;1269;p50"/>
            <p:cNvSpPr/>
            <p:nvPr/>
          </p:nvSpPr>
          <p:spPr>
            <a:xfrm>
              <a:off x="1546782" y="3529717"/>
              <a:ext cx="794167" cy="233004"/>
            </a:xfrm>
            <a:custGeom>
              <a:avLst/>
              <a:gdLst/>
              <a:ahLst/>
              <a:cxnLst/>
              <a:rect l="l" t="t" r="r" b="b"/>
              <a:pathLst>
                <a:path w="24779" h="7270" extrusionOk="0">
                  <a:moveTo>
                    <a:pt x="0" y="1"/>
                  </a:moveTo>
                  <a:cubicBezTo>
                    <a:pt x="0" y="1"/>
                    <a:pt x="1387" y="4278"/>
                    <a:pt x="3576" y="7269"/>
                  </a:cubicBezTo>
                  <a:cubicBezTo>
                    <a:pt x="9825" y="6200"/>
                    <a:pt x="18129" y="4796"/>
                    <a:pt x="24779" y="3660"/>
                  </a:cubicBezTo>
                  <a:cubicBezTo>
                    <a:pt x="19148" y="1856"/>
                    <a:pt x="13300" y="268"/>
                    <a:pt x="13300" y="268"/>
                  </a:cubicBez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0" name="Google Shape;1270;p50"/>
            <p:cNvSpPr/>
            <p:nvPr/>
          </p:nvSpPr>
          <p:spPr>
            <a:xfrm>
              <a:off x="2878043" y="2891826"/>
              <a:ext cx="285982" cy="188999"/>
            </a:xfrm>
            <a:custGeom>
              <a:avLst/>
              <a:gdLst/>
              <a:ahLst/>
              <a:cxnLst/>
              <a:rect l="l" t="t" r="r" b="b"/>
              <a:pathLst>
                <a:path w="8923" h="5897" extrusionOk="0">
                  <a:moveTo>
                    <a:pt x="4873" y="1"/>
                  </a:moveTo>
                  <a:cubicBezTo>
                    <a:pt x="3764" y="1"/>
                    <a:pt x="600" y="2097"/>
                    <a:pt x="502" y="2310"/>
                  </a:cubicBezTo>
                  <a:lnTo>
                    <a:pt x="502" y="2293"/>
                  </a:lnTo>
                  <a:lnTo>
                    <a:pt x="502" y="2293"/>
                  </a:lnTo>
                  <a:cubicBezTo>
                    <a:pt x="1" y="3379"/>
                    <a:pt x="318" y="4449"/>
                    <a:pt x="1321" y="4883"/>
                  </a:cubicBezTo>
                  <a:cubicBezTo>
                    <a:pt x="2142" y="5243"/>
                    <a:pt x="3049" y="5268"/>
                    <a:pt x="3605" y="5268"/>
                  </a:cubicBezTo>
                  <a:cubicBezTo>
                    <a:pt x="3694" y="5268"/>
                    <a:pt x="3774" y="5267"/>
                    <a:pt x="3844" y="5267"/>
                  </a:cubicBezTo>
                  <a:cubicBezTo>
                    <a:pt x="4679" y="5334"/>
                    <a:pt x="5514" y="5518"/>
                    <a:pt x="6300" y="5835"/>
                  </a:cubicBezTo>
                  <a:cubicBezTo>
                    <a:pt x="6406" y="5878"/>
                    <a:pt x="6497" y="5897"/>
                    <a:pt x="6574" y="5897"/>
                  </a:cubicBezTo>
                  <a:cubicBezTo>
                    <a:pt x="7044" y="5897"/>
                    <a:pt x="6997" y="5187"/>
                    <a:pt x="6667" y="4699"/>
                  </a:cubicBezTo>
                  <a:cubicBezTo>
                    <a:pt x="6300" y="4131"/>
                    <a:pt x="5798" y="4248"/>
                    <a:pt x="5163" y="4064"/>
                  </a:cubicBezTo>
                  <a:cubicBezTo>
                    <a:pt x="4829" y="3947"/>
                    <a:pt x="4512" y="3780"/>
                    <a:pt x="4228" y="3596"/>
                  </a:cubicBezTo>
                  <a:cubicBezTo>
                    <a:pt x="3693" y="3262"/>
                    <a:pt x="3676" y="2510"/>
                    <a:pt x="4194" y="2143"/>
                  </a:cubicBezTo>
                  <a:lnTo>
                    <a:pt x="4996" y="1608"/>
                  </a:lnTo>
                  <a:cubicBezTo>
                    <a:pt x="5254" y="1453"/>
                    <a:pt x="5562" y="1368"/>
                    <a:pt x="5866" y="1368"/>
                  </a:cubicBezTo>
                  <a:cubicBezTo>
                    <a:pt x="5956" y="1368"/>
                    <a:pt x="6045" y="1376"/>
                    <a:pt x="6133" y="1391"/>
                  </a:cubicBezTo>
                  <a:cubicBezTo>
                    <a:pt x="6730" y="1546"/>
                    <a:pt x="7601" y="1761"/>
                    <a:pt x="8116" y="1761"/>
                  </a:cubicBezTo>
                  <a:cubicBezTo>
                    <a:pt x="8321" y="1761"/>
                    <a:pt x="8470" y="1727"/>
                    <a:pt x="8522" y="1641"/>
                  </a:cubicBezTo>
                  <a:cubicBezTo>
                    <a:pt x="8923" y="1023"/>
                    <a:pt x="5397" y="54"/>
                    <a:pt x="4946" y="4"/>
                  </a:cubicBezTo>
                  <a:cubicBezTo>
                    <a:pt x="4923" y="2"/>
                    <a:pt x="4899" y="1"/>
                    <a:pt x="4873"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1" name="Google Shape;1271;p50"/>
            <p:cNvSpPr/>
            <p:nvPr/>
          </p:nvSpPr>
          <p:spPr>
            <a:xfrm>
              <a:off x="1990707" y="2443767"/>
              <a:ext cx="983230" cy="809711"/>
            </a:xfrm>
            <a:custGeom>
              <a:avLst/>
              <a:gdLst/>
              <a:ahLst/>
              <a:cxnLst/>
              <a:rect l="l" t="t" r="r" b="b"/>
              <a:pathLst>
                <a:path w="30678" h="25264" extrusionOk="0">
                  <a:moveTo>
                    <a:pt x="7026" y="1"/>
                  </a:moveTo>
                  <a:cubicBezTo>
                    <a:pt x="6967" y="1"/>
                    <a:pt x="6909" y="6"/>
                    <a:pt x="6851" y="16"/>
                  </a:cubicBezTo>
                  <a:cubicBezTo>
                    <a:pt x="0" y="1202"/>
                    <a:pt x="7503" y="21236"/>
                    <a:pt x="8238" y="22856"/>
                  </a:cubicBezTo>
                  <a:cubicBezTo>
                    <a:pt x="8714" y="23931"/>
                    <a:pt x="9081" y="25264"/>
                    <a:pt x="12662" y="25264"/>
                  </a:cubicBezTo>
                  <a:cubicBezTo>
                    <a:pt x="14480" y="25264"/>
                    <a:pt x="17127" y="24920"/>
                    <a:pt x="21037" y="24026"/>
                  </a:cubicBezTo>
                  <a:cubicBezTo>
                    <a:pt x="29909" y="21987"/>
                    <a:pt x="30677" y="21252"/>
                    <a:pt x="30677" y="21252"/>
                  </a:cubicBezTo>
                  <a:lnTo>
                    <a:pt x="28589" y="15371"/>
                  </a:lnTo>
                  <a:lnTo>
                    <a:pt x="14788" y="17125"/>
                  </a:lnTo>
                  <a:cubicBezTo>
                    <a:pt x="14788" y="17125"/>
                    <a:pt x="10474" y="1"/>
                    <a:pt x="7026"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2" name="Google Shape;1272;p50"/>
            <p:cNvSpPr/>
            <p:nvPr/>
          </p:nvSpPr>
          <p:spPr>
            <a:xfrm>
              <a:off x="1504476" y="2398192"/>
              <a:ext cx="902881" cy="1208157"/>
            </a:xfrm>
            <a:custGeom>
              <a:avLst/>
              <a:gdLst/>
              <a:ahLst/>
              <a:cxnLst/>
              <a:rect l="l" t="t" r="r" b="b"/>
              <a:pathLst>
                <a:path w="28171" h="37696" extrusionOk="0">
                  <a:moveTo>
                    <a:pt x="9892" y="1"/>
                  </a:moveTo>
                  <a:cubicBezTo>
                    <a:pt x="9541" y="84"/>
                    <a:pt x="9156" y="151"/>
                    <a:pt x="8789" y="218"/>
                  </a:cubicBezTo>
                  <a:cubicBezTo>
                    <a:pt x="6149" y="652"/>
                    <a:pt x="3158" y="753"/>
                    <a:pt x="1554" y="3459"/>
                  </a:cubicBezTo>
                  <a:cubicBezTo>
                    <a:pt x="201" y="5765"/>
                    <a:pt x="1370" y="12482"/>
                    <a:pt x="2573" y="18163"/>
                  </a:cubicBezTo>
                  <a:cubicBezTo>
                    <a:pt x="3242" y="21354"/>
                    <a:pt x="3559" y="24713"/>
                    <a:pt x="2607" y="27820"/>
                  </a:cubicBezTo>
                  <a:cubicBezTo>
                    <a:pt x="1303" y="32115"/>
                    <a:pt x="0" y="37695"/>
                    <a:pt x="0" y="37695"/>
                  </a:cubicBezTo>
                  <a:lnTo>
                    <a:pt x="28171" y="36425"/>
                  </a:lnTo>
                  <a:cubicBezTo>
                    <a:pt x="26928" y="30691"/>
                    <a:pt x="23745" y="20962"/>
                    <a:pt x="23693" y="20805"/>
                  </a:cubicBezTo>
                  <a:lnTo>
                    <a:pt x="23693" y="20805"/>
                  </a:lnTo>
                  <a:cubicBezTo>
                    <a:pt x="23718" y="20228"/>
                    <a:pt x="24444" y="2938"/>
                    <a:pt x="23425" y="1722"/>
                  </a:cubicBezTo>
                  <a:cubicBezTo>
                    <a:pt x="22774" y="987"/>
                    <a:pt x="21287" y="552"/>
                    <a:pt x="20201" y="335"/>
                  </a:cubicBezTo>
                  <a:cubicBezTo>
                    <a:pt x="19516" y="201"/>
                    <a:pt x="18998" y="134"/>
                    <a:pt x="18998" y="134"/>
                  </a:cubicBezTo>
                  <a:cubicBezTo>
                    <a:pt x="18988" y="135"/>
                    <a:pt x="18962" y="136"/>
                    <a:pt x="18922" y="136"/>
                  </a:cubicBezTo>
                  <a:cubicBezTo>
                    <a:pt x="18191" y="136"/>
                    <a:pt x="12662" y="1"/>
                    <a:pt x="9892"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3" name="Google Shape;1273;p50"/>
            <p:cNvSpPr/>
            <p:nvPr/>
          </p:nvSpPr>
          <p:spPr>
            <a:xfrm>
              <a:off x="1786132" y="2398192"/>
              <a:ext cx="365787" cy="259765"/>
            </a:xfrm>
            <a:custGeom>
              <a:avLst/>
              <a:gdLst/>
              <a:ahLst/>
              <a:cxnLst/>
              <a:rect l="l" t="t" r="r" b="b"/>
              <a:pathLst>
                <a:path w="11413" h="8105" extrusionOk="0">
                  <a:moveTo>
                    <a:pt x="1104" y="1"/>
                  </a:moveTo>
                  <a:cubicBezTo>
                    <a:pt x="753" y="84"/>
                    <a:pt x="385" y="151"/>
                    <a:pt x="1" y="218"/>
                  </a:cubicBezTo>
                  <a:cubicBezTo>
                    <a:pt x="1538" y="3359"/>
                    <a:pt x="5632" y="7854"/>
                    <a:pt x="7937" y="8104"/>
                  </a:cubicBezTo>
                  <a:cubicBezTo>
                    <a:pt x="9358" y="7503"/>
                    <a:pt x="10778" y="2741"/>
                    <a:pt x="11413" y="335"/>
                  </a:cubicBezTo>
                  <a:cubicBezTo>
                    <a:pt x="10728" y="201"/>
                    <a:pt x="10210" y="134"/>
                    <a:pt x="10210" y="134"/>
                  </a:cubicBezTo>
                  <a:cubicBezTo>
                    <a:pt x="10200" y="135"/>
                    <a:pt x="10174" y="136"/>
                    <a:pt x="10134" y="136"/>
                  </a:cubicBezTo>
                  <a:cubicBezTo>
                    <a:pt x="9403" y="136"/>
                    <a:pt x="3874" y="1"/>
                    <a:pt x="1104"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4" name="Google Shape;1274;p50"/>
            <p:cNvSpPr/>
            <p:nvPr/>
          </p:nvSpPr>
          <p:spPr>
            <a:xfrm>
              <a:off x="2660616" y="2947176"/>
              <a:ext cx="71632" cy="66920"/>
            </a:xfrm>
            <a:custGeom>
              <a:avLst/>
              <a:gdLst/>
              <a:ahLst/>
              <a:cxnLst/>
              <a:rect l="l" t="t" r="r" b="b"/>
              <a:pathLst>
                <a:path w="2235" h="2088" extrusionOk="0">
                  <a:moveTo>
                    <a:pt x="1714" y="0"/>
                  </a:moveTo>
                  <a:cubicBezTo>
                    <a:pt x="1680" y="0"/>
                    <a:pt x="1643" y="5"/>
                    <a:pt x="1605" y="15"/>
                  </a:cubicBezTo>
                  <a:cubicBezTo>
                    <a:pt x="1170" y="115"/>
                    <a:pt x="235" y="1067"/>
                    <a:pt x="151" y="1285"/>
                  </a:cubicBezTo>
                  <a:cubicBezTo>
                    <a:pt x="1" y="1619"/>
                    <a:pt x="1" y="2053"/>
                    <a:pt x="669" y="2087"/>
                  </a:cubicBezTo>
                  <a:cubicBezTo>
                    <a:pt x="677" y="2087"/>
                    <a:pt x="685" y="2087"/>
                    <a:pt x="694" y="2087"/>
                  </a:cubicBezTo>
                  <a:cubicBezTo>
                    <a:pt x="1231" y="2087"/>
                    <a:pt x="2107" y="1030"/>
                    <a:pt x="2173" y="783"/>
                  </a:cubicBezTo>
                  <a:cubicBezTo>
                    <a:pt x="2234" y="539"/>
                    <a:pt x="2085" y="0"/>
                    <a:pt x="1714"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5" name="Google Shape;1275;p50"/>
            <p:cNvSpPr/>
            <p:nvPr/>
          </p:nvSpPr>
          <p:spPr>
            <a:xfrm>
              <a:off x="2514981" y="2874807"/>
              <a:ext cx="197620" cy="189608"/>
            </a:xfrm>
            <a:custGeom>
              <a:avLst/>
              <a:gdLst/>
              <a:ahLst/>
              <a:cxnLst/>
              <a:rect l="l" t="t" r="r" b="b"/>
              <a:pathLst>
                <a:path w="6166" h="5916" extrusionOk="0">
                  <a:moveTo>
                    <a:pt x="3600" y="0"/>
                  </a:moveTo>
                  <a:cubicBezTo>
                    <a:pt x="3597" y="0"/>
                    <a:pt x="3595" y="0"/>
                    <a:pt x="3592" y="0"/>
                  </a:cubicBezTo>
                  <a:cubicBezTo>
                    <a:pt x="3308" y="17"/>
                    <a:pt x="3108" y="385"/>
                    <a:pt x="3108" y="385"/>
                  </a:cubicBezTo>
                  <a:cubicBezTo>
                    <a:pt x="2924" y="385"/>
                    <a:pt x="2724" y="418"/>
                    <a:pt x="2557" y="502"/>
                  </a:cubicBezTo>
                  <a:cubicBezTo>
                    <a:pt x="2490" y="552"/>
                    <a:pt x="2456" y="702"/>
                    <a:pt x="2406" y="919"/>
                  </a:cubicBezTo>
                  <a:cubicBezTo>
                    <a:pt x="2285" y="883"/>
                    <a:pt x="2190" y="820"/>
                    <a:pt x="2109" y="820"/>
                  </a:cubicBezTo>
                  <a:cubicBezTo>
                    <a:pt x="2078" y="820"/>
                    <a:pt x="2049" y="829"/>
                    <a:pt x="2022" y="853"/>
                  </a:cubicBezTo>
                  <a:cubicBezTo>
                    <a:pt x="1855" y="986"/>
                    <a:pt x="1755" y="1170"/>
                    <a:pt x="1688" y="1370"/>
                  </a:cubicBezTo>
                  <a:cubicBezTo>
                    <a:pt x="1688" y="1370"/>
                    <a:pt x="1547" y="1318"/>
                    <a:pt x="1418" y="1318"/>
                  </a:cubicBezTo>
                  <a:cubicBezTo>
                    <a:pt x="1354" y="1318"/>
                    <a:pt x="1292" y="1331"/>
                    <a:pt x="1253" y="1370"/>
                  </a:cubicBezTo>
                  <a:cubicBezTo>
                    <a:pt x="1103" y="1538"/>
                    <a:pt x="34" y="2774"/>
                    <a:pt x="17" y="3994"/>
                  </a:cubicBezTo>
                  <a:cubicBezTo>
                    <a:pt x="0" y="4562"/>
                    <a:pt x="251" y="5096"/>
                    <a:pt x="685" y="5464"/>
                  </a:cubicBezTo>
                  <a:cubicBezTo>
                    <a:pt x="936" y="5715"/>
                    <a:pt x="1270" y="5882"/>
                    <a:pt x="1621" y="5915"/>
                  </a:cubicBezTo>
                  <a:cubicBezTo>
                    <a:pt x="2105" y="5898"/>
                    <a:pt x="2523" y="5447"/>
                    <a:pt x="2523" y="5447"/>
                  </a:cubicBezTo>
                  <a:cubicBezTo>
                    <a:pt x="2740" y="5364"/>
                    <a:pt x="2958" y="5247"/>
                    <a:pt x="3125" y="5080"/>
                  </a:cubicBezTo>
                  <a:cubicBezTo>
                    <a:pt x="3375" y="4846"/>
                    <a:pt x="3359" y="4645"/>
                    <a:pt x="3359" y="4645"/>
                  </a:cubicBezTo>
                  <a:cubicBezTo>
                    <a:pt x="3442" y="4629"/>
                    <a:pt x="3526" y="4629"/>
                    <a:pt x="3592" y="4595"/>
                  </a:cubicBezTo>
                  <a:cubicBezTo>
                    <a:pt x="3877" y="4512"/>
                    <a:pt x="4110" y="4345"/>
                    <a:pt x="4244" y="4094"/>
                  </a:cubicBezTo>
                  <a:lnTo>
                    <a:pt x="4511" y="4094"/>
                  </a:lnTo>
                  <a:cubicBezTo>
                    <a:pt x="4896" y="4077"/>
                    <a:pt x="5196" y="3760"/>
                    <a:pt x="5196" y="3375"/>
                  </a:cubicBezTo>
                  <a:cubicBezTo>
                    <a:pt x="5297" y="3375"/>
                    <a:pt x="5414" y="3342"/>
                    <a:pt x="5481" y="3259"/>
                  </a:cubicBezTo>
                  <a:cubicBezTo>
                    <a:pt x="5898" y="2858"/>
                    <a:pt x="6166" y="1655"/>
                    <a:pt x="6065" y="1387"/>
                  </a:cubicBezTo>
                  <a:cubicBezTo>
                    <a:pt x="5916" y="1056"/>
                    <a:pt x="3924" y="0"/>
                    <a:pt x="3600"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6" name="Google Shape;1276;p50"/>
            <p:cNvSpPr/>
            <p:nvPr/>
          </p:nvSpPr>
          <p:spPr>
            <a:xfrm>
              <a:off x="2610298" y="2922786"/>
              <a:ext cx="49293" cy="83234"/>
            </a:xfrm>
            <a:custGeom>
              <a:avLst/>
              <a:gdLst/>
              <a:ahLst/>
              <a:cxnLst/>
              <a:rect l="l" t="t" r="r" b="b"/>
              <a:pathLst>
                <a:path w="1538" h="2597" extrusionOk="0">
                  <a:moveTo>
                    <a:pt x="113" y="1"/>
                  </a:moveTo>
                  <a:cubicBezTo>
                    <a:pt x="108" y="1"/>
                    <a:pt x="103" y="3"/>
                    <a:pt x="101" y="7"/>
                  </a:cubicBezTo>
                  <a:cubicBezTo>
                    <a:pt x="0" y="124"/>
                    <a:pt x="936" y="1578"/>
                    <a:pt x="1103" y="2046"/>
                  </a:cubicBezTo>
                  <a:cubicBezTo>
                    <a:pt x="1187" y="2213"/>
                    <a:pt x="1237" y="2413"/>
                    <a:pt x="1270" y="2597"/>
                  </a:cubicBezTo>
                  <a:lnTo>
                    <a:pt x="1537" y="2597"/>
                  </a:lnTo>
                  <a:cubicBezTo>
                    <a:pt x="1521" y="2396"/>
                    <a:pt x="1487" y="2196"/>
                    <a:pt x="1420" y="1995"/>
                  </a:cubicBezTo>
                  <a:cubicBezTo>
                    <a:pt x="1275" y="1480"/>
                    <a:pt x="260" y="1"/>
                    <a:pt x="113"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7" name="Google Shape;1277;p50"/>
            <p:cNvSpPr/>
            <p:nvPr/>
          </p:nvSpPr>
          <p:spPr>
            <a:xfrm>
              <a:off x="2584049" y="2940638"/>
              <a:ext cx="46088" cy="83074"/>
            </a:xfrm>
            <a:custGeom>
              <a:avLst/>
              <a:gdLst/>
              <a:ahLst/>
              <a:cxnLst/>
              <a:rect l="l" t="t" r="r" b="b"/>
              <a:pathLst>
                <a:path w="1438" h="2592" extrusionOk="0">
                  <a:moveTo>
                    <a:pt x="77" y="0"/>
                  </a:moveTo>
                  <a:cubicBezTo>
                    <a:pt x="74" y="0"/>
                    <a:pt x="70" y="1"/>
                    <a:pt x="67" y="2"/>
                  </a:cubicBezTo>
                  <a:cubicBezTo>
                    <a:pt x="1" y="35"/>
                    <a:pt x="752" y="1572"/>
                    <a:pt x="920" y="1923"/>
                  </a:cubicBezTo>
                  <a:cubicBezTo>
                    <a:pt x="1070" y="2291"/>
                    <a:pt x="1204" y="2591"/>
                    <a:pt x="1204" y="2591"/>
                  </a:cubicBezTo>
                  <a:cubicBezTo>
                    <a:pt x="1287" y="2575"/>
                    <a:pt x="1371" y="2575"/>
                    <a:pt x="1437" y="2541"/>
                  </a:cubicBezTo>
                  <a:cubicBezTo>
                    <a:pt x="1371" y="2240"/>
                    <a:pt x="1287" y="1940"/>
                    <a:pt x="1170" y="1639"/>
                  </a:cubicBezTo>
                  <a:cubicBezTo>
                    <a:pt x="1023" y="1295"/>
                    <a:pt x="263" y="0"/>
                    <a:pt x="77"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8" name="Google Shape;1278;p50"/>
            <p:cNvSpPr/>
            <p:nvPr/>
          </p:nvSpPr>
          <p:spPr>
            <a:xfrm>
              <a:off x="2536390" y="2982431"/>
              <a:ext cx="59485" cy="81984"/>
            </a:xfrm>
            <a:custGeom>
              <a:avLst/>
              <a:gdLst/>
              <a:ahLst/>
              <a:cxnLst/>
              <a:rect l="l" t="t" r="r" b="b"/>
              <a:pathLst>
                <a:path w="1856" h="2558" extrusionOk="0">
                  <a:moveTo>
                    <a:pt x="869" y="1"/>
                  </a:moveTo>
                  <a:lnTo>
                    <a:pt x="869" y="118"/>
                  </a:lnTo>
                  <a:cubicBezTo>
                    <a:pt x="886" y="836"/>
                    <a:pt x="602" y="1521"/>
                    <a:pt x="101" y="2023"/>
                  </a:cubicBezTo>
                  <a:cubicBezTo>
                    <a:pt x="67" y="2056"/>
                    <a:pt x="34" y="2089"/>
                    <a:pt x="0" y="2106"/>
                  </a:cubicBezTo>
                  <a:lnTo>
                    <a:pt x="17" y="2106"/>
                  </a:lnTo>
                  <a:cubicBezTo>
                    <a:pt x="268" y="2357"/>
                    <a:pt x="602" y="2524"/>
                    <a:pt x="953" y="2557"/>
                  </a:cubicBezTo>
                  <a:cubicBezTo>
                    <a:pt x="1437" y="2540"/>
                    <a:pt x="1855" y="2089"/>
                    <a:pt x="1855" y="2089"/>
                  </a:cubicBezTo>
                  <a:cubicBezTo>
                    <a:pt x="1855" y="2089"/>
                    <a:pt x="1437" y="1906"/>
                    <a:pt x="1354" y="1722"/>
                  </a:cubicBezTo>
                  <a:cubicBezTo>
                    <a:pt x="1287" y="1521"/>
                    <a:pt x="1320" y="1337"/>
                    <a:pt x="1538" y="1271"/>
                  </a:cubicBezTo>
                  <a:cubicBezTo>
                    <a:pt x="1337" y="836"/>
                    <a:pt x="1120" y="419"/>
                    <a:pt x="869"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9" name="Google Shape;1279;p50"/>
            <p:cNvSpPr/>
            <p:nvPr/>
          </p:nvSpPr>
          <p:spPr>
            <a:xfrm>
              <a:off x="2638662" y="2909069"/>
              <a:ext cx="51985" cy="73939"/>
            </a:xfrm>
            <a:custGeom>
              <a:avLst/>
              <a:gdLst/>
              <a:ahLst/>
              <a:cxnLst/>
              <a:rect l="l" t="t" r="r" b="b"/>
              <a:pathLst>
                <a:path w="1622" h="2307" extrusionOk="0">
                  <a:moveTo>
                    <a:pt x="1" y="1"/>
                  </a:moveTo>
                  <a:cubicBezTo>
                    <a:pt x="1" y="1"/>
                    <a:pt x="1070" y="1337"/>
                    <a:pt x="1337" y="2306"/>
                  </a:cubicBezTo>
                  <a:cubicBezTo>
                    <a:pt x="1438" y="2306"/>
                    <a:pt x="1555" y="2256"/>
                    <a:pt x="1622" y="2190"/>
                  </a:cubicBezTo>
                  <a:lnTo>
                    <a:pt x="1304" y="1438"/>
                  </a:lnTo>
                  <a:cubicBezTo>
                    <a:pt x="1304" y="1438"/>
                    <a:pt x="1321" y="836"/>
                    <a:pt x="1254" y="719"/>
                  </a:cubicBezTo>
                  <a:cubicBezTo>
                    <a:pt x="1104" y="485"/>
                    <a:pt x="285" y="134"/>
                    <a:pt x="1"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0" name="Google Shape;1280;p50"/>
            <p:cNvSpPr/>
            <p:nvPr/>
          </p:nvSpPr>
          <p:spPr>
            <a:xfrm>
              <a:off x="1404320" y="2443735"/>
              <a:ext cx="1155114" cy="894868"/>
            </a:xfrm>
            <a:custGeom>
              <a:avLst/>
              <a:gdLst/>
              <a:ahLst/>
              <a:cxnLst/>
              <a:rect l="l" t="t" r="r" b="b"/>
              <a:pathLst>
                <a:path w="36041" h="27921" extrusionOk="0">
                  <a:moveTo>
                    <a:pt x="7592" y="0"/>
                  </a:moveTo>
                  <a:cubicBezTo>
                    <a:pt x="7529" y="0"/>
                    <a:pt x="7465" y="6"/>
                    <a:pt x="7402" y="17"/>
                  </a:cubicBezTo>
                  <a:cubicBezTo>
                    <a:pt x="1" y="1303"/>
                    <a:pt x="8104" y="22941"/>
                    <a:pt x="8890" y="24695"/>
                  </a:cubicBezTo>
                  <a:cubicBezTo>
                    <a:pt x="9438" y="25909"/>
                    <a:pt x="10695" y="27920"/>
                    <a:pt x="15044" y="27920"/>
                  </a:cubicBezTo>
                  <a:cubicBezTo>
                    <a:pt x="16924" y="27920"/>
                    <a:pt x="19381" y="27545"/>
                    <a:pt x="22607" y="26567"/>
                  </a:cubicBezTo>
                  <a:cubicBezTo>
                    <a:pt x="31997" y="23726"/>
                    <a:pt x="36041" y="21721"/>
                    <a:pt x="36041" y="21721"/>
                  </a:cubicBezTo>
                  <a:lnTo>
                    <a:pt x="34604" y="15355"/>
                  </a:lnTo>
                  <a:lnTo>
                    <a:pt x="15974" y="18513"/>
                  </a:lnTo>
                  <a:cubicBezTo>
                    <a:pt x="15974" y="18513"/>
                    <a:pt x="11322" y="0"/>
                    <a:pt x="7592"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1" name="Google Shape;1281;p50"/>
            <p:cNvSpPr/>
            <p:nvPr/>
          </p:nvSpPr>
          <p:spPr>
            <a:xfrm>
              <a:off x="1812926" y="1971414"/>
              <a:ext cx="386651" cy="644237"/>
            </a:xfrm>
            <a:custGeom>
              <a:avLst/>
              <a:gdLst/>
              <a:ahLst/>
              <a:cxnLst/>
              <a:rect l="l" t="t" r="r" b="b"/>
              <a:pathLst>
                <a:path w="12064" h="20101" extrusionOk="0">
                  <a:moveTo>
                    <a:pt x="10560" y="0"/>
                  </a:moveTo>
                  <a:cubicBezTo>
                    <a:pt x="10360" y="401"/>
                    <a:pt x="10059" y="769"/>
                    <a:pt x="9674" y="1019"/>
                  </a:cubicBezTo>
                  <a:cubicBezTo>
                    <a:pt x="8639" y="1654"/>
                    <a:pt x="7051" y="1721"/>
                    <a:pt x="6099" y="2055"/>
                  </a:cubicBezTo>
                  <a:cubicBezTo>
                    <a:pt x="4946" y="2456"/>
                    <a:pt x="4679" y="2724"/>
                    <a:pt x="3793" y="3492"/>
                  </a:cubicBezTo>
                  <a:cubicBezTo>
                    <a:pt x="3530" y="2426"/>
                    <a:pt x="3050" y="1781"/>
                    <a:pt x="2341" y="1781"/>
                  </a:cubicBezTo>
                  <a:cubicBezTo>
                    <a:pt x="2240" y="1781"/>
                    <a:pt x="2133" y="1794"/>
                    <a:pt x="2022" y="1821"/>
                  </a:cubicBezTo>
                  <a:cubicBezTo>
                    <a:pt x="1086" y="2039"/>
                    <a:pt x="1571" y="4762"/>
                    <a:pt x="2156" y="5063"/>
                  </a:cubicBezTo>
                  <a:cubicBezTo>
                    <a:pt x="2411" y="5198"/>
                    <a:pt x="2620" y="5235"/>
                    <a:pt x="2771" y="5235"/>
                  </a:cubicBezTo>
                  <a:cubicBezTo>
                    <a:pt x="2957" y="5235"/>
                    <a:pt x="3058" y="5180"/>
                    <a:pt x="3058" y="5180"/>
                  </a:cubicBezTo>
                  <a:lnTo>
                    <a:pt x="3058" y="5180"/>
                  </a:lnTo>
                  <a:cubicBezTo>
                    <a:pt x="3058" y="5180"/>
                    <a:pt x="3425" y="9775"/>
                    <a:pt x="3008" y="11028"/>
                  </a:cubicBezTo>
                  <a:cubicBezTo>
                    <a:pt x="2573" y="12264"/>
                    <a:pt x="1303" y="12966"/>
                    <a:pt x="0" y="13400"/>
                  </a:cubicBezTo>
                  <a:cubicBezTo>
                    <a:pt x="1153" y="15522"/>
                    <a:pt x="5013" y="19415"/>
                    <a:pt x="6734" y="20100"/>
                  </a:cubicBezTo>
                  <a:cubicBezTo>
                    <a:pt x="8004" y="19800"/>
                    <a:pt x="9374" y="13450"/>
                    <a:pt x="9374" y="13450"/>
                  </a:cubicBezTo>
                  <a:cubicBezTo>
                    <a:pt x="9374" y="13450"/>
                    <a:pt x="8538" y="13267"/>
                    <a:pt x="8104" y="12782"/>
                  </a:cubicBezTo>
                  <a:cubicBezTo>
                    <a:pt x="7636" y="12264"/>
                    <a:pt x="7419" y="11579"/>
                    <a:pt x="7469" y="10877"/>
                  </a:cubicBezTo>
                  <a:cubicBezTo>
                    <a:pt x="7485" y="10582"/>
                    <a:pt x="7212" y="8787"/>
                    <a:pt x="7994" y="8787"/>
                  </a:cubicBezTo>
                  <a:cubicBezTo>
                    <a:pt x="8008" y="8787"/>
                    <a:pt x="8022" y="8788"/>
                    <a:pt x="8037" y="8789"/>
                  </a:cubicBezTo>
                  <a:cubicBezTo>
                    <a:pt x="8154" y="8789"/>
                    <a:pt x="8271" y="8806"/>
                    <a:pt x="8371" y="8839"/>
                  </a:cubicBezTo>
                  <a:cubicBezTo>
                    <a:pt x="8778" y="8910"/>
                    <a:pt x="9156" y="8945"/>
                    <a:pt x="9493" y="8945"/>
                  </a:cubicBezTo>
                  <a:cubicBezTo>
                    <a:pt x="10110" y="8945"/>
                    <a:pt x="10590" y="8826"/>
                    <a:pt x="10861" y="8588"/>
                  </a:cubicBezTo>
                  <a:cubicBezTo>
                    <a:pt x="11145" y="8354"/>
                    <a:pt x="11278" y="7101"/>
                    <a:pt x="11295" y="6299"/>
                  </a:cubicBezTo>
                  <a:cubicBezTo>
                    <a:pt x="11312" y="5531"/>
                    <a:pt x="12030" y="5464"/>
                    <a:pt x="12047" y="5197"/>
                  </a:cubicBezTo>
                  <a:cubicBezTo>
                    <a:pt x="12064" y="4578"/>
                    <a:pt x="11128" y="5163"/>
                    <a:pt x="11228" y="2573"/>
                  </a:cubicBezTo>
                  <a:cubicBezTo>
                    <a:pt x="11212" y="1136"/>
                    <a:pt x="10944" y="418"/>
                    <a:pt x="10560"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2" name="Google Shape;1282;p50"/>
            <p:cNvSpPr/>
            <p:nvPr/>
          </p:nvSpPr>
          <p:spPr>
            <a:xfrm>
              <a:off x="1812926" y="2111697"/>
              <a:ext cx="300437" cy="503954"/>
            </a:xfrm>
            <a:custGeom>
              <a:avLst/>
              <a:gdLst/>
              <a:ahLst/>
              <a:cxnLst/>
              <a:rect l="l" t="t" r="r" b="b"/>
              <a:pathLst>
                <a:path w="9374" h="15724" extrusionOk="0">
                  <a:moveTo>
                    <a:pt x="3643" y="1"/>
                  </a:moveTo>
                  <a:cubicBezTo>
                    <a:pt x="3526" y="686"/>
                    <a:pt x="3058" y="820"/>
                    <a:pt x="3058" y="820"/>
                  </a:cubicBezTo>
                  <a:cubicBezTo>
                    <a:pt x="3058" y="820"/>
                    <a:pt x="3425" y="5414"/>
                    <a:pt x="3008" y="6651"/>
                  </a:cubicBezTo>
                  <a:cubicBezTo>
                    <a:pt x="2573" y="7904"/>
                    <a:pt x="1303" y="8589"/>
                    <a:pt x="0" y="9023"/>
                  </a:cubicBezTo>
                  <a:cubicBezTo>
                    <a:pt x="1153" y="11145"/>
                    <a:pt x="5013" y="15038"/>
                    <a:pt x="6734" y="15723"/>
                  </a:cubicBezTo>
                  <a:cubicBezTo>
                    <a:pt x="8004" y="15423"/>
                    <a:pt x="9374" y="9073"/>
                    <a:pt x="9374" y="9073"/>
                  </a:cubicBezTo>
                  <a:cubicBezTo>
                    <a:pt x="9374" y="9073"/>
                    <a:pt x="8538" y="8890"/>
                    <a:pt x="8104" y="8405"/>
                  </a:cubicBezTo>
                  <a:cubicBezTo>
                    <a:pt x="7636" y="7887"/>
                    <a:pt x="7419" y="7202"/>
                    <a:pt x="7469" y="6500"/>
                  </a:cubicBezTo>
                  <a:cubicBezTo>
                    <a:pt x="7485" y="6205"/>
                    <a:pt x="7212" y="4410"/>
                    <a:pt x="7994" y="4410"/>
                  </a:cubicBezTo>
                  <a:cubicBezTo>
                    <a:pt x="8008" y="4410"/>
                    <a:pt x="8022" y="4411"/>
                    <a:pt x="8037" y="4412"/>
                  </a:cubicBezTo>
                  <a:cubicBezTo>
                    <a:pt x="7135" y="4245"/>
                    <a:pt x="4712" y="3576"/>
                    <a:pt x="3843" y="853"/>
                  </a:cubicBezTo>
                  <a:cubicBezTo>
                    <a:pt x="3793" y="669"/>
                    <a:pt x="3709" y="402"/>
                    <a:pt x="3643"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3" name="Google Shape;1283;p50"/>
            <p:cNvSpPr/>
            <p:nvPr/>
          </p:nvSpPr>
          <p:spPr>
            <a:xfrm>
              <a:off x="1878244" y="2047436"/>
              <a:ext cx="41793" cy="69132"/>
            </a:xfrm>
            <a:custGeom>
              <a:avLst/>
              <a:gdLst/>
              <a:ahLst/>
              <a:cxnLst/>
              <a:rect l="l" t="t" r="r" b="b"/>
              <a:pathLst>
                <a:path w="1304" h="2157" extrusionOk="0">
                  <a:moveTo>
                    <a:pt x="288" y="1"/>
                  </a:moveTo>
                  <a:cubicBezTo>
                    <a:pt x="104" y="1"/>
                    <a:pt x="1" y="118"/>
                    <a:pt x="1" y="118"/>
                  </a:cubicBezTo>
                  <a:cubicBezTo>
                    <a:pt x="7" y="118"/>
                    <a:pt x="13" y="118"/>
                    <a:pt x="19" y="118"/>
                  </a:cubicBezTo>
                  <a:cubicBezTo>
                    <a:pt x="687" y="118"/>
                    <a:pt x="769" y="1020"/>
                    <a:pt x="769" y="1020"/>
                  </a:cubicBezTo>
                  <a:cubicBezTo>
                    <a:pt x="686" y="1020"/>
                    <a:pt x="585" y="1037"/>
                    <a:pt x="502" y="1070"/>
                  </a:cubicBezTo>
                  <a:cubicBezTo>
                    <a:pt x="101" y="1170"/>
                    <a:pt x="134" y="2156"/>
                    <a:pt x="719" y="2156"/>
                  </a:cubicBezTo>
                  <a:cubicBezTo>
                    <a:pt x="1304" y="2156"/>
                    <a:pt x="1237" y="569"/>
                    <a:pt x="669" y="151"/>
                  </a:cubicBezTo>
                  <a:cubicBezTo>
                    <a:pt x="519" y="37"/>
                    <a:pt x="391" y="1"/>
                    <a:pt x="288"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4" name="Google Shape;1284;p50"/>
            <p:cNvSpPr/>
            <p:nvPr/>
          </p:nvSpPr>
          <p:spPr>
            <a:xfrm>
              <a:off x="2091921" y="2035257"/>
              <a:ext cx="51985" cy="25608"/>
            </a:xfrm>
            <a:custGeom>
              <a:avLst/>
              <a:gdLst/>
              <a:ahLst/>
              <a:cxnLst/>
              <a:rect l="l" t="t" r="r" b="b"/>
              <a:pathLst>
                <a:path w="1622" h="799" extrusionOk="0">
                  <a:moveTo>
                    <a:pt x="798" y="1"/>
                  </a:moveTo>
                  <a:cubicBezTo>
                    <a:pt x="456" y="1"/>
                    <a:pt x="117" y="222"/>
                    <a:pt x="0" y="798"/>
                  </a:cubicBezTo>
                  <a:cubicBezTo>
                    <a:pt x="367" y="591"/>
                    <a:pt x="768" y="490"/>
                    <a:pt x="1173" y="490"/>
                  </a:cubicBezTo>
                  <a:cubicBezTo>
                    <a:pt x="1323" y="490"/>
                    <a:pt x="1473" y="504"/>
                    <a:pt x="1621" y="531"/>
                  </a:cubicBezTo>
                  <a:cubicBezTo>
                    <a:pt x="1487" y="222"/>
                    <a:pt x="1141" y="1"/>
                    <a:pt x="79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5" name="Google Shape;1285;p50"/>
            <p:cNvSpPr/>
            <p:nvPr/>
          </p:nvSpPr>
          <p:spPr>
            <a:xfrm>
              <a:off x="2109580" y="2082788"/>
              <a:ext cx="33781" cy="33909"/>
            </a:xfrm>
            <a:custGeom>
              <a:avLst/>
              <a:gdLst/>
              <a:ahLst/>
              <a:cxnLst/>
              <a:rect l="l" t="t" r="r" b="b"/>
              <a:pathLst>
                <a:path w="1054" h="1058" extrusionOk="0">
                  <a:moveTo>
                    <a:pt x="535" y="1"/>
                  </a:moveTo>
                  <a:cubicBezTo>
                    <a:pt x="452" y="1"/>
                    <a:pt x="368" y="17"/>
                    <a:pt x="285" y="67"/>
                  </a:cubicBezTo>
                  <a:cubicBezTo>
                    <a:pt x="235" y="101"/>
                    <a:pt x="201" y="117"/>
                    <a:pt x="168" y="151"/>
                  </a:cubicBezTo>
                  <a:cubicBezTo>
                    <a:pt x="101" y="218"/>
                    <a:pt x="51" y="301"/>
                    <a:pt x="17" y="385"/>
                  </a:cubicBezTo>
                  <a:cubicBezTo>
                    <a:pt x="17" y="435"/>
                    <a:pt x="1" y="468"/>
                    <a:pt x="1" y="518"/>
                  </a:cubicBezTo>
                  <a:cubicBezTo>
                    <a:pt x="1" y="803"/>
                    <a:pt x="235" y="1053"/>
                    <a:pt x="519" y="1053"/>
                  </a:cubicBezTo>
                  <a:cubicBezTo>
                    <a:pt x="534" y="1056"/>
                    <a:pt x="550" y="1058"/>
                    <a:pt x="566" y="1058"/>
                  </a:cubicBezTo>
                  <a:cubicBezTo>
                    <a:pt x="638" y="1058"/>
                    <a:pt x="718" y="1030"/>
                    <a:pt x="786" y="1003"/>
                  </a:cubicBezTo>
                  <a:cubicBezTo>
                    <a:pt x="819" y="970"/>
                    <a:pt x="853" y="936"/>
                    <a:pt x="903" y="919"/>
                  </a:cubicBezTo>
                  <a:cubicBezTo>
                    <a:pt x="970" y="853"/>
                    <a:pt x="1020" y="769"/>
                    <a:pt x="1037" y="669"/>
                  </a:cubicBezTo>
                  <a:cubicBezTo>
                    <a:pt x="1053" y="635"/>
                    <a:pt x="1053" y="585"/>
                    <a:pt x="1053" y="535"/>
                  </a:cubicBezTo>
                  <a:cubicBezTo>
                    <a:pt x="1053" y="335"/>
                    <a:pt x="936" y="134"/>
                    <a:pt x="736" y="51"/>
                  </a:cubicBezTo>
                  <a:cubicBezTo>
                    <a:pt x="686" y="17"/>
                    <a:pt x="619" y="1"/>
                    <a:pt x="53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6" name="Google Shape;1286;p50"/>
            <p:cNvSpPr/>
            <p:nvPr/>
          </p:nvSpPr>
          <p:spPr>
            <a:xfrm>
              <a:off x="2101568" y="2170605"/>
              <a:ext cx="62145" cy="29710"/>
            </a:xfrm>
            <a:custGeom>
              <a:avLst/>
              <a:gdLst/>
              <a:ahLst/>
              <a:cxnLst/>
              <a:rect l="l" t="t" r="r" b="b"/>
              <a:pathLst>
                <a:path w="1939" h="927" extrusionOk="0">
                  <a:moveTo>
                    <a:pt x="0" y="1"/>
                  </a:moveTo>
                  <a:lnTo>
                    <a:pt x="0" y="1"/>
                  </a:lnTo>
                  <a:cubicBezTo>
                    <a:pt x="50" y="469"/>
                    <a:pt x="401" y="836"/>
                    <a:pt x="869" y="920"/>
                  </a:cubicBezTo>
                  <a:cubicBezTo>
                    <a:pt x="905" y="925"/>
                    <a:pt x="941" y="927"/>
                    <a:pt x="976" y="927"/>
                  </a:cubicBezTo>
                  <a:cubicBezTo>
                    <a:pt x="1539" y="927"/>
                    <a:pt x="1938" y="335"/>
                    <a:pt x="1938" y="335"/>
                  </a:cubicBezTo>
                  <a:cubicBezTo>
                    <a:pt x="1938" y="335"/>
                    <a:pt x="1504" y="301"/>
                    <a:pt x="936" y="235"/>
                  </a:cubicBezTo>
                  <a:cubicBezTo>
                    <a:pt x="618" y="201"/>
                    <a:pt x="301" y="118"/>
                    <a:pt x="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7" name="Google Shape;1287;p50"/>
            <p:cNvSpPr/>
            <p:nvPr/>
          </p:nvSpPr>
          <p:spPr>
            <a:xfrm>
              <a:off x="2288996" y="3260369"/>
              <a:ext cx="99611" cy="1893033"/>
            </a:xfrm>
            <a:custGeom>
              <a:avLst/>
              <a:gdLst/>
              <a:ahLst/>
              <a:cxnLst/>
              <a:rect l="l" t="t" r="r" b="b"/>
              <a:pathLst>
                <a:path w="3108" h="59065" extrusionOk="0">
                  <a:moveTo>
                    <a:pt x="0" y="0"/>
                  </a:moveTo>
                  <a:lnTo>
                    <a:pt x="0" y="59065"/>
                  </a:lnTo>
                  <a:lnTo>
                    <a:pt x="3108" y="59065"/>
                  </a:lnTo>
                  <a:lnTo>
                    <a:pt x="3108"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8" name="Google Shape;1288;p50"/>
            <p:cNvSpPr/>
            <p:nvPr/>
          </p:nvSpPr>
          <p:spPr>
            <a:xfrm>
              <a:off x="4323915" y="3260369"/>
              <a:ext cx="99643" cy="1893033"/>
            </a:xfrm>
            <a:custGeom>
              <a:avLst/>
              <a:gdLst/>
              <a:ahLst/>
              <a:cxnLst/>
              <a:rect l="l" t="t" r="r" b="b"/>
              <a:pathLst>
                <a:path w="3109" h="59065" extrusionOk="0">
                  <a:moveTo>
                    <a:pt x="1" y="0"/>
                  </a:moveTo>
                  <a:lnTo>
                    <a:pt x="1" y="59065"/>
                  </a:lnTo>
                  <a:lnTo>
                    <a:pt x="3108" y="59065"/>
                  </a:lnTo>
                  <a:lnTo>
                    <a:pt x="3108"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9" name="Google Shape;1289;p50"/>
            <p:cNvSpPr/>
            <p:nvPr/>
          </p:nvSpPr>
          <p:spPr>
            <a:xfrm>
              <a:off x="3186492" y="3260369"/>
              <a:ext cx="99643" cy="1893033"/>
            </a:xfrm>
            <a:custGeom>
              <a:avLst/>
              <a:gdLst/>
              <a:ahLst/>
              <a:cxnLst/>
              <a:rect l="l" t="t" r="r" b="b"/>
              <a:pathLst>
                <a:path w="3109" h="59065" extrusionOk="0">
                  <a:moveTo>
                    <a:pt x="1" y="0"/>
                  </a:moveTo>
                  <a:lnTo>
                    <a:pt x="1" y="59065"/>
                  </a:lnTo>
                  <a:lnTo>
                    <a:pt x="3108" y="59065"/>
                  </a:lnTo>
                  <a:lnTo>
                    <a:pt x="3108"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0" name="Google Shape;1290;p50"/>
            <p:cNvSpPr/>
            <p:nvPr/>
          </p:nvSpPr>
          <p:spPr>
            <a:xfrm>
              <a:off x="3497089" y="3260369"/>
              <a:ext cx="99099" cy="1893033"/>
            </a:xfrm>
            <a:custGeom>
              <a:avLst/>
              <a:gdLst/>
              <a:ahLst/>
              <a:cxnLst/>
              <a:rect l="l" t="t" r="r" b="b"/>
              <a:pathLst>
                <a:path w="3092" h="59065" extrusionOk="0">
                  <a:moveTo>
                    <a:pt x="1" y="0"/>
                  </a:moveTo>
                  <a:lnTo>
                    <a:pt x="1" y="59065"/>
                  </a:lnTo>
                  <a:lnTo>
                    <a:pt x="3092" y="59065"/>
                  </a:lnTo>
                  <a:lnTo>
                    <a:pt x="3092"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1" name="Google Shape;1291;p50"/>
            <p:cNvSpPr/>
            <p:nvPr/>
          </p:nvSpPr>
          <p:spPr>
            <a:xfrm>
              <a:off x="2388576" y="3212710"/>
              <a:ext cx="1936461" cy="320788"/>
            </a:xfrm>
            <a:custGeom>
              <a:avLst/>
              <a:gdLst/>
              <a:ahLst/>
              <a:cxnLst/>
              <a:rect l="l" t="t" r="r" b="b"/>
              <a:pathLst>
                <a:path w="60420" h="10009" extrusionOk="0">
                  <a:moveTo>
                    <a:pt x="1" y="0"/>
                  </a:moveTo>
                  <a:lnTo>
                    <a:pt x="1" y="10009"/>
                  </a:lnTo>
                  <a:lnTo>
                    <a:pt x="60419" y="10009"/>
                  </a:lnTo>
                  <a:lnTo>
                    <a:pt x="60419"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2" name="Google Shape;1292;p50"/>
            <p:cNvSpPr/>
            <p:nvPr/>
          </p:nvSpPr>
          <p:spPr>
            <a:xfrm>
              <a:off x="2783784" y="2690584"/>
              <a:ext cx="615328" cy="491647"/>
            </a:xfrm>
            <a:custGeom>
              <a:avLst/>
              <a:gdLst/>
              <a:ahLst/>
              <a:cxnLst/>
              <a:rect l="l" t="t" r="r" b="b"/>
              <a:pathLst>
                <a:path w="19199" h="15340" extrusionOk="0">
                  <a:moveTo>
                    <a:pt x="5080" y="1"/>
                  </a:moveTo>
                  <a:cubicBezTo>
                    <a:pt x="4679" y="1"/>
                    <a:pt x="4312" y="268"/>
                    <a:pt x="4195" y="669"/>
                  </a:cubicBezTo>
                  <a:lnTo>
                    <a:pt x="1" y="15339"/>
                  </a:lnTo>
                  <a:lnTo>
                    <a:pt x="14821" y="15339"/>
                  </a:lnTo>
                  <a:lnTo>
                    <a:pt x="19199"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3" name="Google Shape;1293;p50"/>
            <p:cNvSpPr/>
            <p:nvPr/>
          </p:nvSpPr>
          <p:spPr>
            <a:xfrm>
              <a:off x="2824488" y="2690584"/>
              <a:ext cx="611578" cy="491647"/>
            </a:xfrm>
            <a:custGeom>
              <a:avLst/>
              <a:gdLst/>
              <a:ahLst/>
              <a:cxnLst/>
              <a:rect l="l" t="t" r="r" b="b"/>
              <a:pathLst>
                <a:path w="19082" h="15340" extrusionOk="0">
                  <a:moveTo>
                    <a:pt x="4846" y="1"/>
                  </a:moveTo>
                  <a:cubicBezTo>
                    <a:pt x="4579" y="1"/>
                    <a:pt x="4328" y="184"/>
                    <a:pt x="4261" y="452"/>
                  </a:cubicBezTo>
                  <a:lnTo>
                    <a:pt x="1" y="15339"/>
                  </a:lnTo>
                  <a:lnTo>
                    <a:pt x="14804" y="15339"/>
                  </a:lnTo>
                  <a:lnTo>
                    <a:pt x="18965" y="786"/>
                  </a:lnTo>
                  <a:cubicBezTo>
                    <a:pt x="19082" y="402"/>
                    <a:pt x="18781" y="1"/>
                    <a:pt x="18363"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4" name="Google Shape;1294;p50"/>
            <p:cNvSpPr/>
            <p:nvPr/>
          </p:nvSpPr>
          <p:spPr>
            <a:xfrm>
              <a:off x="2519244" y="3150053"/>
              <a:ext cx="790449" cy="45543"/>
            </a:xfrm>
            <a:custGeom>
              <a:avLst/>
              <a:gdLst/>
              <a:ahLst/>
              <a:cxnLst/>
              <a:rect l="l" t="t" r="r" b="b"/>
              <a:pathLst>
                <a:path w="24663" h="1421" extrusionOk="0">
                  <a:moveTo>
                    <a:pt x="1" y="1"/>
                  </a:moveTo>
                  <a:cubicBezTo>
                    <a:pt x="1" y="786"/>
                    <a:pt x="636" y="1421"/>
                    <a:pt x="1421" y="1421"/>
                  </a:cubicBezTo>
                  <a:lnTo>
                    <a:pt x="23894" y="1421"/>
                  </a:lnTo>
                  <a:cubicBezTo>
                    <a:pt x="24328" y="1421"/>
                    <a:pt x="24663" y="1070"/>
                    <a:pt x="24663" y="635"/>
                  </a:cubicBezTo>
                  <a:lnTo>
                    <a:pt x="24663"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5" name="Google Shape;1295;p50"/>
            <p:cNvSpPr/>
            <p:nvPr/>
          </p:nvSpPr>
          <p:spPr>
            <a:xfrm>
              <a:off x="2388576" y="3212710"/>
              <a:ext cx="1936461" cy="320788"/>
            </a:xfrm>
            <a:custGeom>
              <a:avLst/>
              <a:gdLst/>
              <a:ahLst/>
              <a:cxnLst/>
              <a:rect l="l" t="t" r="r" b="b"/>
              <a:pathLst>
                <a:path w="60420" h="10009" extrusionOk="0">
                  <a:moveTo>
                    <a:pt x="1" y="0"/>
                  </a:moveTo>
                  <a:lnTo>
                    <a:pt x="1" y="10009"/>
                  </a:lnTo>
                  <a:lnTo>
                    <a:pt x="60419" y="10009"/>
                  </a:lnTo>
                  <a:lnTo>
                    <a:pt x="60419" y="0"/>
                  </a:lnTo>
                  <a:close/>
                </a:path>
              </a:pathLst>
            </a:custGeom>
            <a:solidFill>
              <a:srgbClr val="FFFFFF">
                <a:alpha val="824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6" name="Google Shape;1296;p50"/>
            <p:cNvSpPr/>
            <p:nvPr/>
          </p:nvSpPr>
          <p:spPr>
            <a:xfrm>
              <a:off x="2259542" y="3188609"/>
              <a:ext cx="2195617" cy="164961"/>
            </a:xfrm>
            <a:custGeom>
              <a:avLst/>
              <a:gdLst/>
              <a:ahLst/>
              <a:cxnLst/>
              <a:rect l="l" t="t" r="r" b="b"/>
              <a:pathLst>
                <a:path w="68506" h="5147" extrusionOk="0">
                  <a:moveTo>
                    <a:pt x="0" y="1"/>
                  </a:moveTo>
                  <a:lnTo>
                    <a:pt x="0" y="5147"/>
                  </a:lnTo>
                  <a:lnTo>
                    <a:pt x="68505" y="5147"/>
                  </a:lnTo>
                  <a:lnTo>
                    <a:pt x="68505"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1"/>
        <p:cNvGrpSpPr/>
        <p:nvPr/>
      </p:nvGrpSpPr>
      <p:grpSpPr>
        <a:xfrm>
          <a:off x="0" y="0"/>
          <a:ext cx="0" cy="0"/>
          <a:chOff x="0" y="0"/>
          <a:chExt cx="0" cy="0"/>
        </a:xfrm>
      </p:grpSpPr>
      <p:sp>
        <p:nvSpPr>
          <p:cNvPr id="1672" name="Google Shape;1672;p43"/>
          <p:cNvSpPr txBox="1"/>
          <p:nvPr/>
        </p:nvSpPr>
        <p:spPr>
          <a:xfrm flipH="1">
            <a:off x="1833133" y="1709000"/>
            <a:ext cx="2442400" cy="4948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1600" kern="0" dirty="0">
                <a:solidFill>
                  <a:srgbClr val="113444"/>
                </a:solidFill>
                <a:latin typeface="Hind Siliguri"/>
                <a:ea typeface="Hind Siliguri"/>
                <a:cs typeface="Hind Siliguri"/>
                <a:sym typeface="Hind Siliguri"/>
              </a:rPr>
              <a:t>Users</a:t>
            </a:r>
            <a:endParaRPr sz="1600" kern="0" dirty="0">
              <a:solidFill>
                <a:srgbClr val="113444"/>
              </a:solidFill>
              <a:latin typeface="Hind Siliguri"/>
              <a:ea typeface="Hind Siliguri"/>
              <a:cs typeface="Hind Siliguri"/>
              <a:sym typeface="Hind Siliguri"/>
            </a:endParaRPr>
          </a:p>
        </p:txBody>
      </p:sp>
      <p:sp>
        <p:nvSpPr>
          <p:cNvPr id="1673" name="Google Shape;1673;p43"/>
          <p:cNvSpPr txBox="1"/>
          <p:nvPr/>
        </p:nvSpPr>
        <p:spPr>
          <a:xfrm flipH="1">
            <a:off x="2747533" y="2203800"/>
            <a:ext cx="2442400" cy="4948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1600" kern="0" dirty="0">
                <a:solidFill>
                  <a:srgbClr val="113444"/>
                </a:solidFill>
                <a:latin typeface="Hind Siliguri"/>
                <a:ea typeface="Hind Siliguri"/>
                <a:cs typeface="Hind Siliguri"/>
                <a:sym typeface="Hind Siliguri"/>
              </a:rPr>
              <a:t>Front End</a:t>
            </a:r>
            <a:endParaRPr sz="1600" kern="0" dirty="0">
              <a:solidFill>
                <a:srgbClr val="113444"/>
              </a:solidFill>
              <a:latin typeface="Hind Siliguri"/>
              <a:ea typeface="Hind Siliguri"/>
              <a:cs typeface="Hind Siliguri"/>
              <a:sym typeface="Hind Siliguri"/>
            </a:endParaRPr>
          </a:p>
        </p:txBody>
      </p:sp>
      <p:sp>
        <p:nvSpPr>
          <p:cNvPr id="1674" name="Google Shape;1674;p43"/>
          <p:cNvSpPr txBox="1"/>
          <p:nvPr/>
        </p:nvSpPr>
        <p:spPr>
          <a:xfrm flipH="1">
            <a:off x="3661932" y="2698600"/>
            <a:ext cx="4421363" cy="4948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1600" kern="0" dirty="0">
                <a:solidFill>
                  <a:srgbClr val="113444"/>
                </a:solidFill>
                <a:latin typeface="Hind Siliguri"/>
                <a:ea typeface="Hind Siliguri"/>
                <a:cs typeface="Hind Siliguri"/>
                <a:sym typeface="Hind Siliguri"/>
              </a:rPr>
              <a:t>API (</a:t>
            </a:r>
            <a:r>
              <a:rPr lang="en-US" dirty="0"/>
              <a:t>Application Programming Interface)</a:t>
            </a:r>
            <a:endParaRPr sz="1600" kern="0" dirty="0">
              <a:solidFill>
                <a:srgbClr val="113444"/>
              </a:solidFill>
              <a:latin typeface="Hind Siliguri"/>
              <a:ea typeface="Hind Siliguri"/>
              <a:cs typeface="Hind Siliguri"/>
              <a:sym typeface="Hind Siliguri"/>
            </a:endParaRPr>
          </a:p>
        </p:txBody>
      </p:sp>
      <p:sp>
        <p:nvSpPr>
          <p:cNvPr id="1675" name="Google Shape;1675;p43"/>
          <p:cNvSpPr txBox="1"/>
          <p:nvPr/>
        </p:nvSpPr>
        <p:spPr>
          <a:xfrm flipH="1">
            <a:off x="4576332" y="3193400"/>
            <a:ext cx="2921747" cy="4948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1600" kern="0" dirty="0">
                <a:solidFill>
                  <a:srgbClr val="113444"/>
                </a:solidFill>
                <a:latin typeface="Hind Siliguri"/>
                <a:ea typeface="Hind Siliguri"/>
                <a:cs typeface="Hind Siliguri"/>
                <a:sym typeface="Hind Siliguri"/>
              </a:rPr>
              <a:t>Machine Learning Model</a:t>
            </a:r>
            <a:endParaRPr sz="1600" kern="0" dirty="0">
              <a:solidFill>
                <a:srgbClr val="113444"/>
              </a:solidFill>
              <a:latin typeface="Hind Siliguri"/>
              <a:ea typeface="Hind Siliguri"/>
              <a:cs typeface="Hind Siliguri"/>
              <a:sym typeface="Hind Siliguri"/>
            </a:endParaRPr>
          </a:p>
        </p:txBody>
      </p:sp>
      <p:sp>
        <p:nvSpPr>
          <p:cNvPr id="1676" name="Google Shape;1676;p43"/>
          <p:cNvSpPr txBox="1"/>
          <p:nvPr/>
        </p:nvSpPr>
        <p:spPr>
          <a:xfrm flipH="1">
            <a:off x="5490733" y="3688200"/>
            <a:ext cx="2442400" cy="4948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1600" kern="0" dirty="0">
                <a:solidFill>
                  <a:srgbClr val="113444"/>
                </a:solidFill>
                <a:latin typeface="Hind Siliguri"/>
                <a:ea typeface="Hind Siliguri"/>
                <a:cs typeface="Hind Siliguri"/>
                <a:sym typeface="Hind Siliguri"/>
              </a:rPr>
              <a:t>Database</a:t>
            </a:r>
            <a:endParaRPr sz="1600" kern="0" dirty="0">
              <a:solidFill>
                <a:srgbClr val="113444"/>
              </a:solidFill>
              <a:latin typeface="Hind Siliguri"/>
              <a:ea typeface="Hind Siliguri"/>
              <a:cs typeface="Hind Siliguri"/>
              <a:sym typeface="Hind Siliguri"/>
            </a:endParaRPr>
          </a:p>
        </p:txBody>
      </p:sp>
      <p:sp>
        <p:nvSpPr>
          <p:cNvPr id="1677" name="Google Shape;1677;p43"/>
          <p:cNvSpPr txBox="1"/>
          <p:nvPr/>
        </p:nvSpPr>
        <p:spPr>
          <a:xfrm flipH="1">
            <a:off x="6405133" y="4183000"/>
            <a:ext cx="2442400" cy="4948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1600" kern="0" dirty="0">
                <a:solidFill>
                  <a:srgbClr val="113444"/>
                </a:solidFill>
                <a:latin typeface="Hind Siliguri"/>
                <a:ea typeface="Hind Siliguri"/>
                <a:cs typeface="Hind Siliguri"/>
                <a:sym typeface="Hind Siliguri"/>
              </a:rPr>
              <a:t>Cloud</a:t>
            </a:r>
            <a:endParaRPr sz="1600" kern="0" dirty="0">
              <a:solidFill>
                <a:srgbClr val="113444"/>
              </a:solidFill>
              <a:latin typeface="Hind Siliguri"/>
              <a:ea typeface="Hind Siliguri"/>
              <a:cs typeface="Hind Siliguri"/>
              <a:sym typeface="Hind Siliguri"/>
            </a:endParaRPr>
          </a:p>
        </p:txBody>
      </p:sp>
      <p:sp>
        <p:nvSpPr>
          <p:cNvPr id="1680" name="Google Shape;1680;p43"/>
          <p:cNvSpPr txBox="1">
            <a:spLocks noGrp="1"/>
          </p:cNvSpPr>
          <p:nvPr>
            <p:ph type="title"/>
          </p:nvPr>
        </p:nvSpPr>
        <p:spPr>
          <a:xfrm>
            <a:off x="959984" y="573024"/>
            <a:ext cx="10272000" cy="780400"/>
          </a:xfrm>
          <a:prstGeom prst="rect">
            <a:avLst/>
          </a:prstGeom>
        </p:spPr>
        <p:txBody>
          <a:bodyPr spcFirstLastPara="1" wrap="square" lIns="121900" tIns="121900" rIns="121900" bIns="121900" anchor="t" anchorCtr="0">
            <a:noAutofit/>
          </a:bodyPr>
          <a:lstStyle/>
          <a:p>
            <a:r>
              <a:rPr lang="en" dirty="0"/>
              <a:t>System Architecture</a:t>
            </a:r>
            <a:endParaRPr dirty="0"/>
          </a:p>
        </p:txBody>
      </p:sp>
      <p:cxnSp>
        <p:nvCxnSpPr>
          <p:cNvPr id="1681" name="Google Shape;1681;p43"/>
          <p:cNvCxnSpPr>
            <a:cxnSpLocks/>
            <a:stCxn id="1672" idx="3"/>
            <a:endCxn id="1673" idx="3"/>
          </p:cNvCxnSpPr>
          <p:nvPr/>
        </p:nvCxnSpPr>
        <p:spPr>
          <a:xfrm>
            <a:off x="1833133" y="1956400"/>
            <a:ext cx="914400" cy="494800"/>
          </a:xfrm>
          <a:prstGeom prst="bentConnector3">
            <a:avLst>
              <a:gd name="adj1" fmla="val -34722"/>
            </a:avLst>
          </a:prstGeom>
          <a:noFill/>
          <a:ln w="9525" cap="flat" cmpd="sng">
            <a:solidFill>
              <a:schemeClr val="accent1"/>
            </a:solidFill>
            <a:prstDash val="solid"/>
            <a:round/>
            <a:headEnd type="oval" w="med" len="med"/>
            <a:tailEnd type="triangle" w="med" len="med"/>
          </a:ln>
        </p:spPr>
      </p:cxnSp>
      <p:cxnSp>
        <p:nvCxnSpPr>
          <p:cNvPr id="1682" name="Google Shape;1682;p43"/>
          <p:cNvCxnSpPr>
            <a:cxnSpLocks/>
            <a:stCxn id="1673" idx="3"/>
            <a:endCxn id="1674" idx="3"/>
          </p:cNvCxnSpPr>
          <p:nvPr/>
        </p:nvCxnSpPr>
        <p:spPr>
          <a:xfrm rot="10800000" flipH="1" flipV="1">
            <a:off x="2747532" y="2451200"/>
            <a:ext cx="914399" cy="494800"/>
          </a:xfrm>
          <a:prstGeom prst="bentConnector3">
            <a:avLst>
              <a:gd name="adj1" fmla="val -25000"/>
            </a:avLst>
          </a:prstGeom>
          <a:noFill/>
          <a:ln w="9525" cap="flat" cmpd="sng">
            <a:solidFill>
              <a:schemeClr val="accent1"/>
            </a:solidFill>
            <a:prstDash val="solid"/>
            <a:round/>
            <a:headEnd type="none" w="med" len="med"/>
            <a:tailEnd type="triangle" w="med" len="med"/>
          </a:ln>
        </p:spPr>
      </p:cxnSp>
      <p:cxnSp>
        <p:nvCxnSpPr>
          <p:cNvPr id="1683" name="Google Shape;1683;p43"/>
          <p:cNvCxnSpPr>
            <a:cxnSpLocks/>
            <a:stCxn id="1674" idx="3"/>
            <a:endCxn id="1675" idx="3"/>
          </p:cNvCxnSpPr>
          <p:nvPr/>
        </p:nvCxnSpPr>
        <p:spPr>
          <a:xfrm rot="10800000" flipH="1" flipV="1">
            <a:off x="3661932" y="2946000"/>
            <a:ext cx="914400" cy="494800"/>
          </a:xfrm>
          <a:prstGeom prst="bentConnector3">
            <a:avLst>
              <a:gd name="adj1" fmla="val -25000"/>
            </a:avLst>
          </a:prstGeom>
          <a:noFill/>
          <a:ln w="9525" cap="flat" cmpd="sng">
            <a:solidFill>
              <a:schemeClr val="accent1"/>
            </a:solidFill>
            <a:prstDash val="solid"/>
            <a:round/>
            <a:headEnd type="none" w="med" len="med"/>
            <a:tailEnd type="triangle" w="med" len="med"/>
          </a:ln>
        </p:spPr>
      </p:cxnSp>
      <p:cxnSp>
        <p:nvCxnSpPr>
          <p:cNvPr id="1684" name="Google Shape;1684;p43"/>
          <p:cNvCxnSpPr>
            <a:cxnSpLocks/>
            <a:stCxn id="1675" idx="3"/>
            <a:endCxn id="1676" idx="3"/>
          </p:cNvCxnSpPr>
          <p:nvPr/>
        </p:nvCxnSpPr>
        <p:spPr>
          <a:xfrm rot="10800000" flipH="1" flipV="1">
            <a:off x="4576331" y="3440800"/>
            <a:ext cx="914401" cy="494800"/>
          </a:xfrm>
          <a:prstGeom prst="bentConnector3">
            <a:avLst>
              <a:gd name="adj1" fmla="val -25000"/>
            </a:avLst>
          </a:prstGeom>
          <a:noFill/>
          <a:ln w="9525" cap="flat" cmpd="sng">
            <a:solidFill>
              <a:schemeClr val="accent1"/>
            </a:solidFill>
            <a:prstDash val="solid"/>
            <a:round/>
            <a:headEnd type="none" w="med" len="med"/>
            <a:tailEnd type="triangle" w="med" len="med"/>
          </a:ln>
        </p:spPr>
      </p:cxnSp>
      <p:cxnSp>
        <p:nvCxnSpPr>
          <p:cNvPr id="1685" name="Google Shape;1685;p43"/>
          <p:cNvCxnSpPr>
            <a:stCxn id="1676" idx="3"/>
            <a:endCxn id="1677" idx="3"/>
          </p:cNvCxnSpPr>
          <p:nvPr/>
        </p:nvCxnSpPr>
        <p:spPr>
          <a:xfrm>
            <a:off x="5490733" y="3935600"/>
            <a:ext cx="914400" cy="494800"/>
          </a:xfrm>
          <a:prstGeom prst="bentConnector3">
            <a:avLst>
              <a:gd name="adj1" fmla="val -34722"/>
            </a:avLst>
          </a:prstGeom>
          <a:noFill/>
          <a:ln w="9525" cap="flat" cmpd="sng">
            <a:solidFill>
              <a:schemeClr val="accent1"/>
            </a:solidFill>
            <a:prstDash val="solid"/>
            <a:round/>
            <a:headEnd type="none" w="med" len="med"/>
            <a:tailEnd type="triangle" w="med" len="med"/>
          </a:ln>
        </p:spPr>
      </p:cxnSp>
      <p:grpSp>
        <p:nvGrpSpPr>
          <p:cNvPr id="1688" name="Google Shape;1688;p43"/>
          <p:cNvGrpSpPr/>
          <p:nvPr/>
        </p:nvGrpSpPr>
        <p:grpSpPr>
          <a:xfrm>
            <a:off x="831956" y="3645239"/>
            <a:ext cx="1538549" cy="2668828"/>
            <a:chOff x="1221175" y="3075813"/>
            <a:chExt cx="1003228" cy="1740237"/>
          </a:xfrm>
        </p:grpSpPr>
        <p:sp>
          <p:nvSpPr>
            <p:cNvPr id="1689" name="Google Shape;1689;p43"/>
            <p:cNvSpPr/>
            <p:nvPr/>
          </p:nvSpPr>
          <p:spPr>
            <a:xfrm>
              <a:off x="1221175" y="3818875"/>
              <a:ext cx="1003228" cy="90706"/>
            </a:xfrm>
            <a:custGeom>
              <a:avLst/>
              <a:gdLst/>
              <a:ahLst/>
              <a:cxnLst/>
              <a:rect l="l" t="t" r="r" b="b"/>
              <a:pathLst>
                <a:path w="45165" h="5204" extrusionOk="0">
                  <a:moveTo>
                    <a:pt x="0" y="1"/>
                  </a:moveTo>
                  <a:lnTo>
                    <a:pt x="0" y="5204"/>
                  </a:lnTo>
                  <a:lnTo>
                    <a:pt x="45165" y="5204"/>
                  </a:lnTo>
                  <a:lnTo>
                    <a:pt x="45165"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0" name="Google Shape;1690;p43"/>
            <p:cNvSpPr/>
            <p:nvPr/>
          </p:nvSpPr>
          <p:spPr>
            <a:xfrm>
              <a:off x="1279916" y="3864594"/>
              <a:ext cx="885746" cy="951451"/>
            </a:xfrm>
            <a:custGeom>
              <a:avLst/>
              <a:gdLst/>
              <a:ahLst/>
              <a:cxnLst/>
              <a:rect l="l" t="t" r="r" b="b"/>
              <a:pathLst>
                <a:path w="39876" h="54587" extrusionOk="0">
                  <a:moveTo>
                    <a:pt x="0" y="0"/>
                  </a:moveTo>
                  <a:lnTo>
                    <a:pt x="0" y="54586"/>
                  </a:lnTo>
                  <a:lnTo>
                    <a:pt x="39876" y="54586"/>
                  </a:lnTo>
                  <a:lnTo>
                    <a:pt x="39876"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1" name="Google Shape;1691;p43"/>
            <p:cNvSpPr/>
            <p:nvPr/>
          </p:nvSpPr>
          <p:spPr>
            <a:xfrm>
              <a:off x="1365901" y="3915577"/>
              <a:ext cx="713776" cy="125252"/>
            </a:xfrm>
            <a:custGeom>
              <a:avLst/>
              <a:gdLst/>
              <a:ahLst/>
              <a:cxnLst/>
              <a:rect l="l" t="t" r="r" b="b"/>
              <a:pathLst>
                <a:path w="32134" h="7186" extrusionOk="0">
                  <a:moveTo>
                    <a:pt x="31917" y="172"/>
                  </a:moveTo>
                  <a:lnTo>
                    <a:pt x="31917" y="7013"/>
                  </a:lnTo>
                  <a:lnTo>
                    <a:pt x="173" y="7013"/>
                  </a:lnTo>
                  <a:lnTo>
                    <a:pt x="173" y="172"/>
                  </a:lnTo>
                  <a:close/>
                  <a:moveTo>
                    <a:pt x="1" y="0"/>
                  </a:moveTo>
                  <a:lnTo>
                    <a:pt x="1" y="7185"/>
                  </a:lnTo>
                  <a:lnTo>
                    <a:pt x="32134" y="7185"/>
                  </a:lnTo>
                  <a:lnTo>
                    <a:pt x="3213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2" name="Google Shape;1692;p43"/>
            <p:cNvSpPr/>
            <p:nvPr/>
          </p:nvSpPr>
          <p:spPr>
            <a:xfrm>
              <a:off x="1689036" y="3947050"/>
              <a:ext cx="67506" cy="68273"/>
            </a:xfrm>
            <a:custGeom>
              <a:avLst/>
              <a:gdLst/>
              <a:ahLst/>
              <a:cxnLst/>
              <a:rect l="l" t="t" r="r" b="b"/>
              <a:pathLst>
                <a:path w="3873" h="3917" extrusionOk="0">
                  <a:moveTo>
                    <a:pt x="1938" y="1"/>
                  </a:moveTo>
                  <a:cubicBezTo>
                    <a:pt x="861" y="1"/>
                    <a:pt x="1" y="861"/>
                    <a:pt x="1" y="1938"/>
                  </a:cubicBezTo>
                  <a:cubicBezTo>
                    <a:pt x="1" y="3056"/>
                    <a:pt x="861" y="3917"/>
                    <a:pt x="1938" y="3917"/>
                  </a:cubicBezTo>
                  <a:cubicBezTo>
                    <a:pt x="3012" y="3917"/>
                    <a:pt x="3872" y="3056"/>
                    <a:pt x="3872" y="1938"/>
                  </a:cubicBezTo>
                  <a:cubicBezTo>
                    <a:pt x="3872" y="861"/>
                    <a:pt x="3012" y="1"/>
                    <a:pt x="1938"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3" name="Google Shape;1693;p43"/>
            <p:cNvSpPr/>
            <p:nvPr/>
          </p:nvSpPr>
          <p:spPr>
            <a:xfrm>
              <a:off x="1365901" y="4067010"/>
              <a:ext cx="713776" cy="125984"/>
            </a:xfrm>
            <a:custGeom>
              <a:avLst/>
              <a:gdLst/>
              <a:ahLst/>
              <a:cxnLst/>
              <a:rect l="l" t="t" r="r" b="b"/>
              <a:pathLst>
                <a:path w="32134" h="7228" extrusionOk="0">
                  <a:moveTo>
                    <a:pt x="31917" y="173"/>
                  </a:moveTo>
                  <a:lnTo>
                    <a:pt x="31917" y="7014"/>
                  </a:lnTo>
                  <a:lnTo>
                    <a:pt x="173" y="7014"/>
                  </a:lnTo>
                  <a:lnTo>
                    <a:pt x="173" y="173"/>
                  </a:lnTo>
                  <a:close/>
                  <a:moveTo>
                    <a:pt x="1" y="1"/>
                  </a:moveTo>
                  <a:lnTo>
                    <a:pt x="1" y="7227"/>
                  </a:lnTo>
                  <a:lnTo>
                    <a:pt x="32134" y="7227"/>
                  </a:lnTo>
                  <a:lnTo>
                    <a:pt x="32134"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4" name="Google Shape;1694;p43"/>
            <p:cNvSpPr/>
            <p:nvPr/>
          </p:nvSpPr>
          <p:spPr>
            <a:xfrm>
              <a:off x="1689036" y="4098499"/>
              <a:ext cx="67506" cy="68273"/>
            </a:xfrm>
            <a:custGeom>
              <a:avLst/>
              <a:gdLst/>
              <a:ahLst/>
              <a:cxnLst/>
              <a:rect l="l" t="t" r="r" b="b"/>
              <a:pathLst>
                <a:path w="3873" h="3917" extrusionOk="0">
                  <a:moveTo>
                    <a:pt x="1938" y="0"/>
                  </a:moveTo>
                  <a:cubicBezTo>
                    <a:pt x="861" y="0"/>
                    <a:pt x="1" y="905"/>
                    <a:pt x="1" y="1979"/>
                  </a:cubicBezTo>
                  <a:cubicBezTo>
                    <a:pt x="1" y="3056"/>
                    <a:pt x="861" y="3916"/>
                    <a:pt x="1938" y="3916"/>
                  </a:cubicBezTo>
                  <a:cubicBezTo>
                    <a:pt x="3012" y="3916"/>
                    <a:pt x="3872" y="3056"/>
                    <a:pt x="3872" y="1979"/>
                  </a:cubicBezTo>
                  <a:cubicBezTo>
                    <a:pt x="3872" y="905"/>
                    <a:pt x="3012" y="0"/>
                    <a:pt x="1938"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5" name="Google Shape;1695;p43"/>
            <p:cNvSpPr/>
            <p:nvPr/>
          </p:nvSpPr>
          <p:spPr>
            <a:xfrm>
              <a:off x="1365945" y="4225955"/>
              <a:ext cx="713688" cy="125984"/>
            </a:xfrm>
            <a:custGeom>
              <a:avLst/>
              <a:gdLst/>
              <a:ahLst/>
              <a:cxnLst/>
              <a:rect l="l" t="t" r="r" b="b"/>
              <a:pathLst>
                <a:path w="32130" h="7228" extrusionOk="0">
                  <a:moveTo>
                    <a:pt x="31958" y="218"/>
                  </a:moveTo>
                  <a:lnTo>
                    <a:pt x="31958" y="7055"/>
                  </a:lnTo>
                  <a:lnTo>
                    <a:pt x="214" y="7055"/>
                  </a:lnTo>
                  <a:lnTo>
                    <a:pt x="214" y="218"/>
                  </a:lnTo>
                  <a:close/>
                  <a:moveTo>
                    <a:pt x="0" y="1"/>
                  </a:moveTo>
                  <a:lnTo>
                    <a:pt x="0" y="7227"/>
                  </a:lnTo>
                  <a:lnTo>
                    <a:pt x="32130" y="7227"/>
                  </a:lnTo>
                  <a:lnTo>
                    <a:pt x="32130"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6" name="Google Shape;1696;p43"/>
            <p:cNvSpPr/>
            <p:nvPr/>
          </p:nvSpPr>
          <p:spPr>
            <a:xfrm>
              <a:off x="1689036" y="4258228"/>
              <a:ext cx="67506" cy="68204"/>
            </a:xfrm>
            <a:custGeom>
              <a:avLst/>
              <a:gdLst/>
              <a:ahLst/>
              <a:cxnLst/>
              <a:rect l="l" t="t" r="r" b="b"/>
              <a:pathLst>
                <a:path w="3873" h="3913" extrusionOk="0">
                  <a:moveTo>
                    <a:pt x="1938" y="0"/>
                  </a:moveTo>
                  <a:cubicBezTo>
                    <a:pt x="861" y="0"/>
                    <a:pt x="1" y="860"/>
                    <a:pt x="1" y="1934"/>
                  </a:cubicBezTo>
                  <a:cubicBezTo>
                    <a:pt x="1" y="3011"/>
                    <a:pt x="861" y="3913"/>
                    <a:pt x="1938" y="3913"/>
                  </a:cubicBezTo>
                  <a:cubicBezTo>
                    <a:pt x="3012" y="3913"/>
                    <a:pt x="3872" y="3011"/>
                    <a:pt x="3872" y="1934"/>
                  </a:cubicBezTo>
                  <a:cubicBezTo>
                    <a:pt x="3872" y="860"/>
                    <a:pt x="3012" y="0"/>
                    <a:pt x="1938"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7" name="Google Shape;1697;p43"/>
            <p:cNvSpPr/>
            <p:nvPr/>
          </p:nvSpPr>
          <p:spPr>
            <a:xfrm>
              <a:off x="1365945" y="4378189"/>
              <a:ext cx="713688" cy="125182"/>
            </a:xfrm>
            <a:custGeom>
              <a:avLst/>
              <a:gdLst/>
              <a:ahLst/>
              <a:cxnLst/>
              <a:rect l="l" t="t" r="r" b="b"/>
              <a:pathLst>
                <a:path w="32130" h="7182" extrusionOk="0">
                  <a:moveTo>
                    <a:pt x="31917" y="172"/>
                  </a:moveTo>
                  <a:lnTo>
                    <a:pt x="31917" y="7010"/>
                  </a:lnTo>
                  <a:lnTo>
                    <a:pt x="172" y="7010"/>
                  </a:lnTo>
                  <a:lnTo>
                    <a:pt x="172" y="172"/>
                  </a:lnTo>
                  <a:close/>
                  <a:moveTo>
                    <a:pt x="0" y="0"/>
                  </a:moveTo>
                  <a:lnTo>
                    <a:pt x="0" y="7182"/>
                  </a:lnTo>
                  <a:lnTo>
                    <a:pt x="32130" y="7182"/>
                  </a:lnTo>
                  <a:lnTo>
                    <a:pt x="32130"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8" name="Google Shape;1698;p43"/>
            <p:cNvSpPr/>
            <p:nvPr/>
          </p:nvSpPr>
          <p:spPr>
            <a:xfrm>
              <a:off x="1688679" y="4409659"/>
              <a:ext cx="68221" cy="68221"/>
            </a:xfrm>
            <a:custGeom>
              <a:avLst/>
              <a:gdLst/>
              <a:ahLst/>
              <a:cxnLst/>
              <a:rect l="l" t="t" r="r" b="b"/>
              <a:pathLst>
                <a:path w="3914" h="3914" extrusionOk="0">
                  <a:moveTo>
                    <a:pt x="1935" y="1"/>
                  </a:moveTo>
                  <a:cubicBezTo>
                    <a:pt x="861" y="1"/>
                    <a:pt x="1" y="903"/>
                    <a:pt x="1" y="1980"/>
                  </a:cubicBezTo>
                  <a:cubicBezTo>
                    <a:pt x="1" y="3053"/>
                    <a:pt x="861" y="3913"/>
                    <a:pt x="1935" y="3913"/>
                  </a:cubicBezTo>
                  <a:cubicBezTo>
                    <a:pt x="3012" y="3913"/>
                    <a:pt x="3913" y="3053"/>
                    <a:pt x="3913" y="1980"/>
                  </a:cubicBezTo>
                  <a:cubicBezTo>
                    <a:pt x="3913" y="903"/>
                    <a:pt x="3012" y="1"/>
                    <a:pt x="1935"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699" name="Google Shape;1699;p43"/>
            <p:cNvSpPr/>
            <p:nvPr/>
          </p:nvSpPr>
          <p:spPr>
            <a:xfrm>
              <a:off x="1365945" y="4529639"/>
              <a:ext cx="713688" cy="125967"/>
            </a:xfrm>
            <a:custGeom>
              <a:avLst/>
              <a:gdLst/>
              <a:ahLst/>
              <a:cxnLst/>
              <a:rect l="l" t="t" r="r" b="b"/>
              <a:pathLst>
                <a:path w="32130" h="7227" extrusionOk="0">
                  <a:moveTo>
                    <a:pt x="31917" y="214"/>
                  </a:moveTo>
                  <a:lnTo>
                    <a:pt x="31917" y="7010"/>
                  </a:lnTo>
                  <a:lnTo>
                    <a:pt x="172" y="7010"/>
                  </a:lnTo>
                  <a:lnTo>
                    <a:pt x="172" y="214"/>
                  </a:lnTo>
                  <a:close/>
                  <a:moveTo>
                    <a:pt x="0" y="0"/>
                  </a:moveTo>
                  <a:lnTo>
                    <a:pt x="0" y="7227"/>
                  </a:lnTo>
                  <a:lnTo>
                    <a:pt x="32130" y="7227"/>
                  </a:lnTo>
                  <a:lnTo>
                    <a:pt x="32130"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0" name="Google Shape;1700;p43"/>
            <p:cNvSpPr/>
            <p:nvPr/>
          </p:nvSpPr>
          <p:spPr>
            <a:xfrm>
              <a:off x="1688679" y="4561109"/>
              <a:ext cx="68221" cy="68221"/>
            </a:xfrm>
            <a:custGeom>
              <a:avLst/>
              <a:gdLst/>
              <a:ahLst/>
              <a:cxnLst/>
              <a:rect l="l" t="t" r="r" b="b"/>
              <a:pathLst>
                <a:path w="3914" h="3914" extrusionOk="0">
                  <a:moveTo>
                    <a:pt x="1935" y="1"/>
                  </a:moveTo>
                  <a:cubicBezTo>
                    <a:pt x="861" y="1"/>
                    <a:pt x="1" y="902"/>
                    <a:pt x="1" y="1979"/>
                  </a:cubicBezTo>
                  <a:cubicBezTo>
                    <a:pt x="1" y="3053"/>
                    <a:pt x="861" y="3913"/>
                    <a:pt x="1935" y="3913"/>
                  </a:cubicBezTo>
                  <a:cubicBezTo>
                    <a:pt x="3012" y="3913"/>
                    <a:pt x="3913" y="3053"/>
                    <a:pt x="3913" y="1979"/>
                  </a:cubicBezTo>
                  <a:cubicBezTo>
                    <a:pt x="3913" y="902"/>
                    <a:pt x="3012" y="1"/>
                    <a:pt x="1935"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1" name="Google Shape;1701;p43"/>
            <p:cNvSpPr/>
            <p:nvPr/>
          </p:nvSpPr>
          <p:spPr>
            <a:xfrm>
              <a:off x="1279916" y="4780772"/>
              <a:ext cx="885746" cy="35278"/>
            </a:xfrm>
            <a:custGeom>
              <a:avLst/>
              <a:gdLst/>
              <a:ahLst/>
              <a:cxnLst/>
              <a:rect l="l" t="t" r="r" b="b"/>
              <a:pathLst>
                <a:path w="39876" h="2024" extrusionOk="0">
                  <a:moveTo>
                    <a:pt x="0" y="0"/>
                  </a:moveTo>
                  <a:lnTo>
                    <a:pt x="0" y="2023"/>
                  </a:lnTo>
                  <a:lnTo>
                    <a:pt x="39876" y="2023"/>
                  </a:lnTo>
                  <a:lnTo>
                    <a:pt x="39876"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2" name="Google Shape;1702;p43"/>
            <p:cNvSpPr/>
            <p:nvPr/>
          </p:nvSpPr>
          <p:spPr>
            <a:xfrm>
              <a:off x="1301072" y="3564646"/>
              <a:ext cx="843438" cy="254217"/>
            </a:xfrm>
            <a:custGeom>
              <a:avLst/>
              <a:gdLst/>
              <a:ahLst/>
              <a:cxnLst/>
              <a:rect l="l" t="t" r="r" b="b"/>
              <a:pathLst>
                <a:path w="48390" h="14585" extrusionOk="0">
                  <a:moveTo>
                    <a:pt x="0" y="1"/>
                  </a:moveTo>
                  <a:lnTo>
                    <a:pt x="0" y="14584"/>
                  </a:lnTo>
                  <a:lnTo>
                    <a:pt x="48389" y="14584"/>
                  </a:lnTo>
                  <a:lnTo>
                    <a:pt x="48389"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3" name="Google Shape;1703;p43"/>
            <p:cNvSpPr/>
            <p:nvPr/>
          </p:nvSpPr>
          <p:spPr>
            <a:xfrm>
              <a:off x="1301072" y="3632118"/>
              <a:ext cx="843438" cy="186745"/>
            </a:xfrm>
            <a:custGeom>
              <a:avLst/>
              <a:gdLst/>
              <a:ahLst/>
              <a:cxnLst/>
              <a:rect l="l" t="t" r="r" b="b"/>
              <a:pathLst>
                <a:path w="48390" h="10714" extrusionOk="0">
                  <a:moveTo>
                    <a:pt x="0" y="1"/>
                  </a:moveTo>
                  <a:lnTo>
                    <a:pt x="0" y="476"/>
                  </a:lnTo>
                  <a:lnTo>
                    <a:pt x="9849" y="476"/>
                  </a:lnTo>
                  <a:lnTo>
                    <a:pt x="9849" y="9853"/>
                  </a:lnTo>
                  <a:lnTo>
                    <a:pt x="0" y="9853"/>
                  </a:lnTo>
                  <a:lnTo>
                    <a:pt x="0" y="10713"/>
                  </a:lnTo>
                  <a:lnTo>
                    <a:pt x="48389" y="10713"/>
                  </a:lnTo>
                  <a:lnTo>
                    <a:pt x="48389" y="9853"/>
                  </a:lnTo>
                  <a:lnTo>
                    <a:pt x="39143" y="9853"/>
                  </a:lnTo>
                  <a:lnTo>
                    <a:pt x="39143" y="476"/>
                  </a:lnTo>
                  <a:lnTo>
                    <a:pt x="48389" y="476"/>
                  </a:lnTo>
                  <a:lnTo>
                    <a:pt x="48389"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4" name="Google Shape;1704;p43"/>
            <p:cNvSpPr/>
            <p:nvPr/>
          </p:nvSpPr>
          <p:spPr>
            <a:xfrm>
              <a:off x="1999038" y="3653121"/>
              <a:ext cx="125967" cy="35278"/>
            </a:xfrm>
            <a:custGeom>
              <a:avLst/>
              <a:gdLst/>
              <a:ahLst/>
              <a:cxnLst/>
              <a:rect l="l" t="t" r="r" b="b"/>
              <a:pathLst>
                <a:path w="7227" h="2024" extrusionOk="0">
                  <a:moveTo>
                    <a:pt x="0" y="0"/>
                  </a:moveTo>
                  <a:lnTo>
                    <a:pt x="0" y="2024"/>
                  </a:lnTo>
                  <a:lnTo>
                    <a:pt x="7227" y="2024"/>
                  </a:lnTo>
                  <a:lnTo>
                    <a:pt x="7227"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5" name="Google Shape;1705;p43"/>
            <p:cNvSpPr/>
            <p:nvPr/>
          </p:nvSpPr>
          <p:spPr>
            <a:xfrm>
              <a:off x="1499721" y="3343512"/>
              <a:ext cx="562309" cy="221152"/>
            </a:xfrm>
            <a:custGeom>
              <a:avLst/>
              <a:gdLst/>
              <a:ahLst/>
              <a:cxnLst/>
              <a:rect l="l" t="t" r="r" b="b"/>
              <a:pathLst>
                <a:path w="32261" h="12688" extrusionOk="0">
                  <a:moveTo>
                    <a:pt x="0" y="0"/>
                  </a:moveTo>
                  <a:lnTo>
                    <a:pt x="0" y="12688"/>
                  </a:lnTo>
                  <a:lnTo>
                    <a:pt x="32261" y="12688"/>
                  </a:lnTo>
                  <a:lnTo>
                    <a:pt x="32261"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6" name="Google Shape;1706;p43"/>
            <p:cNvSpPr/>
            <p:nvPr/>
          </p:nvSpPr>
          <p:spPr>
            <a:xfrm>
              <a:off x="1592675" y="3199557"/>
              <a:ext cx="400385" cy="365106"/>
            </a:xfrm>
            <a:custGeom>
              <a:avLst/>
              <a:gdLst/>
              <a:ahLst/>
              <a:cxnLst/>
              <a:rect l="l" t="t" r="r" b="b"/>
              <a:pathLst>
                <a:path w="22971" h="20947" extrusionOk="0">
                  <a:moveTo>
                    <a:pt x="1" y="1"/>
                  </a:moveTo>
                  <a:lnTo>
                    <a:pt x="1" y="20947"/>
                  </a:lnTo>
                  <a:lnTo>
                    <a:pt x="22970" y="20947"/>
                  </a:lnTo>
                  <a:lnTo>
                    <a:pt x="2297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7" name="Google Shape;1707;p43"/>
            <p:cNvSpPr/>
            <p:nvPr/>
          </p:nvSpPr>
          <p:spPr>
            <a:xfrm>
              <a:off x="1999038" y="3724375"/>
              <a:ext cx="127466" cy="65206"/>
            </a:xfrm>
            <a:custGeom>
              <a:avLst/>
              <a:gdLst/>
              <a:ahLst/>
              <a:cxnLst/>
              <a:rect l="l" t="t" r="r" b="b"/>
              <a:pathLst>
                <a:path w="7313" h="3741" extrusionOk="0">
                  <a:moveTo>
                    <a:pt x="3658" y="0"/>
                  </a:moveTo>
                  <a:cubicBezTo>
                    <a:pt x="1635" y="0"/>
                    <a:pt x="0" y="861"/>
                    <a:pt x="0" y="1893"/>
                  </a:cubicBezTo>
                  <a:cubicBezTo>
                    <a:pt x="0" y="2925"/>
                    <a:pt x="1635" y="3741"/>
                    <a:pt x="3658" y="3741"/>
                  </a:cubicBezTo>
                  <a:cubicBezTo>
                    <a:pt x="5678" y="3741"/>
                    <a:pt x="7313" y="2925"/>
                    <a:pt x="7313" y="1893"/>
                  </a:cubicBezTo>
                  <a:cubicBezTo>
                    <a:pt x="7313" y="861"/>
                    <a:pt x="5678" y="0"/>
                    <a:pt x="365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8" name="Google Shape;1708;p43"/>
            <p:cNvSpPr/>
            <p:nvPr/>
          </p:nvSpPr>
          <p:spPr>
            <a:xfrm>
              <a:off x="1569476" y="3757352"/>
              <a:ext cx="340390" cy="32228"/>
            </a:xfrm>
            <a:custGeom>
              <a:avLst/>
              <a:gdLst/>
              <a:ahLst/>
              <a:cxnLst/>
              <a:rect l="l" t="t" r="r" b="b"/>
              <a:pathLst>
                <a:path w="19529" h="1849" extrusionOk="0">
                  <a:moveTo>
                    <a:pt x="0" y="1"/>
                  </a:moveTo>
                  <a:lnTo>
                    <a:pt x="0" y="1849"/>
                  </a:lnTo>
                  <a:lnTo>
                    <a:pt x="19528" y="1849"/>
                  </a:lnTo>
                  <a:lnTo>
                    <a:pt x="19528"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09" name="Google Shape;1709;p43"/>
            <p:cNvSpPr/>
            <p:nvPr/>
          </p:nvSpPr>
          <p:spPr>
            <a:xfrm>
              <a:off x="1615488" y="3075812"/>
              <a:ext cx="353586" cy="488842"/>
            </a:xfrm>
            <a:custGeom>
              <a:avLst/>
              <a:gdLst/>
              <a:ahLst/>
              <a:cxnLst/>
              <a:rect l="l" t="t" r="r" b="b"/>
              <a:pathLst>
                <a:path w="19484" h="28046" extrusionOk="0">
                  <a:moveTo>
                    <a:pt x="0" y="1"/>
                  </a:moveTo>
                  <a:lnTo>
                    <a:pt x="0" y="28046"/>
                  </a:lnTo>
                  <a:lnTo>
                    <a:pt x="19484" y="28046"/>
                  </a:lnTo>
                  <a:lnTo>
                    <a:pt x="19484"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710" name="Google Shape;1710;p43"/>
          <p:cNvGrpSpPr/>
          <p:nvPr/>
        </p:nvGrpSpPr>
        <p:grpSpPr>
          <a:xfrm>
            <a:off x="2670946" y="4818851"/>
            <a:ext cx="1328193" cy="1521828"/>
            <a:chOff x="-1579375" y="3065825"/>
            <a:chExt cx="1492800" cy="1710431"/>
          </a:xfrm>
        </p:grpSpPr>
        <p:sp>
          <p:nvSpPr>
            <p:cNvPr id="1711" name="Google Shape;1711;p43"/>
            <p:cNvSpPr/>
            <p:nvPr/>
          </p:nvSpPr>
          <p:spPr>
            <a:xfrm>
              <a:off x="-1528750" y="3120100"/>
              <a:ext cx="1360760" cy="1503482"/>
            </a:xfrm>
            <a:custGeom>
              <a:avLst/>
              <a:gdLst/>
              <a:ahLst/>
              <a:cxnLst/>
              <a:rect l="l" t="t" r="r" b="b"/>
              <a:pathLst>
                <a:path w="78070" h="84739" extrusionOk="0">
                  <a:moveTo>
                    <a:pt x="1" y="1"/>
                  </a:moveTo>
                  <a:lnTo>
                    <a:pt x="1" y="84738"/>
                  </a:lnTo>
                  <a:lnTo>
                    <a:pt x="78069" y="84738"/>
                  </a:lnTo>
                  <a:lnTo>
                    <a:pt x="78069"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12" name="Google Shape;1712;p43"/>
            <p:cNvSpPr/>
            <p:nvPr/>
          </p:nvSpPr>
          <p:spPr>
            <a:xfrm>
              <a:off x="-1047806" y="3788882"/>
              <a:ext cx="136459" cy="69703"/>
            </a:xfrm>
            <a:custGeom>
              <a:avLst/>
              <a:gdLst/>
              <a:ahLst/>
              <a:cxnLst/>
              <a:rect l="l" t="t" r="r" b="b"/>
              <a:pathLst>
                <a:path w="7829" h="3999" extrusionOk="0">
                  <a:moveTo>
                    <a:pt x="3916" y="0"/>
                  </a:moveTo>
                  <a:cubicBezTo>
                    <a:pt x="1766" y="0"/>
                    <a:pt x="0" y="902"/>
                    <a:pt x="0" y="2020"/>
                  </a:cubicBezTo>
                  <a:cubicBezTo>
                    <a:pt x="0" y="3097"/>
                    <a:pt x="1766" y="3999"/>
                    <a:pt x="3916" y="3999"/>
                  </a:cubicBezTo>
                  <a:cubicBezTo>
                    <a:pt x="6067" y="3999"/>
                    <a:pt x="7829" y="3097"/>
                    <a:pt x="7829" y="2020"/>
                  </a:cubicBezTo>
                  <a:cubicBezTo>
                    <a:pt x="7829" y="902"/>
                    <a:pt x="6067" y="0"/>
                    <a:pt x="391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13" name="Google Shape;1713;p43"/>
            <p:cNvSpPr/>
            <p:nvPr/>
          </p:nvSpPr>
          <p:spPr>
            <a:xfrm>
              <a:off x="-780134" y="3788882"/>
              <a:ext cx="131196" cy="69703"/>
            </a:xfrm>
            <a:custGeom>
              <a:avLst/>
              <a:gdLst/>
              <a:ahLst/>
              <a:cxnLst/>
              <a:rect l="l" t="t" r="r" b="b"/>
              <a:pathLst>
                <a:path w="7527" h="3999" extrusionOk="0">
                  <a:moveTo>
                    <a:pt x="3786" y="0"/>
                  </a:moveTo>
                  <a:cubicBezTo>
                    <a:pt x="1677" y="0"/>
                    <a:pt x="1" y="902"/>
                    <a:pt x="1" y="2020"/>
                  </a:cubicBezTo>
                  <a:cubicBezTo>
                    <a:pt x="1" y="3097"/>
                    <a:pt x="1677" y="3999"/>
                    <a:pt x="3786" y="3999"/>
                  </a:cubicBezTo>
                  <a:cubicBezTo>
                    <a:pt x="5851" y="3999"/>
                    <a:pt x="7527" y="3097"/>
                    <a:pt x="7527" y="2020"/>
                  </a:cubicBezTo>
                  <a:cubicBezTo>
                    <a:pt x="7527" y="902"/>
                    <a:pt x="5851" y="0"/>
                    <a:pt x="378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14" name="Google Shape;1714;p43"/>
            <p:cNvSpPr/>
            <p:nvPr/>
          </p:nvSpPr>
          <p:spPr>
            <a:xfrm>
              <a:off x="-1557226" y="4597093"/>
              <a:ext cx="1422218" cy="179163"/>
            </a:xfrm>
            <a:custGeom>
              <a:avLst/>
              <a:gdLst/>
              <a:ahLst/>
              <a:cxnLst/>
              <a:rect l="l" t="t" r="r" b="b"/>
              <a:pathLst>
                <a:path w="81596" h="10279" extrusionOk="0">
                  <a:moveTo>
                    <a:pt x="0" y="0"/>
                  </a:moveTo>
                  <a:lnTo>
                    <a:pt x="0" y="1762"/>
                  </a:lnTo>
                  <a:lnTo>
                    <a:pt x="7010" y="1762"/>
                  </a:lnTo>
                  <a:lnTo>
                    <a:pt x="7010" y="10279"/>
                  </a:lnTo>
                  <a:lnTo>
                    <a:pt x="12130" y="10279"/>
                  </a:lnTo>
                  <a:lnTo>
                    <a:pt x="12130" y="1762"/>
                  </a:lnTo>
                  <a:lnTo>
                    <a:pt x="68392" y="1762"/>
                  </a:lnTo>
                  <a:lnTo>
                    <a:pt x="68392" y="10279"/>
                  </a:lnTo>
                  <a:lnTo>
                    <a:pt x="73767" y="10279"/>
                  </a:lnTo>
                  <a:lnTo>
                    <a:pt x="73767" y="1762"/>
                  </a:lnTo>
                  <a:lnTo>
                    <a:pt x="81596" y="1762"/>
                  </a:lnTo>
                  <a:lnTo>
                    <a:pt x="81596"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15" name="Google Shape;1715;p43"/>
            <p:cNvSpPr/>
            <p:nvPr/>
          </p:nvSpPr>
          <p:spPr>
            <a:xfrm>
              <a:off x="-1579375" y="3065825"/>
              <a:ext cx="1492800" cy="69600"/>
            </a:xfrm>
            <a:prstGeom prst="rect">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16" name="Google Shape;1716;p43"/>
            <p:cNvSpPr/>
            <p:nvPr/>
          </p:nvSpPr>
          <p:spPr>
            <a:xfrm rot="5400000">
              <a:off x="-1621475" y="3831525"/>
              <a:ext cx="1546200" cy="37800"/>
            </a:xfrm>
            <a:prstGeom prst="rect">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2"/>
        <p:cNvGrpSpPr/>
        <p:nvPr/>
      </p:nvGrpSpPr>
      <p:grpSpPr>
        <a:xfrm>
          <a:off x="0" y="0"/>
          <a:ext cx="0" cy="0"/>
          <a:chOff x="0" y="0"/>
          <a:chExt cx="0" cy="0"/>
        </a:xfrm>
      </p:grpSpPr>
      <p:pic>
        <p:nvPicPr>
          <p:cNvPr id="5" name="Picture 4">
            <a:extLst>
              <a:ext uri="{FF2B5EF4-FFF2-40B4-BE49-F238E27FC236}">
                <a16:creationId xmlns:a16="http://schemas.microsoft.com/office/drawing/2014/main" id="{0A5ED4D9-B40C-5822-C8DE-588F70EDF907}"/>
              </a:ext>
            </a:extLst>
          </p:cNvPr>
          <p:cNvPicPr>
            <a:picLocks noChangeAspect="1"/>
          </p:cNvPicPr>
          <p:nvPr/>
        </p:nvPicPr>
        <p:blipFill>
          <a:blip r:embed="rId4"/>
          <a:stretch>
            <a:fillRect/>
          </a:stretch>
        </p:blipFill>
        <p:spPr>
          <a:xfrm>
            <a:off x="789131" y="3502538"/>
            <a:ext cx="5913421" cy="3355462"/>
          </a:xfrm>
          <a:prstGeom prst="rect">
            <a:avLst/>
          </a:prstGeom>
        </p:spPr>
      </p:pic>
      <p:pic>
        <p:nvPicPr>
          <p:cNvPr id="7" name="Picture 6">
            <a:extLst>
              <a:ext uri="{FF2B5EF4-FFF2-40B4-BE49-F238E27FC236}">
                <a16:creationId xmlns:a16="http://schemas.microsoft.com/office/drawing/2014/main" id="{AD4A7406-024A-0B25-FE90-A87608A5EF96}"/>
              </a:ext>
            </a:extLst>
          </p:cNvPr>
          <p:cNvPicPr>
            <a:picLocks noChangeAspect="1"/>
          </p:cNvPicPr>
          <p:nvPr/>
        </p:nvPicPr>
        <p:blipFill>
          <a:blip r:embed="rId5"/>
          <a:stretch>
            <a:fillRect/>
          </a:stretch>
        </p:blipFill>
        <p:spPr>
          <a:xfrm>
            <a:off x="853139" y="73538"/>
            <a:ext cx="3118190" cy="3355462"/>
          </a:xfrm>
          <a:prstGeom prst="rect">
            <a:avLst/>
          </a:prstGeom>
        </p:spPr>
      </p:pic>
      <p:pic>
        <p:nvPicPr>
          <p:cNvPr id="9" name="Picture 8">
            <a:extLst>
              <a:ext uri="{FF2B5EF4-FFF2-40B4-BE49-F238E27FC236}">
                <a16:creationId xmlns:a16="http://schemas.microsoft.com/office/drawing/2014/main" id="{C5FA48AD-2162-A73D-E18E-13651ADA80F4}"/>
              </a:ext>
            </a:extLst>
          </p:cNvPr>
          <p:cNvPicPr>
            <a:picLocks noChangeAspect="1"/>
          </p:cNvPicPr>
          <p:nvPr/>
        </p:nvPicPr>
        <p:blipFill>
          <a:blip r:embed="rId6"/>
          <a:stretch>
            <a:fillRect/>
          </a:stretch>
        </p:blipFill>
        <p:spPr>
          <a:xfrm>
            <a:off x="4117547" y="73538"/>
            <a:ext cx="3118190" cy="3355462"/>
          </a:xfrm>
          <a:prstGeom prst="rect">
            <a:avLst/>
          </a:prstGeom>
        </p:spPr>
      </p:pic>
      <p:sp>
        <p:nvSpPr>
          <p:cNvPr id="10" name="TextBox 9">
            <a:extLst>
              <a:ext uri="{FF2B5EF4-FFF2-40B4-BE49-F238E27FC236}">
                <a16:creationId xmlns:a16="http://schemas.microsoft.com/office/drawing/2014/main" id="{DA0B811B-DD6D-B2A9-D3F1-1904F5819BA0}"/>
              </a:ext>
            </a:extLst>
          </p:cNvPr>
          <p:cNvSpPr txBox="1"/>
          <p:nvPr/>
        </p:nvSpPr>
        <p:spPr>
          <a:xfrm rot="20813214">
            <a:off x="9628633" y="1566603"/>
            <a:ext cx="2148840" cy="369332"/>
          </a:xfrm>
          <a:prstGeom prst="rect">
            <a:avLst/>
          </a:prstGeom>
          <a:noFill/>
        </p:spPr>
        <p:txBody>
          <a:bodyPr wrap="square" rtlCol="0">
            <a:spAutoFit/>
          </a:bodyPr>
          <a:lstStyle/>
          <a:p>
            <a:r>
              <a:rPr lang="en-US" dirty="0">
                <a:solidFill>
                  <a:schemeClr val="tx2">
                    <a:lumMod val="10000"/>
                  </a:schemeClr>
                </a:solidFill>
              </a:rPr>
              <a:t>UML Diagrams</a:t>
            </a:r>
          </a:p>
        </p:txBody>
      </p:sp>
      <p:sp>
        <p:nvSpPr>
          <p:cNvPr id="11" name="TextBox 10">
            <a:extLst>
              <a:ext uri="{FF2B5EF4-FFF2-40B4-BE49-F238E27FC236}">
                <a16:creationId xmlns:a16="http://schemas.microsoft.com/office/drawing/2014/main" id="{08DEEC6F-05AB-8453-31F2-F7B3ED1F6454}"/>
              </a:ext>
            </a:extLst>
          </p:cNvPr>
          <p:cNvSpPr txBox="1"/>
          <p:nvPr/>
        </p:nvSpPr>
        <p:spPr>
          <a:xfrm rot="20974842">
            <a:off x="10177272" y="3907275"/>
            <a:ext cx="1755648" cy="369332"/>
          </a:xfrm>
          <a:prstGeom prst="rect">
            <a:avLst/>
          </a:prstGeom>
          <a:noFill/>
        </p:spPr>
        <p:txBody>
          <a:bodyPr wrap="square" rtlCol="0">
            <a:spAutoFit/>
          </a:bodyPr>
          <a:lstStyle/>
          <a:p>
            <a:r>
              <a:rPr lang="en-US" dirty="0">
                <a:solidFill>
                  <a:schemeClr val="tx2">
                    <a:lumMod val="10000"/>
                  </a:schemeClr>
                </a:solidFill>
              </a:rPr>
              <a:t>ER Diagrams</a:t>
            </a:r>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4"/>
        <p:cNvGrpSpPr/>
        <p:nvPr/>
      </p:nvGrpSpPr>
      <p:grpSpPr>
        <a:xfrm>
          <a:off x="0" y="0"/>
          <a:ext cx="0" cy="0"/>
          <a:chOff x="0" y="0"/>
          <a:chExt cx="0" cy="0"/>
        </a:xfrm>
      </p:grpSpPr>
      <p:sp>
        <p:nvSpPr>
          <p:cNvPr id="1781" name="Google Shape;1781;p47"/>
          <p:cNvSpPr txBox="1">
            <a:spLocks noGrp="1"/>
          </p:cNvSpPr>
          <p:nvPr>
            <p:ph type="title"/>
          </p:nvPr>
        </p:nvSpPr>
        <p:spPr>
          <a:xfrm>
            <a:off x="989890" y="245114"/>
            <a:ext cx="3068805" cy="709591"/>
          </a:xfrm>
          <a:prstGeom prst="rect">
            <a:avLst/>
          </a:prstGeom>
        </p:spPr>
        <p:txBody>
          <a:bodyPr spcFirstLastPara="1" wrap="square" lIns="121900" tIns="121900" rIns="121900" bIns="121900" anchor="t" anchorCtr="0">
            <a:noAutofit/>
          </a:bodyPr>
          <a:lstStyle/>
          <a:p>
            <a:r>
              <a:rPr lang="en" dirty="0"/>
              <a:t>Interfaces</a:t>
            </a:r>
            <a:endParaRPr dirty="0"/>
          </a:p>
        </p:txBody>
      </p:sp>
      <p:grpSp>
        <p:nvGrpSpPr>
          <p:cNvPr id="1785" name="Google Shape;1785;p47"/>
          <p:cNvGrpSpPr/>
          <p:nvPr/>
        </p:nvGrpSpPr>
        <p:grpSpPr>
          <a:xfrm>
            <a:off x="278268" y="3168254"/>
            <a:ext cx="2382363" cy="3327093"/>
            <a:chOff x="184251" y="2368040"/>
            <a:chExt cx="1786772" cy="2495320"/>
          </a:xfrm>
        </p:grpSpPr>
        <p:grpSp>
          <p:nvGrpSpPr>
            <p:cNvPr id="1786" name="Google Shape;1786;p47"/>
            <p:cNvGrpSpPr/>
            <p:nvPr/>
          </p:nvGrpSpPr>
          <p:grpSpPr>
            <a:xfrm flipH="1">
              <a:off x="868600" y="2998656"/>
              <a:ext cx="1102423" cy="1810818"/>
              <a:chOff x="456850" y="2998656"/>
              <a:chExt cx="1102423" cy="1810818"/>
            </a:xfrm>
          </p:grpSpPr>
          <p:sp>
            <p:nvSpPr>
              <p:cNvPr id="1787" name="Google Shape;1787;p47"/>
              <p:cNvSpPr/>
              <p:nvPr/>
            </p:nvSpPr>
            <p:spPr>
              <a:xfrm>
                <a:off x="676453" y="2998656"/>
                <a:ext cx="882755" cy="619678"/>
              </a:xfrm>
              <a:custGeom>
                <a:avLst/>
                <a:gdLst/>
                <a:ahLst/>
                <a:cxnLst/>
                <a:rect l="l" t="t" r="r" b="b"/>
                <a:pathLst>
                  <a:path w="59315" h="41638" extrusionOk="0">
                    <a:moveTo>
                      <a:pt x="2365" y="1"/>
                    </a:moveTo>
                    <a:lnTo>
                      <a:pt x="0" y="992"/>
                    </a:lnTo>
                    <a:lnTo>
                      <a:pt x="15571" y="38197"/>
                    </a:lnTo>
                    <a:lnTo>
                      <a:pt x="16817" y="41638"/>
                    </a:lnTo>
                    <a:lnTo>
                      <a:pt x="59315" y="41638"/>
                    </a:lnTo>
                    <a:lnTo>
                      <a:pt x="59315" y="39659"/>
                    </a:lnTo>
                    <a:lnTo>
                      <a:pt x="18366" y="38283"/>
                    </a:lnTo>
                    <a:lnTo>
                      <a:pt x="2365"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88" name="Google Shape;1788;p47"/>
              <p:cNvSpPr/>
              <p:nvPr/>
            </p:nvSpPr>
            <p:spPr>
              <a:xfrm>
                <a:off x="1024047" y="3400690"/>
                <a:ext cx="197848" cy="215097"/>
              </a:xfrm>
              <a:custGeom>
                <a:avLst/>
                <a:gdLst/>
                <a:ahLst/>
                <a:cxnLst/>
                <a:rect l="l" t="t" r="r" b="b"/>
                <a:pathLst>
                  <a:path w="13294" h="14453" extrusionOk="0">
                    <a:moveTo>
                      <a:pt x="10926" y="5551"/>
                    </a:moveTo>
                    <a:lnTo>
                      <a:pt x="10926" y="9422"/>
                    </a:lnTo>
                    <a:lnTo>
                      <a:pt x="9164" y="9422"/>
                    </a:lnTo>
                    <a:lnTo>
                      <a:pt x="9164" y="5551"/>
                    </a:lnTo>
                    <a:close/>
                    <a:moveTo>
                      <a:pt x="45" y="0"/>
                    </a:moveTo>
                    <a:lnTo>
                      <a:pt x="0" y="14453"/>
                    </a:lnTo>
                    <a:lnTo>
                      <a:pt x="9164" y="14453"/>
                    </a:lnTo>
                    <a:lnTo>
                      <a:pt x="9164" y="11184"/>
                    </a:lnTo>
                    <a:lnTo>
                      <a:pt x="13249" y="11184"/>
                    </a:lnTo>
                    <a:lnTo>
                      <a:pt x="13293" y="4260"/>
                    </a:lnTo>
                    <a:lnTo>
                      <a:pt x="9164" y="4260"/>
                    </a:lnTo>
                    <a:lnTo>
                      <a:pt x="9164"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nvGrpSpPr>
              <p:cNvPr id="1789" name="Google Shape;1789;p47"/>
              <p:cNvGrpSpPr/>
              <p:nvPr/>
            </p:nvGrpSpPr>
            <p:grpSpPr>
              <a:xfrm>
                <a:off x="456850" y="3615778"/>
                <a:ext cx="1102423" cy="1193696"/>
                <a:chOff x="456850" y="3615778"/>
                <a:chExt cx="1102423" cy="1193696"/>
              </a:xfrm>
            </p:grpSpPr>
            <p:sp>
              <p:nvSpPr>
                <p:cNvPr id="1790" name="Google Shape;1790;p47"/>
                <p:cNvSpPr/>
                <p:nvPr/>
              </p:nvSpPr>
              <p:spPr>
                <a:xfrm>
                  <a:off x="456850" y="3615786"/>
                  <a:ext cx="1102347" cy="1149125"/>
                </a:xfrm>
                <a:custGeom>
                  <a:avLst/>
                  <a:gdLst/>
                  <a:ahLst/>
                  <a:cxnLst/>
                  <a:rect l="l" t="t" r="r" b="b"/>
                  <a:pathLst>
                    <a:path w="74070" h="98892" extrusionOk="0">
                      <a:moveTo>
                        <a:pt x="0" y="1"/>
                      </a:moveTo>
                      <a:lnTo>
                        <a:pt x="0" y="15056"/>
                      </a:lnTo>
                      <a:lnTo>
                        <a:pt x="14583" y="15056"/>
                      </a:lnTo>
                      <a:lnTo>
                        <a:pt x="14583" y="98892"/>
                      </a:lnTo>
                      <a:lnTo>
                        <a:pt x="65168" y="98892"/>
                      </a:lnTo>
                      <a:lnTo>
                        <a:pt x="65168" y="15056"/>
                      </a:lnTo>
                      <a:lnTo>
                        <a:pt x="74070" y="15056"/>
                      </a:lnTo>
                      <a:lnTo>
                        <a:pt x="74070"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91" name="Google Shape;1791;p47"/>
                <p:cNvSpPr/>
                <p:nvPr/>
              </p:nvSpPr>
              <p:spPr>
                <a:xfrm>
                  <a:off x="456854" y="3615778"/>
                  <a:ext cx="1102347" cy="61480"/>
                </a:xfrm>
                <a:custGeom>
                  <a:avLst/>
                  <a:gdLst/>
                  <a:ahLst/>
                  <a:cxnLst/>
                  <a:rect l="l" t="t" r="r" b="b"/>
                  <a:pathLst>
                    <a:path w="74070" h="4131" extrusionOk="0">
                      <a:moveTo>
                        <a:pt x="0" y="1"/>
                      </a:moveTo>
                      <a:lnTo>
                        <a:pt x="0" y="4130"/>
                      </a:lnTo>
                      <a:lnTo>
                        <a:pt x="74070" y="4130"/>
                      </a:lnTo>
                      <a:lnTo>
                        <a:pt x="74070"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92" name="Google Shape;1792;p47"/>
                <p:cNvSpPr/>
                <p:nvPr/>
              </p:nvSpPr>
              <p:spPr>
                <a:xfrm>
                  <a:off x="456850" y="4735808"/>
                  <a:ext cx="1102423" cy="73666"/>
                </a:xfrm>
                <a:custGeom>
                  <a:avLst/>
                  <a:gdLst/>
                  <a:ahLst/>
                  <a:cxnLst/>
                  <a:rect l="l" t="t" r="r" b="b"/>
                  <a:pathLst>
                    <a:path w="58283" h="4949" extrusionOk="0">
                      <a:moveTo>
                        <a:pt x="1" y="0"/>
                      </a:moveTo>
                      <a:lnTo>
                        <a:pt x="1" y="4948"/>
                      </a:lnTo>
                      <a:lnTo>
                        <a:pt x="58283" y="4948"/>
                      </a:lnTo>
                      <a:lnTo>
                        <a:pt x="5828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1793" name="Google Shape;1793;p47"/>
              <p:cNvSpPr/>
              <p:nvPr/>
            </p:nvSpPr>
            <p:spPr>
              <a:xfrm>
                <a:off x="1024716" y="3437198"/>
                <a:ext cx="135714" cy="20508"/>
              </a:xfrm>
              <a:custGeom>
                <a:avLst/>
                <a:gdLst/>
                <a:ahLst/>
                <a:cxnLst/>
                <a:rect l="l" t="t" r="r" b="b"/>
                <a:pathLst>
                  <a:path w="9119" h="1378" extrusionOk="0">
                    <a:moveTo>
                      <a:pt x="0" y="1"/>
                    </a:moveTo>
                    <a:lnTo>
                      <a:pt x="0" y="1332"/>
                    </a:lnTo>
                    <a:lnTo>
                      <a:pt x="9119" y="1377"/>
                    </a:lnTo>
                    <a:lnTo>
                      <a:pt x="9119"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94" name="Google Shape;1794;p47"/>
              <p:cNvSpPr/>
              <p:nvPr/>
            </p:nvSpPr>
            <p:spPr>
              <a:xfrm>
                <a:off x="1024047" y="3594689"/>
                <a:ext cx="136383" cy="14094"/>
              </a:xfrm>
              <a:custGeom>
                <a:avLst/>
                <a:gdLst/>
                <a:ahLst/>
                <a:cxnLst/>
                <a:rect l="l" t="t" r="r" b="b"/>
                <a:pathLst>
                  <a:path w="9164" h="947" extrusionOk="0">
                    <a:moveTo>
                      <a:pt x="45" y="0"/>
                    </a:moveTo>
                    <a:lnTo>
                      <a:pt x="0" y="946"/>
                    </a:lnTo>
                    <a:lnTo>
                      <a:pt x="9164" y="946"/>
                    </a:lnTo>
                    <a:lnTo>
                      <a:pt x="9164" y="41"/>
                    </a:lnTo>
                    <a:lnTo>
                      <a:pt x="45" y="0"/>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795" name="Google Shape;1795;p47"/>
            <p:cNvGrpSpPr/>
            <p:nvPr/>
          </p:nvGrpSpPr>
          <p:grpSpPr>
            <a:xfrm flipH="1">
              <a:off x="184251" y="2368040"/>
              <a:ext cx="804574" cy="2495320"/>
              <a:chOff x="2486767" y="2118470"/>
              <a:chExt cx="885120" cy="2745127"/>
            </a:xfrm>
          </p:grpSpPr>
          <p:sp>
            <p:nvSpPr>
              <p:cNvPr id="1796" name="Google Shape;1796;p47"/>
              <p:cNvSpPr/>
              <p:nvPr/>
            </p:nvSpPr>
            <p:spPr>
              <a:xfrm>
                <a:off x="3095139" y="4661535"/>
                <a:ext cx="162078" cy="178384"/>
              </a:xfrm>
              <a:custGeom>
                <a:avLst/>
                <a:gdLst/>
                <a:ahLst/>
                <a:cxnLst/>
                <a:rect l="l" t="t" r="r" b="b"/>
                <a:pathLst>
                  <a:path w="3552" h="3910" extrusionOk="0">
                    <a:moveTo>
                      <a:pt x="62" y="3837"/>
                    </a:moveTo>
                    <a:cubicBezTo>
                      <a:pt x="54" y="3839"/>
                      <a:pt x="46" y="3841"/>
                      <a:pt x="38" y="3844"/>
                    </a:cubicBezTo>
                    <a:lnTo>
                      <a:pt x="77" y="3864"/>
                    </a:lnTo>
                    <a:cubicBezTo>
                      <a:pt x="72" y="3858"/>
                      <a:pt x="67" y="3849"/>
                      <a:pt x="62" y="3837"/>
                    </a:cubicBezTo>
                    <a:close/>
                    <a:moveTo>
                      <a:pt x="1895" y="1"/>
                    </a:moveTo>
                    <a:cubicBezTo>
                      <a:pt x="1711" y="1"/>
                      <a:pt x="1529" y="26"/>
                      <a:pt x="1392" y="95"/>
                    </a:cubicBezTo>
                    <a:cubicBezTo>
                      <a:pt x="1059" y="291"/>
                      <a:pt x="823" y="702"/>
                      <a:pt x="666" y="1056"/>
                    </a:cubicBezTo>
                    <a:cubicBezTo>
                      <a:pt x="392" y="1763"/>
                      <a:pt x="117" y="2451"/>
                      <a:pt x="18" y="3197"/>
                    </a:cubicBezTo>
                    <a:cubicBezTo>
                      <a:pt x="1" y="3320"/>
                      <a:pt x="15" y="3718"/>
                      <a:pt x="62" y="3837"/>
                    </a:cubicBezTo>
                    <a:lnTo>
                      <a:pt x="62" y="3837"/>
                    </a:lnTo>
                    <a:cubicBezTo>
                      <a:pt x="194" y="3798"/>
                      <a:pt x="343" y="3784"/>
                      <a:pt x="499" y="3784"/>
                    </a:cubicBezTo>
                    <a:cubicBezTo>
                      <a:pt x="851" y="3784"/>
                      <a:pt x="1236" y="3856"/>
                      <a:pt x="1530" y="3883"/>
                    </a:cubicBezTo>
                    <a:cubicBezTo>
                      <a:pt x="1722" y="3898"/>
                      <a:pt x="1924" y="3910"/>
                      <a:pt x="2128" y="3910"/>
                    </a:cubicBezTo>
                    <a:cubicBezTo>
                      <a:pt x="2468" y="3910"/>
                      <a:pt x="2813" y="3876"/>
                      <a:pt x="3120" y="3765"/>
                    </a:cubicBezTo>
                    <a:cubicBezTo>
                      <a:pt x="3552" y="3628"/>
                      <a:pt x="3454" y="3118"/>
                      <a:pt x="3454" y="2725"/>
                    </a:cubicBezTo>
                    <a:cubicBezTo>
                      <a:pt x="3454" y="2587"/>
                      <a:pt x="3473" y="2430"/>
                      <a:pt x="3454" y="2293"/>
                    </a:cubicBezTo>
                    <a:cubicBezTo>
                      <a:pt x="3434" y="2097"/>
                      <a:pt x="3297" y="1998"/>
                      <a:pt x="3219" y="1841"/>
                    </a:cubicBezTo>
                    <a:cubicBezTo>
                      <a:pt x="3140" y="1704"/>
                      <a:pt x="3120" y="1547"/>
                      <a:pt x="3041" y="1409"/>
                    </a:cubicBezTo>
                    <a:cubicBezTo>
                      <a:pt x="2944" y="1273"/>
                      <a:pt x="2806" y="1116"/>
                      <a:pt x="2766" y="938"/>
                    </a:cubicBezTo>
                    <a:cubicBezTo>
                      <a:pt x="2688" y="605"/>
                      <a:pt x="2904" y="114"/>
                      <a:pt x="2413" y="55"/>
                    </a:cubicBezTo>
                    <a:cubicBezTo>
                      <a:pt x="2266" y="26"/>
                      <a:pt x="2080" y="1"/>
                      <a:pt x="189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97" name="Google Shape;1797;p47"/>
              <p:cNvSpPr/>
              <p:nvPr/>
            </p:nvSpPr>
            <p:spPr>
              <a:xfrm>
                <a:off x="3067259" y="4571750"/>
                <a:ext cx="140723" cy="178338"/>
              </a:xfrm>
              <a:custGeom>
                <a:avLst/>
                <a:gdLst/>
                <a:ahLst/>
                <a:cxnLst/>
                <a:rect l="l" t="t" r="r" b="b"/>
                <a:pathLst>
                  <a:path w="3084" h="3909" extrusionOk="0">
                    <a:moveTo>
                      <a:pt x="100" y="1"/>
                    </a:moveTo>
                    <a:lnTo>
                      <a:pt x="1" y="3830"/>
                    </a:lnTo>
                    <a:lnTo>
                      <a:pt x="3005" y="3908"/>
                    </a:lnTo>
                    <a:lnTo>
                      <a:pt x="3084" y="79"/>
                    </a:lnTo>
                    <a:lnTo>
                      <a:pt x="100"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98" name="Google Shape;1798;p47"/>
              <p:cNvSpPr/>
              <p:nvPr/>
            </p:nvSpPr>
            <p:spPr>
              <a:xfrm>
                <a:off x="2892637" y="3555245"/>
                <a:ext cx="360158" cy="1150052"/>
              </a:xfrm>
              <a:custGeom>
                <a:avLst/>
                <a:gdLst/>
                <a:ahLst/>
                <a:cxnLst/>
                <a:rect l="l" t="t" r="r" b="b"/>
                <a:pathLst>
                  <a:path w="7893" h="25208" extrusionOk="0">
                    <a:moveTo>
                      <a:pt x="1099" y="0"/>
                    </a:moveTo>
                    <a:lnTo>
                      <a:pt x="0" y="10758"/>
                    </a:lnTo>
                    <a:cubicBezTo>
                      <a:pt x="0" y="10758"/>
                      <a:pt x="79" y="11916"/>
                      <a:pt x="79" y="11936"/>
                    </a:cubicBezTo>
                    <a:cubicBezTo>
                      <a:pt x="961" y="15234"/>
                      <a:pt x="2199" y="25207"/>
                      <a:pt x="2199" y="25207"/>
                    </a:cubicBezTo>
                    <a:lnTo>
                      <a:pt x="7892" y="24540"/>
                    </a:lnTo>
                    <a:cubicBezTo>
                      <a:pt x="7892" y="24540"/>
                      <a:pt x="6929" y="17944"/>
                      <a:pt x="6400" y="15724"/>
                    </a:cubicBezTo>
                    <a:cubicBezTo>
                      <a:pt x="6144" y="14606"/>
                      <a:pt x="5065" y="11877"/>
                      <a:pt x="4594" y="10699"/>
                    </a:cubicBezTo>
                    <a:lnTo>
                      <a:pt x="7204" y="39"/>
                    </a:lnTo>
                    <a:lnTo>
                      <a:pt x="1099"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99" name="Google Shape;1799;p47"/>
              <p:cNvSpPr/>
              <p:nvPr/>
            </p:nvSpPr>
            <p:spPr>
              <a:xfrm>
                <a:off x="2913170" y="4669427"/>
                <a:ext cx="342271" cy="194169"/>
              </a:xfrm>
              <a:custGeom>
                <a:avLst/>
                <a:gdLst/>
                <a:ahLst/>
                <a:cxnLst/>
                <a:rect l="l" t="t" r="r" b="b"/>
                <a:pathLst>
                  <a:path w="7501" h="4256" extrusionOk="0">
                    <a:moveTo>
                      <a:pt x="6657" y="0"/>
                    </a:moveTo>
                    <a:cubicBezTo>
                      <a:pt x="6558" y="39"/>
                      <a:pt x="6461" y="236"/>
                      <a:pt x="6362" y="333"/>
                    </a:cubicBezTo>
                    <a:cubicBezTo>
                      <a:pt x="6244" y="471"/>
                      <a:pt x="6087" y="589"/>
                      <a:pt x="5930" y="687"/>
                    </a:cubicBezTo>
                    <a:cubicBezTo>
                      <a:pt x="5694" y="825"/>
                      <a:pt x="5440" y="961"/>
                      <a:pt x="5184" y="1060"/>
                    </a:cubicBezTo>
                    <a:cubicBezTo>
                      <a:pt x="5099" y="1086"/>
                      <a:pt x="5022" y="1098"/>
                      <a:pt x="4949" y="1098"/>
                    </a:cubicBezTo>
                    <a:cubicBezTo>
                      <a:pt x="4579" y="1098"/>
                      <a:pt x="4334" y="805"/>
                      <a:pt x="4006" y="608"/>
                    </a:cubicBezTo>
                    <a:cubicBezTo>
                      <a:pt x="3913" y="562"/>
                      <a:pt x="3800" y="522"/>
                      <a:pt x="3694" y="522"/>
                    </a:cubicBezTo>
                    <a:cubicBezTo>
                      <a:pt x="3643" y="522"/>
                      <a:pt x="3594" y="531"/>
                      <a:pt x="3550" y="553"/>
                    </a:cubicBezTo>
                    <a:lnTo>
                      <a:pt x="3550" y="553"/>
                    </a:lnTo>
                    <a:lnTo>
                      <a:pt x="3555" y="550"/>
                    </a:lnTo>
                    <a:lnTo>
                      <a:pt x="3555" y="550"/>
                    </a:lnTo>
                    <a:cubicBezTo>
                      <a:pt x="3552" y="552"/>
                      <a:pt x="3549" y="553"/>
                      <a:pt x="3546" y="555"/>
                    </a:cubicBezTo>
                    <a:lnTo>
                      <a:pt x="3546" y="555"/>
                    </a:lnTo>
                    <a:cubicBezTo>
                      <a:pt x="3528" y="564"/>
                      <a:pt x="3511" y="576"/>
                      <a:pt x="3495" y="589"/>
                    </a:cubicBezTo>
                    <a:lnTo>
                      <a:pt x="3517" y="575"/>
                    </a:lnTo>
                    <a:lnTo>
                      <a:pt x="3517" y="575"/>
                    </a:lnTo>
                    <a:cubicBezTo>
                      <a:pt x="3402" y="661"/>
                      <a:pt x="3331" y="817"/>
                      <a:pt x="3260" y="943"/>
                    </a:cubicBezTo>
                    <a:cubicBezTo>
                      <a:pt x="3162" y="1118"/>
                      <a:pt x="3045" y="1296"/>
                      <a:pt x="2927" y="1472"/>
                    </a:cubicBezTo>
                    <a:cubicBezTo>
                      <a:pt x="2730" y="1786"/>
                      <a:pt x="2514" y="2160"/>
                      <a:pt x="2220" y="2375"/>
                    </a:cubicBezTo>
                    <a:cubicBezTo>
                      <a:pt x="1807" y="2689"/>
                      <a:pt x="1356" y="2885"/>
                      <a:pt x="846" y="2925"/>
                    </a:cubicBezTo>
                    <a:cubicBezTo>
                      <a:pt x="629" y="2964"/>
                      <a:pt x="335" y="3042"/>
                      <a:pt x="197" y="3199"/>
                    </a:cubicBezTo>
                    <a:cubicBezTo>
                      <a:pt x="100" y="3317"/>
                      <a:pt x="21" y="3691"/>
                      <a:pt x="100" y="3848"/>
                    </a:cubicBezTo>
                    <a:cubicBezTo>
                      <a:pt x="90" y="3857"/>
                      <a:pt x="65" y="3857"/>
                      <a:pt x="45" y="3857"/>
                    </a:cubicBezTo>
                    <a:cubicBezTo>
                      <a:pt x="26" y="3857"/>
                      <a:pt x="11" y="3857"/>
                      <a:pt x="21" y="3867"/>
                    </a:cubicBezTo>
                    <a:cubicBezTo>
                      <a:pt x="1" y="3927"/>
                      <a:pt x="21" y="4084"/>
                      <a:pt x="40" y="4142"/>
                    </a:cubicBezTo>
                    <a:cubicBezTo>
                      <a:pt x="96" y="4212"/>
                      <a:pt x="230" y="4222"/>
                      <a:pt x="353" y="4222"/>
                    </a:cubicBezTo>
                    <a:cubicBezTo>
                      <a:pt x="403" y="4222"/>
                      <a:pt x="452" y="4220"/>
                      <a:pt x="492" y="4220"/>
                    </a:cubicBezTo>
                    <a:cubicBezTo>
                      <a:pt x="700" y="4240"/>
                      <a:pt x="917" y="4255"/>
                      <a:pt x="1134" y="4255"/>
                    </a:cubicBezTo>
                    <a:cubicBezTo>
                      <a:pt x="1349" y="4255"/>
                      <a:pt x="1563" y="4240"/>
                      <a:pt x="1768" y="4201"/>
                    </a:cubicBezTo>
                    <a:cubicBezTo>
                      <a:pt x="2613" y="4063"/>
                      <a:pt x="3477" y="3848"/>
                      <a:pt x="4262" y="3495"/>
                    </a:cubicBezTo>
                    <a:cubicBezTo>
                      <a:pt x="4595" y="3356"/>
                      <a:pt x="4870" y="3121"/>
                      <a:pt x="5184" y="2964"/>
                    </a:cubicBezTo>
                    <a:cubicBezTo>
                      <a:pt x="5276" y="2910"/>
                      <a:pt x="5453" y="2786"/>
                      <a:pt x="5572" y="2786"/>
                    </a:cubicBezTo>
                    <a:cubicBezTo>
                      <a:pt x="5580" y="2786"/>
                      <a:pt x="5589" y="2787"/>
                      <a:pt x="5597" y="2788"/>
                    </a:cubicBezTo>
                    <a:cubicBezTo>
                      <a:pt x="5733" y="2807"/>
                      <a:pt x="5754" y="3003"/>
                      <a:pt x="5754" y="3102"/>
                    </a:cubicBezTo>
                    <a:cubicBezTo>
                      <a:pt x="6087" y="3082"/>
                      <a:pt x="6362" y="3003"/>
                      <a:pt x="6636" y="2906"/>
                    </a:cubicBezTo>
                    <a:cubicBezTo>
                      <a:pt x="6872" y="2827"/>
                      <a:pt x="7186" y="2788"/>
                      <a:pt x="7364" y="2610"/>
                    </a:cubicBezTo>
                    <a:cubicBezTo>
                      <a:pt x="7500" y="2493"/>
                      <a:pt x="7442" y="2139"/>
                      <a:pt x="7383" y="1943"/>
                    </a:cubicBezTo>
                    <a:lnTo>
                      <a:pt x="7383" y="1904"/>
                    </a:lnTo>
                    <a:cubicBezTo>
                      <a:pt x="7383" y="1885"/>
                      <a:pt x="7403" y="1864"/>
                      <a:pt x="7403" y="1846"/>
                    </a:cubicBezTo>
                    <a:cubicBezTo>
                      <a:pt x="7442" y="1689"/>
                      <a:pt x="7304" y="1335"/>
                      <a:pt x="7265" y="1178"/>
                    </a:cubicBezTo>
                    <a:cubicBezTo>
                      <a:pt x="7167" y="746"/>
                      <a:pt x="6932" y="314"/>
                      <a:pt x="665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0" name="Google Shape;1800;p47"/>
              <p:cNvSpPr/>
              <p:nvPr/>
            </p:nvSpPr>
            <p:spPr>
              <a:xfrm>
                <a:off x="2952594" y="3554287"/>
                <a:ext cx="303759" cy="1149231"/>
              </a:xfrm>
              <a:custGeom>
                <a:avLst/>
                <a:gdLst/>
                <a:ahLst/>
                <a:cxnLst/>
                <a:rect l="l" t="t" r="r" b="b"/>
                <a:pathLst>
                  <a:path w="6657" h="25190" extrusionOk="0">
                    <a:moveTo>
                      <a:pt x="1532" y="1"/>
                    </a:moveTo>
                    <a:lnTo>
                      <a:pt x="1532" y="1"/>
                    </a:lnTo>
                    <a:cubicBezTo>
                      <a:pt x="1925" y="1218"/>
                      <a:pt x="2239" y="2573"/>
                      <a:pt x="2416" y="4045"/>
                    </a:cubicBezTo>
                    <a:cubicBezTo>
                      <a:pt x="1532" y="6460"/>
                      <a:pt x="1100" y="8895"/>
                      <a:pt x="1160" y="11505"/>
                    </a:cubicBezTo>
                    <a:cubicBezTo>
                      <a:pt x="1199" y="12939"/>
                      <a:pt x="1278" y="14332"/>
                      <a:pt x="1435" y="15745"/>
                    </a:cubicBezTo>
                    <a:cubicBezTo>
                      <a:pt x="1042" y="16923"/>
                      <a:pt x="550" y="17944"/>
                      <a:pt x="1" y="18789"/>
                    </a:cubicBezTo>
                    <a:cubicBezTo>
                      <a:pt x="492" y="22106"/>
                      <a:pt x="885" y="25189"/>
                      <a:pt x="885" y="25189"/>
                    </a:cubicBezTo>
                    <a:lnTo>
                      <a:pt x="6657" y="24522"/>
                    </a:lnTo>
                    <a:cubicBezTo>
                      <a:pt x="6657" y="24522"/>
                      <a:pt x="5675" y="17944"/>
                      <a:pt x="5144" y="15727"/>
                    </a:cubicBezTo>
                    <a:cubicBezTo>
                      <a:pt x="5125" y="15648"/>
                      <a:pt x="5105" y="15549"/>
                      <a:pt x="5066" y="15431"/>
                    </a:cubicBezTo>
                    <a:cubicBezTo>
                      <a:pt x="5086" y="14156"/>
                      <a:pt x="5105" y="12879"/>
                      <a:pt x="5026" y="11623"/>
                    </a:cubicBezTo>
                    <a:cubicBezTo>
                      <a:pt x="5008" y="11054"/>
                      <a:pt x="4772" y="10563"/>
                      <a:pt x="4673" y="10013"/>
                    </a:cubicBezTo>
                    <a:cubicBezTo>
                      <a:pt x="4576" y="9405"/>
                      <a:pt x="4654" y="9091"/>
                      <a:pt x="4791" y="8482"/>
                    </a:cubicBezTo>
                    <a:cubicBezTo>
                      <a:pt x="5165" y="6774"/>
                      <a:pt x="5576" y="3987"/>
                      <a:pt x="5479" y="1906"/>
                    </a:cubicBezTo>
                    <a:lnTo>
                      <a:pt x="5950" y="21"/>
                    </a:lnTo>
                    <a:lnTo>
                      <a:pt x="1532"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1" name="Google Shape;1801;p47"/>
              <p:cNvSpPr/>
              <p:nvPr/>
            </p:nvSpPr>
            <p:spPr>
              <a:xfrm>
                <a:off x="2932015" y="2227871"/>
                <a:ext cx="351214" cy="386833"/>
              </a:xfrm>
              <a:custGeom>
                <a:avLst/>
                <a:gdLst/>
                <a:ahLst/>
                <a:cxnLst/>
                <a:rect l="l" t="t" r="r" b="b"/>
                <a:pathLst>
                  <a:path w="7697" h="8479" extrusionOk="0">
                    <a:moveTo>
                      <a:pt x="4374" y="7"/>
                    </a:moveTo>
                    <a:cubicBezTo>
                      <a:pt x="4277" y="7"/>
                      <a:pt x="4181" y="12"/>
                      <a:pt x="4084" y="19"/>
                    </a:cubicBezTo>
                    <a:cubicBezTo>
                      <a:pt x="3671" y="40"/>
                      <a:pt x="3279" y="0"/>
                      <a:pt x="2886" y="79"/>
                    </a:cubicBezTo>
                    <a:cubicBezTo>
                      <a:pt x="2768" y="98"/>
                      <a:pt x="2650" y="137"/>
                      <a:pt x="2533" y="176"/>
                    </a:cubicBezTo>
                    <a:lnTo>
                      <a:pt x="2632" y="118"/>
                    </a:lnTo>
                    <a:lnTo>
                      <a:pt x="2632" y="118"/>
                    </a:lnTo>
                    <a:cubicBezTo>
                      <a:pt x="2003" y="393"/>
                      <a:pt x="1551" y="962"/>
                      <a:pt x="1315" y="1590"/>
                    </a:cubicBezTo>
                    <a:cubicBezTo>
                      <a:pt x="1218" y="1846"/>
                      <a:pt x="1179" y="2100"/>
                      <a:pt x="1158" y="2356"/>
                    </a:cubicBezTo>
                    <a:cubicBezTo>
                      <a:pt x="1119" y="2571"/>
                      <a:pt x="1001" y="2729"/>
                      <a:pt x="865" y="2886"/>
                    </a:cubicBezTo>
                    <a:cubicBezTo>
                      <a:pt x="668" y="3063"/>
                      <a:pt x="1" y="3357"/>
                      <a:pt x="197" y="3710"/>
                    </a:cubicBezTo>
                    <a:cubicBezTo>
                      <a:pt x="295" y="3867"/>
                      <a:pt x="511" y="3927"/>
                      <a:pt x="590" y="4103"/>
                    </a:cubicBezTo>
                    <a:cubicBezTo>
                      <a:pt x="668" y="4260"/>
                      <a:pt x="472" y="4378"/>
                      <a:pt x="569" y="4555"/>
                    </a:cubicBezTo>
                    <a:cubicBezTo>
                      <a:pt x="648" y="4673"/>
                      <a:pt x="648" y="4613"/>
                      <a:pt x="590" y="4751"/>
                    </a:cubicBezTo>
                    <a:cubicBezTo>
                      <a:pt x="530" y="4869"/>
                      <a:pt x="569" y="4927"/>
                      <a:pt x="629" y="5026"/>
                    </a:cubicBezTo>
                    <a:cubicBezTo>
                      <a:pt x="786" y="5223"/>
                      <a:pt x="609" y="5301"/>
                      <a:pt x="511" y="5477"/>
                    </a:cubicBezTo>
                    <a:cubicBezTo>
                      <a:pt x="412" y="5713"/>
                      <a:pt x="412" y="5987"/>
                      <a:pt x="609" y="6165"/>
                    </a:cubicBezTo>
                    <a:cubicBezTo>
                      <a:pt x="724" y="6280"/>
                      <a:pt x="924" y="6311"/>
                      <a:pt x="1109" y="6311"/>
                    </a:cubicBezTo>
                    <a:cubicBezTo>
                      <a:pt x="1175" y="6311"/>
                      <a:pt x="1239" y="6307"/>
                      <a:pt x="1297" y="6302"/>
                    </a:cubicBezTo>
                    <a:cubicBezTo>
                      <a:pt x="1319" y="6300"/>
                      <a:pt x="1343" y="6299"/>
                      <a:pt x="1366" y="6299"/>
                    </a:cubicBezTo>
                    <a:cubicBezTo>
                      <a:pt x="1588" y="6299"/>
                      <a:pt x="1841" y="6378"/>
                      <a:pt x="1983" y="6537"/>
                    </a:cubicBezTo>
                    <a:cubicBezTo>
                      <a:pt x="2179" y="6754"/>
                      <a:pt x="2160" y="7107"/>
                      <a:pt x="2219" y="7382"/>
                    </a:cubicBezTo>
                    <a:cubicBezTo>
                      <a:pt x="2278" y="7597"/>
                      <a:pt x="2317" y="7814"/>
                      <a:pt x="2376" y="8029"/>
                    </a:cubicBezTo>
                    <a:cubicBezTo>
                      <a:pt x="2396" y="8167"/>
                      <a:pt x="2435" y="8383"/>
                      <a:pt x="2553" y="8422"/>
                    </a:cubicBezTo>
                    <a:cubicBezTo>
                      <a:pt x="2651" y="8467"/>
                      <a:pt x="2777" y="8479"/>
                      <a:pt x="2905" y="8479"/>
                    </a:cubicBezTo>
                    <a:cubicBezTo>
                      <a:pt x="3061" y="8479"/>
                      <a:pt x="3220" y="8461"/>
                      <a:pt x="3338" y="8461"/>
                    </a:cubicBezTo>
                    <a:cubicBezTo>
                      <a:pt x="3411" y="8461"/>
                      <a:pt x="3492" y="8474"/>
                      <a:pt x="3570" y="8474"/>
                    </a:cubicBezTo>
                    <a:cubicBezTo>
                      <a:pt x="3661" y="8474"/>
                      <a:pt x="3746" y="8457"/>
                      <a:pt x="3810" y="8383"/>
                    </a:cubicBezTo>
                    <a:cubicBezTo>
                      <a:pt x="4182" y="7990"/>
                      <a:pt x="4556" y="7618"/>
                      <a:pt x="4849" y="7147"/>
                    </a:cubicBezTo>
                    <a:cubicBezTo>
                      <a:pt x="5163" y="6616"/>
                      <a:pt x="5262" y="5948"/>
                      <a:pt x="5773" y="5556"/>
                    </a:cubicBezTo>
                    <a:cubicBezTo>
                      <a:pt x="6244" y="5223"/>
                      <a:pt x="6833" y="5006"/>
                      <a:pt x="7147" y="4495"/>
                    </a:cubicBezTo>
                    <a:cubicBezTo>
                      <a:pt x="7461" y="3985"/>
                      <a:pt x="7697" y="3435"/>
                      <a:pt x="7697" y="2827"/>
                    </a:cubicBezTo>
                    <a:cubicBezTo>
                      <a:pt x="7697" y="2278"/>
                      <a:pt x="7637" y="1610"/>
                      <a:pt x="7323" y="1119"/>
                    </a:cubicBezTo>
                    <a:cubicBezTo>
                      <a:pt x="7048" y="687"/>
                      <a:pt x="6558" y="412"/>
                      <a:pt x="6066" y="275"/>
                    </a:cubicBezTo>
                    <a:cubicBezTo>
                      <a:pt x="5655" y="137"/>
                      <a:pt x="5223" y="118"/>
                      <a:pt x="4791" y="40"/>
                    </a:cubicBezTo>
                    <a:cubicBezTo>
                      <a:pt x="4652" y="17"/>
                      <a:pt x="4513" y="7"/>
                      <a:pt x="4374" y="7"/>
                    </a:cubicBezTo>
                    <a:close/>
                  </a:path>
                </a:pathLst>
              </a:custGeom>
              <a:solidFill>
                <a:srgbClr val="D4927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2" name="Google Shape;1802;p47"/>
              <p:cNvSpPr/>
              <p:nvPr/>
            </p:nvSpPr>
            <p:spPr>
              <a:xfrm>
                <a:off x="2951727" y="2233255"/>
                <a:ext cx="331502" cy="381450"/>
              </a:xfrm>
              <a:custGeom>
                <a:avLst/>
                <a:gdLst/>
                <a:ahLst/>
                <a:cxnLst/>
                <a:rect l="l" t="t" r="r" b="b"/>
                <a:pathLst>
                  <a:path w="7265" h="8361" extrusionOk="0">
                    <a:moveTo>
                      <a:pt x="4870" y="0"/>
                    </a:moveTo>
                    <a:lnTo>
                      <a:pt x="4870" y="0"/>
                    </a:lnTo>
                    <a:cubicBezTo>
                      <a:pt x="5105" y="825"/>
                      <a:pt x="5124" y="1747"/>
                      <a:pt x="4830" y="2650"/>
                    </a:cubicBezTo>
                    <a:cubicBezTo>
                      <a:pt x="4252" y="4499"/>
                      <a:pt x="2647" y="5709"/>
                      <a:pt x="971" y="5709"/>
                    </a:cubicBezTo>
                    <a:cubicBezTo>
                      <a:pt x="654" y="5709"/>
                      <a:pt x="335" y="5666"/>
                      <a:pt x="20" y="5576"/>
                    </a:cubicBezTo>
                    <a:lnTo>
                      <a:pt x="20" y="5576"/>
                    </a:lnTo>
                    <a:cubicBezTo>
                      <a:pt x="1" y="5733"/>
                      <a:pt x="40" y="5909"/>
                      <a:pt x="177" y="6047"/>
                    </a:cubicBezTo>
                    <a:cubicBezTo>
                      <a:pt x="292" y="6162"/>
                      <a:pt x="492" y="6193"/>
                      <a:pt x="677" y="6193"/>
                    </a:cubicBezTo>
                    <a:cubicBezTo>
                      <a:pt x="743" y="6193"/>
                      <a:pt x="807" y="6189"/>
                      <a:pt x="865" y="6184"/>
                    </a:cubicBezTo>
                    <a:cubicBezTo>
                      <a:pt x="887" y="6182"/>
                      <a:pt x="911" y="6181"/>
                      <a:pt x="934" y="6181"/>
                    </a:cubicBezTo>
                    <a:cubicBezTo>
                      <a:pt x="1156" y="6181"/>
                      <a:pt x="1409" y="6260"/>
                      <a:pt x="1551" y="6419"/>
                    </a:cubicBezTo>
                    <a:cubicBezTo>
                      <a:pt x="1747" y="6636"/>
                      <a:pt x="1728" y="6989"/>
                      <a:pt x="1787" y="7264"/>
                    </a:cubicBezTo>
                    <a:cubicBezTo>
                      <a:pt x="1846" y="7479"/>
                      <a:pt x="1885" y="7696"/>
                      <a:pt x="1944" y="7911"/>
                    </a:cubicBezTo>
                    <a:cubicBezTo>
                      <a:pt x="1964" y="8049"/>
                      <a:pt x="2003" y="8265"/>
                      <a:pt x="2121" y="8304"/>
                    </a:cubicBezTo>
                    <a:cubicBezTo>
                      <a:pt x="2219" y="8349"/>
                      <a:pt x="2345" y="8361"/>
                      <a:pt x="2473" y="8361"/>
                    </a:cubicBezTo>
                    <a:cubicBezTo>
                      <a:pt x="2629" y="8361"/>
                      <a:pt x="2788" y="8343"/>
                      <a:pt x="2906" y="8343"/>
                    </a:cubicBezTo>
                    <a:cubicBezTo>
                      <a:pt x="2979" y="8343"/>
                      <a:pt x="3060" y="8356"/>
                      <a:pt x="3138" y="8356"/>
                    </a:cubicBezTo>
                    <a:cubicBezTo>
                      <a:pt x="3229" y="8356"/>
                      <a:pt x="3314" y="8339"/>
                      <a:pt x="3378" y="8265"/>
                    </a:cubicBezTo>
                    <a:cubicBezTo>
                      <a:pt x="3750" y="7872"/>
                      <a:pt x="4124" y="7500"/>
                      <a:pt x="4417" y="7029"/>
                    </a:cubicBezTo>
                    <a:cubicBezTo>
                      <a:pt x="4731" y="6498"/>
                      <a:pt x="4830" y="5830"/>
                      <a:pt x="5341" y="5438"/>
                    </a:cubicBezTo>
                    <a:cubicBezTo>
                      <a:pt x="5812" y="5105"/>
                      <a:pt x="6401" y="4888"/>
                      <a:pt x="6715" y="4377"/>
                    </a:cubicBezTo>
                    <a:cubicBezTo>
                      <a:pt x="7029" y="3867"/>
                      <a:pt x="7265" y="3317"/>
                      <a:pt x="7265" y="2709"/>
                    </a:cubicBezTo>
                    <a:cubicBezTo>
                      <a:pt x="7265" y="2160"/>
                      <a:pt x="7205" y="1492"/>
                      <a:pt x="6891" y="1001"/>
                    </a:cubicBezTo>
                    <a:cubicBezTo>
                      <a:pt x="6616" y="569"/>
                      <a:pt x="6126" y="294"/>
                      <a:pt x="5634" y="157"/>
                    </a:cubicBezTo>
                    <a:cubicBezTo>
                      <a:pt x="5380" y="79"/>
                      <a:pt x="5124" y="40"/>
                      <a:pt x="4870" y="0"/>
                    </a:cubicBezTo>
                    <a:close/>
                  </a:path>
                </a:pathLst>
              </a:custGeom>
              <a:solidFill>
                <a:srgbClr val="B67E6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3" name="Google Shape;1803;p47"/>
              <p:cNvSpPr/>
              <p:nvPr/>
            </p:nvSpPr>
            <p:spPr>
              <a:xfrm>
                <a:off x="3047548" y="2477743"/>
                <a:ext cx="152359" cy="136959"/>
              </a:xfrm>
              <a:custGeom>
                <a:avLst/>
                <a:gdLst/>
                <a:ahLst/>
                <a:cxnLst/>
                <a:rect l="l" t="t" r="r" b="b"/>
                <a:pathLst>
                  <a:path w="3339" h="3002" extrusionOk="0">
                    <a:moveTo>
                      <a:pt x="3319" y="0"/>
                    </a:moveTo>
                    <a:cubicBezTo>
                      <a:pt x="3201" y="39"/>
                      <a:pt x="3103" y="138"/>
                      <a:pt x="3005" y="196"/>
                    </a:cubicBezTo>
                    <a:cubicBezTo>
                      <a:pt x="2887" y="275"/>
                      <a:pt x="2749" y="335"/>
                      <a:pt x="2613" y="413"/>
                    </a:cubicBezTo>
                    <a:cubicBezTo>
                      <a:pt x="2317" y="628"/>
                      <a:pt x="2024" y="864"/>
                      <a:pt x="1768" y="1120"/>
                    </a:cubicBezTo>
                    <a:cubicBezTo>
                      <a:pt x="1414" y="1453"/>
                      <a:pt x="1160" y="1845"/>
                      <a:pt x="864" y="2219"/>
                    </a:cubicBezTo>
                    <a:cubicBezTo>
                      <a:pt x="649" y="2474"/>
                      <a:pt x="315" y="2827"/>
                      <a:pt x="1" y="2926"/>
                    </a:cubicBezTo>
                    <a:cubicBezTo>
                      <a:pt x="347" y="2967"/>
                      <a:pt x="698" y="3002"/>
                      <a:pt x="1049" y="3002"/>
                    </a:cubicBezTo>
                    <a:cubicBezTo>
                      <a:pt x="1376" y="3002"/>
                      <a:pt x="1702" y="2971"/>
                      <a:pt x="2024" y="2887"/>
                    </a:cubicBezTo>
                    <a:cubicBezTo>
                      <a:pt x="2317" y="2808"/>
                      <a:pt x="2691" y="2709"/>
                      <a:pt x="2945" y="2552"/>
                    </a:cubicBezTo>
                    <a:cubicBezTo>
                      <a:pt x="3005" y="2533"/>
                      <a:pt x="3103" y="2474"/>
                      <a:pt x="3142" y="2416"/>
                    </a:cubicBezTo>
                    <a:cubicBezTo>
                      <a:pt x="3201" y="2337"/>
                      <a:pt x="3181" y="2356"/>
                      <a:pt x="3162" y="2258"/>
                    </a:cubicBezTo>
                    <a:cubicBezTo>
                      <a:pt x="3142" y="2101"/>
                      <a:pt x="3084" y="1963"/>
                      <a:pt x="3063" y="1806"/>
                    </a:cubicBezTo>
                    <a:cubicBezTo>
                      <a:pt x="2985" y="1277"/>
                      <a:pt x="2749" y="353"/>
                      <a:pt x="3338" y="39"/>
                    </a:cubicBezTo>
                    <a:lnTo>
                      <a:pt x="3319" y="0"/>
                    </a:lnTo>
                    <a:close/>
                  </a:path>
                </a:pathLst>
              </a:custGeom>
              <a:solidFill>
                <a:srgbClr val="B67E6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4" name="Google Shape;1804;p47"/>
              <p:cNvSpPr/>
              <p:nvPr/>
            </p:nvSpPr>
            <p:spPr>
              <a:xfrm>
                <a:off x="2986633" y="2184348"/>
                <a:ext cx="326118" cy="323464"/>
              </a:xfrm>
              <a:custGeom>
                <a:avLst/>
                <a:gdLst/>
                <a:ahLst/>
                <a:cxnLst/>
                <a:rect l="l" t="t" r="r" b="b"/>
                <a:pathLst>
                  <a:path w="7147" h="7090" extrusionOk="0">
                    <a:moveTo>
                      <a:pt x="954" y="611"/>
                    </a:moveTo>
                    <a:lnTo>
                      <a:pt x="954" y="611"/>
                    </a:lnTo>
                    <a:cubicBezTo>
                      <a:pt x="934" y="624"/>
                      <a:pt x="916" y="634"/>
                      <a:pt x="904" y="640"/>
                    </a:cubicBezTo>
                    <a:lnTo>
                      <a:pt x="954" y="611"/>
                    </a:lnTo>
                    <a:close/>
                    <a:moveTo>
                      <a:pt x="2976" y="0"/>
                    </a:moveTo>
                    <a:cubicBezTo>
                      <a:pt x="2738" y="0"/>
                      <a:pt x="2493" y="20"/>
                      <a:pt x="2278" y="31"/>
                    </a:cubicBezTo>
                    <a:cubicBezTo>
                      <a:pt x="2082" y="51"/>
                      <a:pt x="1885" y="70"/>
                      <a:pt x="1689" y="149"/>
                    </a:cubicBezTo>
                    <a:cubicBezTo>
                      <a:pt x="1627" y="176"/>
                      <a:pt x="1483" y="268"/>
                      <a:pt x="1333" y="366"/>
                    </a:cubicBezTo>
                    <a:lnTo>
                      <a:pt x="1333" y="366"/>
                    </a:lnTo>
                    <a:cubicBezTo>
                      <a:pt x="1021" y="527"/>
                      <a:pt x="716" y="752"/>
                      <a:pt x="532" y="1013"/>
                    </a:cubicBezTo>
                    <a:cubicBezTo>
                      <a:pt x="315" y="1308"/>
                      <a:pt x="1" y="1916"/>
                      <a:pt x="335" y="2269"/>
                    </a:cubicBezTo>
                    <a:cubicBezTo>
                      <a:pt x="397" y="2331"/>
                      <a:pt x="466" y="2350"/>
                      <a:pt x="538" y="2350"/>
                    </a:cubicBezTo>
                    <a:cubicBezTo>
                      <a:pt x="646" y="2350"/>
                      <a:pt x="758" y="2307"/>
                      <a:pt x="856" y="2307"/>
                    </a:cubicBezTo>
                    <a:cubicBezTo>
                      <a:pt x="920" y="2307"/>
                      <a:pt x="977" y="2326"/>
                      <a:pt x="1022" y="2387"/>
                    </a:cubicBezTo>
                    <a:cubicBezTo>
                      <a:pt x="1120" y="2525"/>
                      <a:pt x="1100" y="2643"/>
                      <a:pt x="1238" y="2740"/>
                    </a:cubicBezTo>
                    <a:cubicBezTo>
                      <a:pt x="1395" y="2839"/>
                      <a:pt x="1592" y="2839"/>
                      <a:pt x="1749" y="2918"/>
                    </a:cubicBezTo>
                    <a:cubicBezTo>
                      <a:pt x="2003" y="3015"/>
                      <a:pt x="2298" y="3368"/>
                      <a:pt x="2357" y="3624"/>
                    </a:cubicBezTo>
                    <a:cubicBezTo>
                      <a:pt x="2416" y="3840"/>
                      <a:pt x="2278" y="4056"/>
                      <a:pt x="2239" y="4272"/>
                    </a:cubicBezTo>
                    <a:cubicBezTo>
                      <a:pt x="2199" y="4507"/>
                      <a:pt x="2278" y="4821"/>
                      <a:pt x="2553" y="4900"/>
                    </a:cubicBezTo>
                    <a:cubicBezTo>
                      <a:pt x="2666" y="4922"/>
                      <a:pt x="2753" y="4945"/>
                      <a:pt x="2841" y="4945"/>
                    </a:cubicBezTo>
                    <a:cubicBezTo>
                      <a:pt x="2905" y="4945"/>
                      <a:pt x="2969" y="4933"/>
                      <a:pt x="3044" y="4900"/>
                    </a:cubicBezTo>
                    <a:cubicBezTo>
                      <a:pt x="3359" y="4724"/>
                      <a:pt x="3652" y="4135"/>
                      <a:pt x="4026" y="4056"/>
                    </a:cubicBezTo>
                    <a:cubicBezTo>
                      <a:pt x="4073" y="4044"/>
                      <a:pt x="4119" y="4039"/>
                      <a:pt x="4161" y="4039"/>
                    </a:cubicBezTo>
                    <a:cubicBezTo>
                      <a:pt x="4471" y="4039"/>
                      <a:pt x="4645" y="4337"/>
                      <a:pt x="4576" y="4664"/>
                    </a:cubicBezTo>
                    <a:cubicBezTo>
                      <a:pt x="4536" y="4881"/>
                      <a:pt x="4280" y="5116"/>
                      <a:pt x="4144" y="5292"/>
                    </a:cubicBezTo>
                    <a:cubicBezTo>
                      <a:pt x="4045" y="5410"/>
                      <a:pt x="3966" y="5489"/>
                      <a:pt x="3888" y="5627"/>
                    </a:cubicBezTo>
                    <a:cubicBezTo>
                      <a:pt x="3673" y="5960"/>
                      <a:pt x="3888" y="6255"/>
                      <a:pt x="4045" y="6569"/>
                    </a:cubicBezTo>
                    <a:cubicBezTo>
                      <a:pt x="4123" y="6726"/>
                      <a:pt x="4202" y="6883"/>
                      <a:pt x="4301" y="7001"/>
                    </a:cubicBezTo>
                    <a:cubicBezTo>
                      <a:pt x="4350" y="7064"/>
                      <a:pt x="4379" y="7090"/>
                      <a:pt x="4401" y="7090"/>
                    </a:cubicBezTo>
                    <a:cubicBezTo>
                      <a:pt x="4439" y="7090"/>
                      <a:pt x="4454" y="7010"/>
                      <a:pt x="4516" y="6923"/>
                    </a:cubicBezTo>
                    <a:cubicBezTo>
                      <a:pt x="4791" y="6569"/>
                      <a:pt x="5223" y="6412"/>
                      <a:pt x="5615" y="6216"/>
                    </a:cubicBezTo>
                    <a:cubicBezTo>
                      <a:pt x="6204" y="5941"/>
                      <a:pt x="6578" y="5274"/>
                      <a:pt x="6793" y="4685"/>
                    </a:cubicBezTo>
                    <a:cubicBezTo>
                      <a:pt x="7010" y="4056"/>
                      <a:pt x="7147" y="3408"/>
                      <a:pt x="7029" y="2740"/>
                    </a:cubicBezTo>
                    <a:cubicBezTo>
                      <a:pt x="6793" y="1484"/>
                      <a:pt x="5812" y="620"/>
                      <a:pt x="4673" y="267"/>
                    </a:cubicBezTo>
                    <a:cubicBezTo>
                      <a:pt x="4301" y="149"/>
                      <a:pt x="3987" y="91"/>
                      <a:pt x="3417" y="31"/>
                    </a:cubicBezTo>
                    <a:cubicBezTo>
                      <a:pt x="3279" y="8"/>
                      <a:pt x="3129" y="0"/>
                      <a:pt x="297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5" name="Google Shape;1805;p47"/>
              <p:cNvSpPr/>
              <p:nvPr/>
            </p:nvSpPr>
            <p:spPr>
              <a:xfrm>
                <a:off x="2849609" y="2568212"/>
                <a:ext cx="455114" cy="1099000"/>
              </a:xfrm>
              <a:custGeom>
                <a:avLst/>
                <a:gdLst/>
                <a:ahLst/>
                <a:cxnLst/>
                <a:rect l="l" t="t" r="r" b="b"/>
                <a:pathLst>
                  <a:path w="9974" h="24089" extrusionOk="0">
                    <a:moveTo>
                      <a:pt x="7579" y="1"/>
                    </a:moveTo>
                    <a:cubicBezTo>
                      <a:pt x="7225" y="98"/>
                      <a:pt x="4849" y="530"/>
                      <a:pt x="4025" y="1158"/>
                    </a:cubicBezTo>
                    <a:cubicBezTo>
                      <a:pt x="3063" y="1885"/>
                      <a:pt x="1472" y="5026"/>
                      <a:pt x="1414" y="6087"/>
                    </a:cubicBezTo>
                    <a:cubicBezTo>
                      <a:pt x="943" y="12584"/>
                      <a:pt x="1" y="24088"/>
                      <a:pt x="1" y="24088"/>
                    </a:cubicBezTo>
                    <a:lnTo>
                      <a:pt x="9974" y="24088"/>
                    </a:lnTo>
                    <a:cubicBezTo>
                      <a:pt x="9974" y="24088"/>
                      <a:pt x="9424" y="12034"/>
                      <a:pt x="9581" y="8050"/>
                    </a:cubicBezTo>
                    <a:cubicBezTo>
                      <a:pt x="9620" y="7147"/>
                      <a:pt x="9385" y="3574"/>
                      <a:pt x="9385" y="3534"/>
                    </a:cubicBezTo>
                    <a:cubicBezTo>
                      <a:pt x="9385" y="3495"/>
                      <a:pt x="9071" y="1904"/>
                      <a:pt x="8835" y="1453"/>
                    </a:cubicBezTo>
                    <a:cubicBezTo>
                      <a:pt x="8618" y="1040"/>
                      <a:pt x="7579" y="1"/>
                      <a:pt x="7579"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6" name="Google Shape;1806;p47"/>
              <p:cNvSpPr/>
              <p:nvPr/>
            </p:nvSpPr>
            <p:spPr>
              <a:xfrm>
                <a:off x="2849609" y="2568212"/>
                <a:ext cx="455114" cy="1106163"/>
              </a:xfrm>
              <a:custGeom>
                <a:avLst/>
                <a:gdLst/>
                <a:ahLst/>
                <a:cxnLst/>
                <a:rect l="l" t="t" r="r" b="b"/>
                <a:pathLst>
                  <a:path w="9974" h="24246" extrusionOk="0">
                    <a:moveTo>
                      <a:pt x="7579" y="1"/>
                    </a:moveTo>
                    <a:lnTo>
                      <a:pt x="7579" y="1"/>
                    </a:lnTo>
                    <a:cubicBezTo>
                      <a:pt x="8482" y="2964"/>
                      <a:pt x="8501" y="7225"/>
                      <a:pt x="6676" y="10817"/>
                    </a:cubicBezTo>
                    <a:cubicBezTo>
                      <a:pt x="5163" y="13782"/>
                      <a:pt x="2946" y="16060"/>
                      <a:pt x="550" y="17355"/>
                    </a:cubicBezTo>
                    <a:cubicBezTo>
                      <a:pt x="236" y="21085"/>
                      <a:pt x="1" y="24245"/>
                      <a:pt x="1" y="24245"/>
                    </a:cubicBezTo>
                    <a:lnTo>
                      <a:pt x="9974" y="24245"/>
                    </a:lnTo>
                    <a:cubicBezTo>
                      <a:pt x="9974" y="24245"/>
                      <a:pt x="9424" y="11976"/>
                      <a:pt x="9581" y="7990"/>
                    </a:cubicBezTo>
                    <a:cubicBezTo>
                      <a:pt x="9620" y="7087"/>
                      <a:pt x="9385" y="3514"/>
                      <a:pt x="9385" y="3475"/>
                    </a:cubicBezTo>
                    <a:cubicBezTo>
                      <a:pt x="9385" y="3435"/>
                      <a:pt x="9071" y="1904"/>
                      <a:pt x="8835" y="1453"/>
                    </a:cubicBezTo>
                    <a:cubicBezTo>
                      <a:pt x="8658" y="1139"/>
                      <a:pt x="7951" y="216"/>
                      <a:pt x="7579"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7" name="Google Shape;1807;p47"/>
              <p:cNvSpPr/>
              <p:nvPr/>
            </p:nvSpPr>
            <p:spPr>
              <a:xfrm>
                <a:off x="2632825" y="2648689"/>
                <a:ext cx="584977" cy="644144"/>
              </a:xfrm>
              <a:custGeom>
                <a:avLst/>
                <a:gdLst/>
                <a:ahLst/>
                <a:cxnLst/>
                <a:rect l="l" t="t" r="r" b="b"/>
                <a:pathLst>
                  <a:path w="12820" h="14119" extrusionOk="0">
                    <a:moveTo>
                      <a:pt x="11119" y="0"/>
                    </a:moveTo>
                    <a:cubicBezTo>
                      <a:pt x="9950" y="0"/>
                      <a:pt x="9208" y="1326"/>
                      <a:pt x="8914" y="1849"/>
                    </a:cubicBezTo>
                    <a:cubicBezTo>
                      <a:pt x="7872" y="3694"/>
                      <a:pt x="5812" y="8877"/>
                      <a:pt x="5812" y="8877"/>
                    </a:cubicBezTo>
                    <a:lnTo>
                      <a:pt x="1" y="13000"/>
                    </a:lnTo>
                    <a:lnTo>
                      <a:pt x="766" y="14118"/>
                    </a:lnTo>
                    <a:cubicBezTo>
                      <a:pt x="766" y="14118"/>
                      <a:pt x="5616" y="14060"/>
                      <a:pt x="7500" y="12764"/>
                    </a:cubicBezTo>
                    <a:cubicBezTo>
                      <a:pt x="10249" y="10840"/>
                      <a:pt x="12605" y="1986"/>
                      <a:pt x="12605" y="1986"/>
                    </a:cubicBezTo>
                    <a:cubicBezTo>
                      <a:pt x="12605" y="1986"/>
                      <a:pt x="12820" y="611"/>
                      <a:pt x="11877" y="179"/>
                    </a:cubicBezTo>
                    <a:cubicBezTo>
                      <a:pt x="11607" y="54"/>
                      <a:pt x="11354" y="0"/>
                      <a:pt x="11119"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8" name="Google Shape;1808;p47"/>
              <p:cNvSpPr/>
              <p:nvPr/>
            </p:nvSpPr>
            <p:spPr>
              <a:xfrm>
                <a:off x="3010862" y="2118470"/>
                <a:ext cx="361025" cy="374469"/>
              </a:xfrm>
              <a:custGeom>
                <a:avLst/>
                <a:gdLst/>
                <a:ahLst/>
                <a:cxnLst/>
                <a:rect l="l" t="t" r="r" b="b"/>
                <a:pathLst>
                  <a:path w="7912" h="8208" extrusionOk="0">
                    <a:moveTo>
                      <a:pt x="3115" y="1"/>
                    </a:moveTo>
                    <a:cubicBezTo>
                      <a:pt x="2644" y="1"/>
                      <a:pt x="2356" y="114"/>
                      <a:pt x="2042" y="219"/>
                    </a:cubicBezTo>
                    <a:cubicBezTo>
                      <a:pt x="959" y="626"/>
                      <a:pt x="84" y="1547"/>
                      <a:pt x="59" y="2569"/>
                    </a:cubicBezTo>
                    <a:lnTo>
                      <a:pt x="59" y="2569"/>
                    </a:lnTo>
                    <a:lnTo>
                      <a:pt x="1" y="2595"/>
                    </a:lnTo>
                    <a:cubicBezTo>
                      <a:pt x="19" y="2597"/>
                      <a:pt x="39" y="2602"/>
                      <a:pt x="59" y="2608"/>
                    </a:cubicBezTo>
                    <a:lnTo>
                      <a:pt x="59" y="2608"/>
                    </a:lnTo>
                    <a:cubicBezTo>
                      <a:pt x="59" y="2610"/>
                      <a:pt x="59" y="2612"/>
                      <a:pt x="59" y="2614"/>
                    </a:cubicBezTo>
                    <a:cubicBezTo>
                      <a:pt x="78" y="2633"/>
                      <a:pt x="90" y="2640"/>
                      <a:pt x="98" y="2640"/>
                    </a:cubicBezTo>
                    <a:cubicBezTo>
                      <a:pt x="104" y="2640"/>
                      <a:pt x="108" y="2635"/>
                      <a:pt x="110" y="2628"/>
                    </a:cubicBezTo>
                    <a:lnTo>
                      <a:pt x="110" y="2628"/>
                    </a:lnTo>
                    <a:cubicBezTo>
                      <a:pt x="560" y="2829"/>
                      <a:pt x="1283" y="3827"/>
                      <a:pt x="1590" y="4244"/>
                    </a:cubicBezTo>
                    <a:cubicBezTo>
                      <a:pt x="1964" y="4773"/>
                      <a:pt x="2297" y="5362"/>
                      <a:pt x="2592" y="5951"/>
                    </a:cubicBezTo>
                    <a:cubicBezTo>
                      <a:pt x="3024" y="6757"/>
                      <a:pt x="3613" y="7639"/>
                      <a:pt x="4437" y="8032"/>
                    </a:cubicBezTo>
                    <a:cubicBezTo>
                      <a:pt x="4682" y="8152"/>
                      <a:pt x="4897" y="8207"/>
                      <a:pt x="5098" y="8207"/>
                    </a:cubicBezTo>
                    <a:cubicBezTo>
                      <a:pt x="5589" y="8207"/>
                      <a:pt x="5994" y="7875"/>
                      <a:pt x="6537" y="7346"/>
                    </a:cubicBezTo>
                    <a:cubicBezTo>
                      <a:pt x="7500" y="6422"/>
                      <a:pt x="7911" y="5087"/>
                      <a:pt x="7715" y="3812"/>
                    </a:cubicBezTo>
                    <a:cubicBezTo>
                      <a:pt x="7382" y="1810"/>
                      <a:pt x="5929" y="493"/>
                      <a:pt x="3985" y="101"/>
                    </a:cubicBezTo>
                    <a:cubicBezTo>
                      <a:pt x="3632" y="29"/>
                      <a:pt x="3350" y="1"/>
                      <a:pt x="3115"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9" name="Google Shape;1809;p47"/>
              <p:cNvSpPr/>
              <p:nvPr/>
            </p:nvSpPr>
            <p:spPr>
              <a:xfrm>
                <a:off x="3004565" y="2224267"/>
                <a:ext cx="172983" cy="234728"/>
              </a:xfrm>
              <a:custGeom>
                <a:avLst/>
                <a:gdLst/>
                <a:ahLst/>
                <a:cxnLst/>
                <a:rect l="l" t="t" r="r" b="b"/>
                <a:pathLst>
                  <a:path w="3791" h="5145" extrusionOk="0">
                    <a:moveTo>
                      <a:pt x="178" y="1"/>
                    </a:moveTo>
                    <a:cubicBezTo>
                      <a:pt x="139" y="119"/>
                      <a:pt x="79" y="237"/>
                      <a:pt x="0" y="373"/>
                    </a:cubicBezTo>
                    <a:cubicBezTo>
                      <a:pt x="217" y="629"/>
                      <a:pt x="471" y="865"/>
                      <a:pt x="727" y="1100"/>
                    </a:cubicBezTo>
                    <a:cubicBezTo>
                      <a:pt x="1356" y="1669"/>
                      <a:pt x="1905" y="2396"/>
                      <a:pt x="2356" y="3122"/>
                    </a:cubicBezTo>
                    <a:cubicBezTo>
                      <a:pt x="2788" y="3828"/>
                      <a:pt x="3220" y="4535"/>
                      <a:pt x="3790" y="5145"/>
                    </a:cubicBezTo>
                    <a:cubicBezTo>
                      <a:pt x="3555" y="4399"/>
                      <a:pt x="3024" y="3554"/>
                      <a:pt x="2612" y="2867"/>
                    </a:cubicBezTo>
                    <a:cubicBezTo>
                      <a:pt x="2317" y="2376"/>
                      <a:pt x="2003" y="1904"/>
                      <a:pt x="1670" y="1433"/>
                    </a:cubicBezTo>
                    <a:cubicBezTo>
                      <a:pt x="1356" y="1022"/>
                      <a:pt x="806" y="433"/>
                      <a:pt x="178"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0" name="Google Shape;1810;p47"/>
              <p:cNvSpPr/>
              <p:nvPr/>
            </p:nvSpPr>
            <p:spPr>
              <a:xfrm>
                <a:off x="2908744" y="2346078"/>
                <a:ext cx="451554" cy="163055"/>
              </a:xfrm>
              <a:custGeom>
                <a:avLst/>
                <a:gdLst/>
                <a:ahLst/>
                <a:cxnLst/>
                <a:rect l="l" t="t" r="r" b="b"/>
                <a:pathLst>
                  <a:path w="9896" h="3574" extrusionOk="0">
                    <a:moveTo>
                      <a:pt x="1021" y="1"/>
                    </a:moveTo>
                    <a:cubicBezTo>
                      <a:pt x="844" y="236"/>
                      <a:pt x="216" y="825"/>
                      <a:pt x="216" y="825"/>
                    </a:cubicBezTo>
                    <a:lnTo>
                      <a:pt x="216" y="1433"/>
                    </a:lnTo>
                    <a:lnTo>
                      <a:pt x="0" y="1964"/>
                    </a:lnTo>
                    <a:lnTo>
                      <a:pt x="315" y="2475"/>
                    </a:lnTo>
                    <a:lnTo>
                      <a:pt x="315" y="3436"/>
                    </a:lnTo>
                    <a:lnTo>
                      <a:pt x="1178" y="3574"/>
                    </a:lnTo>
                    <a:lnTo>
                      <a:pt x="3632" y="2965"/>
                    </a:lnTo>
                    <a:lnTo>
                      <a:pt x="6126" y="3574"/>
                    </a:lnTo>
                    <a:lnTo>
                      <a:pt x="6283" y="3318"/>
                    </a:lnTo>
                    <a:cubicBezTo>
                      <a:pt x="6283" y="3318"/>
                      <a:pt x="4123" y="2650"/>
                      <a:pt x="3652" y="2553"/>
                    </a:cubicBezTo>
                    <a:lnTo>
                      <a:pt x="3592" y="1473"/>
                    </a:lnTo>
                    <a:lnTo>
                      <a:pt x="9856" y="551"/>
                    </a:lnTo>
                    <a:lnTo>
                      <a:pt x="9895" y="354"/>
                    </a:lnTo>
                    <a:lnTo>
                      <a:pt x="3574" y="1198"/>
                    </a:lnTo>
                    <a:lnTo>
                      <a:pt x="3553" y="884"/>
                    </a:lnTo>
                    <a:lnTo>
                      <a:pt x="1021"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1" name="Google Shape;1811;p47"/>
              <p:cNvSpPr/>
              <p:nvPr/>
            </p:nvSpPr>
            <p:spPr>
              <a:xfrm>
                <a:off x="2486767" y="3136937"/>
                <a:ext cx="326163" cy="228751"/>
              </a:xfrm>
              <a:custGeom>
                <a:avLst/>
                <a:gdLst/>
                <a:ahLst/>
                <a:cxnLst/>
                <a:rect l="l" t="t" r="r" b="b"/>
                <a:pathLst>
                  <a:path w="7148" h="5014" extrusionOk="0">
                    <a:moveTo>
                      <a:pt x="5969" y="0"/>
                    </a:moveTo>
                    <a:lnTo>
                      <a:pt x="2789" y="2631"/>
                    </a:lnTo>
                    <a:cubicBezTo>
                      <a:pt x="2632" y="2670"/>
                      <a:pt x="2495" y="2691"/>
                      <a:pt x="2338" y="2709"/>
                    </a:cubicBezTo>
                    <a:cubicBezTo>
                      <a:pt x="1729" y="2788"/>
                      <a:pt x="786" y="2612"/>
                      <a:pt x="375" y="3201"/>
                    </a:cubicBezTo>
                    <a:cubicBezTo>
                      <a:pt x="119" y="3554"/>
                      <a:pt x="1" y="4457"/>
                      <a:pt x="354" y="4790"/>
                    </a:cubicBezTo>
                    <a:cubicBezTo>
                      <a:pt x="499" y="4917"/>
                      <a:pt x="829" y="5014"/>
                      <a:pt x="1128" y="5014"/>
                    </a:cubicBezTo>
                    <a:cubicBezTo>
                      <a:pt x="1479" y="5014"/>
                      <a:pt x="1785" y="4879"/>
                      <a:pt x="1689" y="4497"/>
                    </a:cubicBezTo>
                    <a:cubicBezTo>
                      <a:pt x="1553" y="4457"/>
                      <a:pt x="1435" y="4398"/>
                      <a:pt x="1336" y="4300"/>
                    </a:cubicBezTo>
                    <a:cubicBezTo>
                      <a:pt x="1359" y="4299"/>
                      <a:pt x="1381" y="4298"/>
                      <a:pt x="1404" y="4298"/>
                    </a:cubicBezTo>
                    <a:cubicBezTo>
                      <a:pt x="1588" y="4298"/>
                      <a:pt x="1776" y="4337"/>
                      <a:pt x="1958" y="4337"/>
                    </a:cubicBezTo>
                    <a:cubicBezTo>
                      <a:pt x="2104" y="4337"/>
                      <a:pt x="2246" y="4312"/>
                      <a:pt x="2377" y="4222"/>
                    </a:cubicBezTo>
                    <a:cubicBezTo>
                      <a:pt x="2710" y="3966"/>
                      <a:pt x="2632" y="3790"/>
                      <a:pt x="3084" y="3652"/>
                    </a:cubicBezTo>
                    <a:lnTo>
                      <a:pt x="7147" y="3495"/>
                    </a:lnTo>
                    <a:lnTo>
                      <a:pt x="5969"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pic>
        <p:nvPicPr>
          <p:cNvPr id="21" name="Picture 20">
            <a:extLst>
              <a:ext uri="{FF2B5EF4-FFF2-40B4-BE49-F238E27FC236}">
                <a16:creationId xmlns:a16="http://schemas.microsoft.com/office/drawing/2014/main" id="{663E5CCB-2DC3-EA41-3024-C67BD5A10146}"/>
              </a:ext>
            </a:extLst>
          </p:cNvPr>
          <p:cNvPicPr>
            <a:picLocks noChangeAspect="1"/>
          </p:cNvPicPr>
          <p:nvPr/>
        </p:nvPicPr>
        <p:blipFill>
          <a:blip r:embed="rId3"/>
          <a:stretch>
            <a:fillRect/>
          </a:stretch>
        </p:blipFill>
        <p:spPr>
          <a:xfrm>
            <a:off x="1132156" y="1003383"/>
            <a:ext cx="4906118" cy="2799554"/>
          </a:xfrm>
          <a:prstGeom prst="rect">
            <a:avLst/>
          </a:prstGeom>
        </p:spPr>
      </p:pic>
      <p:pic>
        <p:nvPicPr>
          <p:cNvPr id="23" name="Picture 22">
            <a:extLst>
              <a:ext uri="{FF2B5EF4-FFF2-40B4-BE49-F238E27FC236}">
                <a16:creationId xmlns:a16="http://schemas.microsoft.com/office/drawing/2014/main" id="{B599EA8D-836D-142B-A80C-F7995A142E03}"/>
              </a:ext>
            </a:extLst>
          </p:cNvPr>
          <p:cNvPicPr>
            <a:picLocks noChangeAspect="1"/>
          </p:cNvPicPr>
          <p:nvPr/>
        </p:nvPicPr>
        <p:blipFill>
          <a:blip r:embed="rId4"/>
          <a:stretch>
            <a:fillRect/>
          </a:stretch>
        </p:blipFill>
        <p:spPr>
          <a:xfrm>
            <a:off x="6090370" y="1025977"/>
            <a:ext cx="4906118" cy="2770247"/>
          </a:xfrm>
          <a:prstGeom prst="rect">
            <a:avLst/>
          </a:prstGeom>
        </p:spPr>
      </p:pic>
      <p:pic>
        <p:nvPicPr>
          <p:cNvPr id="25" name="Picture 24">
            <a:extLst>
              <a:ext uri="{FF2B5EF4-FFF2-40B4-BE49-F238E27FC236}">
                <a16:creationId xmlns:a16="http://schemas.microsoft.com/office/drawing/2014/main" id="{23D0AE0D-6959-0296-57DB-62688DE3627B}"/>
              </a:ext>
            </a:extLst>
          </p:cNvPr>
          <p:cNvPicPr>
            <a:picLocks noChangeAspect="1"/>
          </p:cNvPicPr>
          <p:nvPr/>
        </p:nvPicPr>
        <p:blipFill>
          <a:blip r:embed="rId5"/>
          <a:stretch>
            <a:fillRect/>
          </a:stretch>
        </p:blipFill>
        <p:spPr>
          <a:xfrm>
            <a:off x="2699543" y="3861818"/>
            <a:ext cx="4781100" cy="2412520"/>
          </a:xfrm>
          <a:prstGeom prst="rect">
            <a:avLst/>
          </a:prstGeom>
        </p:spPr>
      </p:pic>
      <p:pic>
        <p:nvPicPr>
          <p:cNvPr id="27" name="Picture 26">
            <a:extLst>
              <a:ext uri="{FF2B5EF4-FFF2-40B4-BE49-F238E27FC236}">
                <a16:creationId xmlns:a16="http://schemas.microsoft.com/office/drawing/2014/main" id="{56241C48-E99B-C9F9-E4DF-355A531EC336}"/>
              </a:ext>
            </a:extLst>
          </p:cNvPr>
          <p:cNvPicPr>
            <a:picLocks noChangeAspect="1"/>
          </p:cNvPicPr>
          <p:nvPr/>
        </p:nvPicPr>
        <p:blipFill>
          <a:blip r:embed="rId6"/>
          <a:stretch>
            <a:fillRect/>
          </a:stretch>
        </p:blipFill>
        <p:spPr>
          <a:xfrm>
            <a:off x="7519555" y="3871001"/>
            <a:ext cx="4195524" cy="237944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5"/>
        <p:cNvGrpSpPr/>
        <p:nvPr/>
      </p:nvGrpSpPr>
      <p:grpSpPr>
        <a:xfrm>
          <a:off x="0" y="0"/>
          <a:ext cx="0" cy="0"/>
          <a:chOff x="0" y="0"/>
          <a:chExt cx="0" cy="0"/>
        </a:xfrm>
      </p:grpSpPr>
      <p:sp>
        <p:nvSpPr>
          <p:cNvPr id="1796" name="Google Shape;1796;p64"/>
          <p:cNvSpPr txBox="1">
            <a:spLocks noGrp="1"/>
          </p:cNvSpPr>
          <p:nvPr>
            <p:ph type="title"/>
          </p:nvPr>
        </p:nvSpPr>
        <p:spPr>
          <a:xfrm>
            <a:off x="475488" y="209878"/>
            <a:ext cx="4443984" cy="427200"/>
          </a:xfrm>
          <a:prstGeom prst="rect">
            <a:avLst/>
          </a:prstGeom>
        </p:spPr>
        <p:txBody>
          <a:bodyPr spcFirstLastPara="1" wrap="square" lIns="121900" tIns="121900" rIns="121900" bIns="121900" anchor="ctr" anchorCtr="0">
            <a:noAutofit/>
          </a:bodyPr>
          <a:lstStyle/>
          <a:p>
            <a:r>
              <a:rPr lang="en-US" dirty="0"/>
              <a:t>Database Design</a:t>
            </a:r>
            <a:endParaRPr dirty="0"/>
          </a:p>
        </p:txBody>
      </p:sp>
      <p:grpSp>
        <p:nvGrpSpPr>
          <p:cNvPr id="1798" name="Google Shape;1798;p64"/>
          <p:cNvGrpSpPr/>
          <p:nvPr/>
        </p:nvGrpSpPr>
        <p:grpSpPr>
          <a:xfrm>
            <a:off x="7635711" y="109728"/>
            <a:ext cx="3450800" cy="6748272"/>
            <a:chOff x="2507125" y="238100"/>
            <a:chExt cx="2588100" cy="5238775"/>
          </a:xfrm>
        </p:grpSpPr>
        <p:sp>
          <p:nvSpPr>
            <p:cNvPr id="1799" name="Google Shape;1799;p64"/>
            <p:cNvSpPr/>
            <p:nvPr/>
          </p:nvSpPr>
          <p:spPr>
            <a:xfrm>
              <a:off x="3798025" y="260400"/>
              <a:ext cx="689850" cy="1216925"/>
            </a:xfrm>
            <a:custGeom>
              <a:avLst/>
              <a:gdLst/>
              <a:ahLst/>
              <a:cxnLst/>
              <a:rect l="l" t="t" r="r" b="b"/>
              <a:pathLst>
                <a:path w="27594" h="48677" extrusionOk="0">
                  <a:moveTo>
                    <a:pt x="12485" y="1"/>
                  </a:moveTo>
                  <a:cubicBezTo>
                    <a:pt x="8453" y="1"/>
                    <a:pt x="4728" y="2644"/>
                    <a:pt x="3322" y="6638"/>
                  </a:cubicBezTo>
                  <a:cubicBezTo>
                    <a:pt x="2799" y="8185"/>
                    <a:pt x="2458" y="9800"/>
                    <a:pt x="2321" y="11461"/>
                  </a:cubicBezTo>
                  <a:cubicBezTo>
                    <a:pt x="2162" y="13258"/>
                    <a:pt x="1843" y="15010"/>
                    <a:pt x="547" y="16420"/>
                  </a:cubicBezTo>
                  <a:cubicBezTo>
                    <a:pt x="342" y="16647"/>
                    <a:pt x="183" y="16898"/>
                    <a:pt x="69" y="17171"/>
                  </a:cubicBezTo>
                  <a:cubicBezTo>
                    <a:pt x="1" y="17421"/>
                    <a:pt x="183" y="17694"/>
                    <a:pt x="456" y="17694"/>
                  </a:cubicBezTo>
                  <a:cubicBezTo>
                    <a:pt x="797" y="17648"/>
                    <a:pt x="1138" y="17580"/>
                    <a:pt x="1479" y="17512"/>
                  </a:cubicBezTo>
                  <a:cubicBezTo>
                    <a:pt x="1810" y="17441"/>
                    <a:pt x="2038" y="17393"/>
                    <a:pt x="2203" y="17393"/>
                  </a:cubicBezTo>
                  <a:cubicBezTo>
                    <a:pt x="2570" y="17393"/>
                    <a:pt x="2619" y="17636"/>
                    <a:pt x="2776" y="18422"/>
                  </a:cubicBezTo>
                  <a:cubicBezTo>
                    <a:pt x="2981" y="19445"/>
                    <a:pt x="3208" y="20469"/>
                    <a:pt x="3413" y="21493"/>
                  </a:cubicBezTo>
                  <a:cubicBezTo>
                    <a:pt x="3686" y="22766"/>
                    <a:pt x="4050" y="23381"/>
                    <a:pt x="5074" y="24154"/>
                  </a:cubicBezTo>
                  <a:cubicBezTo>
                    <a:pt x="5910" y="24790"/>
                    <a:pt x="6673" y="24823"/>
                    <a:pt x="7580" y="24823"/>
                  </a:cubicBezTo>
                  <a:cubicBezTo>
                    <a:pt x="7683" y="24823"/>
                    <a:pt x="7789" y="24822"/>
                    <a:pt x="7896" y="24822"/>
                  </a:cubicBezTo>
                  <a:cubicBezTo>
                    <a:pt x="8127" y="24822"/>
                    <a:pt x="8368" y="24824"/>
                    <a:pt x="8622" y="24836"/>
                  </a:cubicBezTo>
                  <a:cubicBezTo>
                    <a:pt x="8736" y="24859"/>
                    <a:pt x="8827" y="24859"/>
                    <a:pt x="8918" y="24859"/>
                  </a:cubicBezTo>
                  <a:cubicBezTo>
                    <a:pt x="9737" y="24950"/>
                    <a:pt x="9759" y="24927"/>
                    <a:pt x="9850" y="25701"/>
                  </a:cubicBezTo>
                  <a:cubicBezTo>
                    <a:pt x="9964" y="26633"/>
                    <a:pt x="9987" y="29295"/>
                    <a:pt x="10123" y="30228"/>
                  </a:cubicBezTo>
                  <a:cubicBezTo>
                    <a:pt x="10237" y="30978"/>
                    <a:pt x="10078" y="31501"/>
                    <a:pt x="9373" y="31820"/>
                  </a:cubicBezTo>
                  <a:cubicBezTo>
                    <a:pt x="8986" y="32002"/>
                    <a:pt x="8941" y="32343"/>
                    <a:pt x="9077" y="32730"/>
                  </a:cubicBezTo>
                  <a:cubicBezTo>
                    <a:pt x="9145" y="32957"/>
                    <a:pt x="9214" y="33208"/>
                    <a:pt x="9282" y="33435"/>
                  </a:cubicBezTo>
                  <a:cubicBezTo>
                    <a:pt x="10123" y="36142"/>
                    <a:pt x="10942" y="38872"/>
                    <a:pt x="11830" y="41579"/>
                  </a:cubicBezTo>
                  <a:cubicBezTo>
                    <a:pt x="12489" y="43671"/>
                    <a:pt x="13217" y="45741"/>
                    <a:pt x="13945" y="47811"/>
                  </a:cubicBezTo>
                  <a:cubicBezTo>
                    <a:pt x="14059" y="48153"/>
                    <a:pt x="14104" y="48676"/>
                    <a:pt x="14605" y="48676"/>
                  </a:cubicBezTo>
                  <a:cubicBezTo>
                    <a:pt x="14615" y="48676"/>
                    <a:pt x="14625" y="48677"/>
                    <a:pt x="14635" y="48677"/>
                  </a:cubicBezTo>
                  <a:cubicBezTo>
                    <a:pt x="15020" y="48677"/>
                    <a:pt x="15133" y="48259"/>
                    <a:pt x="15310" y="47993"/>
                  </a:cubicBezTo>
                  <a:cubicBezTo>
                    <a:pt x="17198" y="45036"/>
                    <a:pt x="19313" y="42261"/>
                    <a:pt x="21611" y="39622"/>
                  </a:cubicBezTo>
                  <a:cubicBezTo>
                    <a:pt x="22111" y="39076"/>
                    <a:pt x="22589" y="38508"/>
                    <a:pt x="23067" y="37916"/>
                  </a:cubicBezTo>
                  <a:cubicBezTo>
                    <a:pt x="24318" y="36301"/>
                    <a:pt x="25546" y="34663"/>
                    <a:pt x="26797" y="33048"/>
                  </a:cubicBezTo>
                  <a:cubicBezTo>
                    <a:pt x="27025" y="32753"/>
                    <a:pt x="27594" y="31729"/>
                    <a:pt x="27252" y="31547"/>
                  </a:cubicBezTo>
                  <a:cubicBezTo>
                    <a:pt x="26934" y="31388"/>
                    <a:pt x="26160" y="30819"/>
                    <a:pt x="25842" y="30705"/>
                  </a:cubicBezTo>
                  <a:cubicBezTo>
                    <a:pt x="24773" y="30273"/>
                    <a:pt x="23271" y="30910"/>
                    <a:pt x="22999" y="29841"/>
                  </a:cubicBezTo>
                  <a:cubicBezTo>
                    <a:pt x="22862" y="29363"/>
                    <a:pt x="22453" y="28635"/>
                    <a:pt x="22430" y="28135"/>
                  </a:cubicBezTo>
                  <a:cubicBezTo>
                    <a:pt x="22225" y="25291"/>
                    <a:pt x="22020" y="22721"/>
                    <a:pt x="21861" y="19900"/>
                  </a:cubicBezTo>
                  <a:cubicBezTo>
                    <a:pt x="21702" y="17512"/>
                    <a:pt x="22635" y="14828"/>
                    <a:pt x="22544" y="12416"/>
                  </a:cubicBezTo>
                  <a:cubicBezTo>
                    <a:pt x="22475" y="10233"/>
                    <a:pt x="22043" y="8049"/>
                    <a:pt x="21224" y="6001"/>
                  </a:cubicBezTo>
                  <a:cubicBezTo>
                    <a:pt x="19905" y="2703"/>
                    <a:pt x="17471" y="656"/>
                    <a:pt x="13900" y="110"/>
                  </a:cubicBezTo>
                  <a:cubicBezTo>
                    <a:pt x="13426" y="36"/>
                    <a:pt x="12953" y="1"/>
                    <a:pt x="12485"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0" name="Google Shape;1800;p64"/>
            <p:cNvSpPr/>
            <p:nvPr/>
          </p:nvSpPr>
          <p:spPr>
            <a:xfrm>
              <a:off x="3780975" y="238100"/>
              <a:ext cx="660825" cy="533125"/>
            </a:xfrm>
            <a:custGeom>
              <a:avLst/>
              <a:gdLst/>
              <a:ahLst/>
              <a:cxnLst/>
              <a:rect l="l" t="t" r="r" b="b"/>
              <a:pathLst>
                <a:path w="26433" h="21325" extrusionOk="0">
                  <a:moveTo>
                    <a:pt x="16077" y="1"/>
                  </a:moveTo>
                  <a:cubicBezTo>
                    <a:pt x="16049" y="1"/>
                    <a:pt x="16020" y="1"/>
                    <a:pt x="15992" y="1"/>
                  </a:cubicBezTo>
                  <a:cubicBezTo>
                    <a:pt x="12966" y="24"/>
                    <a:pt x="9918" y="69"/>
                    <a:pt x="6893" y="92"/>
                  </a:cubicBezTo>
                  <a:cubicBezTo>
                    <a:pt x="6837" y="91"/>
                    <a:pt x="6781" y="91"/>
                    <a:pt x="6725" y="91"/>
                  </a:cubicBezTo>
                  <a:cubicBezTo>
                    <a:pt x="5327" y="91"/>
                    <a:pt x="3952" y="364"/>
                    <a:pt x="2662" y="911"/>
                  </a:cubicBezTo>
                  <a:cubicBezTo>
                    <a:pt x="1001" y="1639"/>
                    <a:pt x="114" y="2913"/>
                    <a:pt x="46" y="4732"/>
                  </a:cubicBezTo>
                  <a:cubicBezTo>
                    <a:pt x="0" y="5961"/>
                    <a:pt x="410" y="7144"/>
                    <a:pt x="1183" y="8054"/>
                  </a:cubicBezTo>
                  <a:cubicBezTo>
                    <a:pt x="2457" y="9623"/>
                    <a:pt x="4186" y="10328"/>
                    <a:pt x="6165" y="10397"/>
                  </a:cubicBezTo>
                  <a:cubicBezTo>
                    <a:pt x="6240" y="10398"/>
                    <a:pt x="6315" y="10399"/>
                    <a:pt x="6389" y="10399"/>
                  </a:cubicBezTo>
                  <a:cubicBezTo>
                    <a:pt x="7657" y="10399"/>
                    <a:pt x="8921" y="10217"/>
                    <a:pt x="10146" y="9873"/>
                  </a:cubicBezTo>
                  <a:cubicBezTo>
                    <a:pt x="10350" y="9822"/>
                    <a:pt x="10568" y="9720"/>
                    <a:pt x="10798" y="9720"/>
                  </a:cubicBezTo>
                  <a:cubicBezTo>
                    <a:pt x="10875" y="9720"/>
                    <a:pt x="10953" y="9731"/>
                    <a:pt x="11033" y="9760"/>
                  </a:cubicBezTo>
                  <a:cubicBezTo>
                    <a:pt x="11306" y="10192"/>
                    <a:pt x="11283" y="10715"/>
                    <a:pt x="11351" y="11193"/>
                  </a:cubicBezTo>
                  <a:cubicBezTo>
                    <a:pt x="11488" y="12080"/>
                    <a:pt x="11579" y="12967"/>
                    <a:pt x="11693" y="13854"/>
                  </a:cubicBezTo>
                  <a:cubicBezTo>
                    <a:pt x="11715" y="14104"/>
                    <a:pt x="11761" y="14355"/>
                    <a:pt x="11829" y="14582"/>
                  </a:cubicBezTo>
                  <a:cubicBezTo>
                    <a:pt x="11870" y="14906"/>
                    <a:pt x="12162" y="15139"/>
                    <a:pt x="12482" y="15139"/>
                  </a:cubicBezTo>
                  <a:cubicBezTo>
                    <a:pt x="12522" y="15139"/>
                    <a:pt x="12562" y="15136"/>
                    <a:pt x="12602" y="15128"/>
                  </a:cubicBezTo>
                  <a:cubicBezTo>
                    <a:pt x="12739" y="15105"/>
                    <a:pt x="12898" y="15083"/>
                    <a:pt x="13035" y="15060"/>
                  </a:cubicBezTo>
                  <a:cubicBezTo>
                    <a:pt x="14331" y="14832"/>
                    <a:pt x="14582" y="14855"/>
                    <a:pt x="14718" y="13445"/>
                  </a:cubicBezTo>
                  <a:cubicBezTo>
                    <a:pt x="14741" y="13149"/>
                    <a:pt x="14786" y="12853"/>
                    <a:pt x="14900" y="12580"/>
                  </a:cubicBezTo>
                  <a:cubicBezTo>
                    <a:pt x="14991" y="12239"/>
                    <a:pt x="15150" y="11921"/>
                    <a:pt x="15378" y="11648"/>
                  </a:cubicBezTo>
                  <a:cubicBezTo>
                    <a:pt x="15669" y="11303"/>
                    <a:pt x="16011" y="11132"/>
                    <a:pt x="16346" y="11132"/>
                  </a:cubicBezTo>
                  <a:cubicBezTo>
                    <a:pt x="16718" y="11132"/>
                    <a:pt x="17081" y="11343"/>
                    <a:pt x="17357" y="11761"/>
                  </a:cubicBezTo>
                  <a:cubicBezTo>
                    <a:pt x="17630" y="12125"/>
                    <a:pt x="17789" y="12535"/>
                    <a:pt x="17880" y="12990"/>
                  </a:cubicBezTo>
                  <a:cubicBezTo>
                    <a:pt x="17994" y="13627"/>
                    <a:pt x="18130" y="14264"/>
                    <a:pt x="18221" y="14901"/>
                  </a:cubicBezTo>
                  <a:cubicBezTo>
                    <a:pt x="18358" y="15742"/>
                    <a:pt x="18426" y="16584"/>
                    <a:pt x="18585" y="17403"/>
                  </a:cubicBezTo>
                  <a:cubicBezTo>
                    <a:pt x="18835" y="18540"/>
                    <a:pt x="19222" y="19609"/>
                    <a:pt x="20064" y="20474"/>
                  </a:cubicBezTo>
                  <a:cubicBezTo>
                    <a:pt x="20581" y="21030"/>
                    <a:pt x="21291" y="21325"/>
                    <a:pt x="22005" y="21325"/>
                  </a:cubicBezTo>
                  <a:cubicBezTo>
                    <a:pt x="22516" y="21325"/>
                    <a:pt x="23030" y="21174"/>
                    <a:pt x="23476" y="20860"/>
                  </a:cubicBezTo>
                  <a:cubicBezTo>
                    <a:pt x="23863" y="20610"/>
                    <a:pt x="24181" y="20315"/>
                    <a:pt x="24454" y="19951"/>
                  </a:cubicBezTo>
                  <a:cubicBezTo>
                    <a:pt x="25159" y="19086"/>
                    <a:pt x="25614" y="18085"/>
                    <a:pt x="25819" y="16993"/>
                  </a:cubicBezTo>
                  <a:cubicBezTo>
                    <a:pt x="26001" y="15924"/>
                    <a:pt x="26137" y="14832"/>
                    <a:pt x="26205" y="13740"/>
                  </a:cubicBezTo>
                  <a:cubicBezTo>
                    <a:pt x="26433" y="10055"/>
                    <a:pt x="25318" y="6439"/>
                    <a:pt x="23089" y="3504"/>
                  </a:cubicBezTo>
                  <a:cubicBezTo>
                    <a:pt x="21354" y="1161"/>
                    <a:pt x="18995" y="1"/>
                    <a:pt x="1607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1" name="Google Shape;1801;p64"/>
            <p:cNvSpPr/>
            <p:nvPr/>
          </p:nvSpPr>
          <p:spPr>
            <a:xfrm>
              <a:off x="3907225" y="603625"/>
              <a:ext cx="39825" cy="39975"/>
            </a:xfrm>
            <a:custGeom>
              <a:avLst/>
              <a:gdLst/>
              <a:ahLst/>
              <a:cxnLst/>
              <a:rect l="l" t="t" r="r" b="b"/>
              <a:pathLst>
                <a:path w="1593" h="1599" extrusionOk="0">
                  <a:moveTo>
                    <a:pt x="848" y="1"/>
                  </a:moveTo>
                  <a:cubicBezTo>
                    <a:pt x="823" y="1"/>
                    <a:pt x="798" y="3"/>
                    <a:pt x="774" y="7"/>
                  </a:cubicBezTo>
                  <a:cubicBezTo>
                    <a:pt x="569" y="7"/>
                    <a:pt x="364" y="98"/>
                    <a:pt x="228" y="234"/>
                  </a:cubicBezTo>
                  <a:cubicBezTo>
                    <a:pt x="137" y="325"/>
                    <a:pt x="91" y="416"/>
                    <a:pt x="69" y="507"/>
                  </a:cubicBezTo>
                  <a:cubicBezTo>
                    <a:pt x="23" y="598"/>
                    <a:pt x="0" y="712"/>
                    <a:pt x="0" y="826"/>
                  </a:cubicBezTo>
                  <a:lnTo>
                    <a:pt x="23" y="1008"/>
                  </a:lnTo>
                  <a:cubicBezTo>
                    <a:pt x="69" y="1144"/>
                    <a:pt x="137" y="1281"/>
                    <a:pt x="251" y="1371"/>
                  </a:cubicBezTo>
                  <a:lnTo>
                    <a:pt x="433" y="1508"/>
                  </a:lnTo>
                  <a:cubicBezTo>
                    <a:pt x="546" y="1576"/>
                    <a:pt x="683" y="1599"/>
                    <a:pt x="819" y="1599"/>
                  </a:cubicBezTo>
                  <a:cubicBezTo>
                    <a:pt x="933" y="1599"/>
                    <a:pt x="1024" y="1576"/>
                    <a:pt x="1115" y="1531"/>
                  </a:cubicBezTo>
                  <a:cubicBezTo>
                    <a:pt x="1229" y="1485"/>
                    <a:pt x="1320" y="1440"/>
                    <a:pt x="1388" y="1349"/>
                  </a:cubicBezTo>
                  <a:cubicBezTo>
                    <a:pt x="1524" y="1190"/>
                    <a:pt x="1593" y="985"/>
                    <a:pt x="1593" y="780"/>
                  </a:cubicBezTo>
                  <a:lnTo>
                    <a:pt x="1570" y="575"/>
                  </a:lnTo>
                  <a:cubicBezTo>
                    <a:pt x="1524" y="439"/>
                    <a:pt x="1456" y="325"/>
                    <a:pt x="1342" y="211"/>
                  </a:cubicBezTo>
                  <a:lnTo>
                    <a:pt x="1183" y="98"/>
                  </a:lnTo>
                  <a:cubicBezTo>
                    <a:pt x="1090" y="41"/>
                    <a:pt x="965" y="1"/>
                    <a:pt x="84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2" name="Google Shape;1802;p64"/>
            <p:cNvSpPr/>
            <p:nvPr/>
          </p:nvSpPr>
          <p:spPr>
            <a:xfrm>
              <a:off x="3906075" y="736275"/>
              <a:ext cx="81925" cy="39075"/>
            </a:xfrm>
            <a:custGeom>
              <a:avLst/>
              <a:gdLst/>
              <a:ahLst/>
              <a:cxnLst/>
              <a:rect l="l" t="t" r="r" b="b"/>
              <a:pathLst>
                <a:path w="3277" h="1563" extrusionOk="0">
                  <a:moveTo>
                    <a:pt x="3276" y="1"/>
                  </a:moveTo>
                  <a:lnTo>
                    <a:pt x="3276" y="1"/>
                  </a:lnTo>
                  <a:cubicBezTo>
                    <a:pt x="2776" y="206"/>
                    <a:pt x="2230" y="365"/>
                    <a:pt x="1707" y="410"/>
                  </a:cubicBezTo>
                  <a:cubicBezTo>
                    <a:pt x="729" y="547"/>
                    <a:pt x="1" y="570"/>
                    <a:pt x="1" y="570"/>
                  </a:cubicBezTo>
                  <a:cubicBezTo>
                    <a:pt x="1" y="570"/>
                    <a:pt x="676" y="1563"/>
                    <a:pt x="1600" y="1563"/>
                  </a:cubicBezTo>
                  <a:cubicBezTo>
                    <a:pt x="1665" y="1563"/>
                    <a:pt x="1731" y="1558"/>
                    <a:pt x="1798" y="1548"/>
                  </a:cubicBezTo>
                  <a:cubicBezTo>
                    <a:pt x="3163" y="1366"/>
                    <a:pt x="3276" y="1"/>
                    <a:pt x="327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3" name="Google Shape;1803;p64"/>
            <p:cNvSpPr/>
            <p:nvPr/>
          </p:nvSpPr>
          <p:spPr>
            <a:xfrm>
              <a:off x="3903250" y="563400"/>
              <a:ext cx="63700" cy="31300"/>
            </a:xfrm>
            <a:custGeom>
              <a:avLst/>
              <a:gdLst/>
              <a:ahLst/>
              <a:cxnLst/>
              <a:rect l="l" t="t" r="r" b="b"/>
              <a:pathLst>
                <a:path w="2548" h="1252" extrusionOk="0">
                  <a:moveTo>
                    <a:pt x="1274" y="1"/>
                  </a:moveTo>
                  <a:cubicBezTo>
                    <a:pt x="569" y="1"/>
                    <a:pt x="0" y="842"/>
                    <a:pt x="0" y="842"/>
                  </a:cubicBezTo>
                  <a:cubicBezTo>
                    <a:pt x="283" y="748"/>
                    <a:pt x="576" y="697"/>
                    <a:pt x="873" y="697"/>
                  </a:cubicBezTo>
                  <a:cubicBezTo>
                    <a:pt x="1006" y="697"/>
                    <a:pt x="1140" y="707"/>
                    <a:pt x="1274" y="728"/>
                  </a:cubicBezTo>
                  <a:cubicBezTo>
                    <a:pt x="1729" y="842"/>
                    <a:pt x="2161" y="1024"/>
                    <a:pt x="2548" y="1252"/>
                  </a:cubicBezTo>
                  <a:cubicBezTo>
                    <a:pt x="2548" y="1252"/>
                    <a:pt x="2161" y="23"/>
                    <a:pt x="127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4" name="Google Shape;1804;p64"/>
            <p:cNvSpPr/>
            <p:nvPr/>
          </p:nvSpPr>
          <p:spPr>
            <a:xfrm>
              <a:off x="3893000" y="4814350"/>
              <a:ext cx="604550" cy="662525"/>
            </a:xfrm>
            <a:custGeom>
              <a:avLst/>
              <a:gdLst/>
              <a:ahLst/>
              <a:cxnLst/>
              <a:rect l="l" t="t" r="r" b="b"/>
              <a:pathLst>
                <a:path w="24182" h="26501" extrusionOk="0">
                  <a:moveTo>
                    <a:pt x="18881" y="0"/>
                  </a:moveTo>
                  <a:lnTo>
                    <a:pt x="10828" y="3185"/>
                  </a:lnTo>
                  <a:cubicBezTo>
                    <a:pt x="10828" y="3185"/>
                    <a:pt x="12080" y="8690"/>
                    <a:pt x="10192" y="13353"/>
                  </a:cubicBezTo>
                  <a:cubicBezTo>
                    <a:pt x="8281" y="18016"/>
                    <a:pt x="7007" y="20132"/>
                    <a:pt x="4050" y="22247"/>
                  </a:cubicBezTo>
                  <a:lnTo>
                    <a:pt x="4027" y="22247"/>
                  </a:lnTo>
                  <a:cubicBezTo>
                    <a:pt x="1070" y="24363"/>
                    <a:pt x="1" y="26501"/>
                    <a:pt x="1" y="26501"/>
                  </a:cubicBezTo>
                  <a:lnTo>
                    <a:pt x="14423" y="26501"/>
                  </a:lnTo>
                  <a:cubicBezTo>
                    <a:pt x="14423" y="26501"/>
                    <a:pt x="21201" y="15468"/>
                    <a:pt x="24181" y="9531"/>
                  </a:cubicBezTo>
                  <a:cubicBezTo>
                    <a:pt x="24045" y="8621"/>
                    <a:pt x="22088" y="5255"/>
                    <a:pt x="20587" y="2775"/>
                  </a:cubicBezTo>
                  <a:cubicBezTo>
                    <a:pt x="19632" y="1206"/>
                    <a:pt x="18881" y="0"/>
                    <a:pt x="18881"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5" name="Google Shape;1805;p64"/>
            <p:cNvSpPr/>
            <p:nvPr/>
          </p:nvSpPr>
          <p:spPr>
            <a:xfrm>
              <a:off x="3893000" y="4883725"/>
              <a:ext cx="604550" cy="593150"/>
            </a:xfrm>
            <a:custGeom>
              <a:avLst/>
              <a:gdLst/>
              <a:ahLst/>
              <a:cxnLst/>
              <a:rect l="l" t="t" r="r" b="b"/>
              <a:pathLst>
                <a:path w="24182" h="23726" extrusionOk="0">
                  <a:moveTo>
                    <a:pt x="20587" y="0"/>
                  </a:moveTo>
                  <a:cubicBezTo>
                    <a:pt x="19018" y="1934"/>
                    <a:pt x="19632" y="5505"/>
                    <a:pt x="19245" y="8144"/>
                  </a:cubicBezTo>
                  <a:cubicBezTo>
                    <a:pt x="18813" y="11215"/>
                    <a:pt x="14718" y="19017"/>
                    <a:pt x="14718" y="19017"/>
                  </a:cubicBezTo>
                  <a:cubicBezTo>
                    <a:pt x="14718" y="19017"/>
                    <a:pt x="10851" y="18858"/>
                    <a:pt x="8235" y="18858"/>
                  </a:cubicBezTo>
                  <a:cubicBezTo>
                    <a:pt x="5710" y="18858"/>
                    <a:pt x="4163" y="19381"/>
                    <a:pt x="4050" y="19472"/>
                  </a:cubicBezTo>
                  <a:lnTo>
                    <a:pt x="4027" y="19472"/>
                  </a:lnTo>
                  <a:cubicBezTo>
                    <a:pt x="1070" y="21588"/>
                    <a:pt x="1" y="23726"/>
                    <a:pt x="1" y="23726"/>
                  </a:cubicBezTo>
                  <a:lnTo>
                    <a:pt x="14423" y="23726"/>
                  </a:lnTo>
                  <a:cubicBezTo>
                    <a:pt x="14423" y="23726"/>
                    <a:pt x="21201" y="12693"/>
                    <a:pt x="24181" y="6756"/>
                  </a:cubicBezTo>
                  <a:cubicBezTo>
                    <a:pt x="24045" y="5846"/>
                    <a:pt x="22088" y="2480"/>
                    <a:pt x="2058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6" name="Google Shape;1806;p64"/>
            <p:cNvSpPr/>
            <p:nvPr/>
          </p:nvSpPr>
          <p:spPr>
            <a:xfrm>
              <a:off x="3691125" y="2599875"/>
              <a:ext cx="786525" cy="2416950"/>
            </a:xfrm>
            <a:custGeom>
              <a:avLst/>
              <a:gdLst/>
              <a:ahLst/>
              <a:cxnLst/>
              <a:rect l="l" t="t" r="r" b="b"/>
              <a:pathLst>
                <a:path w="31461" h="96678" extrusionOk="0">
                  <a:moveTo>
                    <a:pt x="1274" y="0"/>
                  </a:moveTo>
                  <a:cubicBezTo>
                    <a:pt x="1274" y="0"/>
                    <a:pt x="1138" y="3867"/>
                    <a:pt x="978" y="9623"/>
                  </a:cubicBezTo>
                  <a:cubicBezTo>
                    <a:pt x="569" y="24795"/>
                    <a:pt x="0" y="53070"/>
                    <a:pt x="1274" y="58621"/>
                  </a:cubicBezTo>
                  <a:cubicBezTo>
                    <a:pt x="3026" y="66264"/>
                    <a:pt x="17903" y="96677"/>
                    <a:pt x="17903" y="96677"/>
                  </a:cubicBezTo>
                  <a:lnTo>
                    <a:pt x="31460" y="91423"/>
                  </a:lnTo>
                  <a:lnTo>
                    <a:pt x="19654" y="45928"/>
                  </a:lnTo>
                  <a:cubicBezTo>
                    <a:pt x="19654" y="45928"/>
                    <a:pt x="21360" y="23226"/>
                    <a:pt x="21588" y="9623"/>
                  </a:cubicBezTo>
                  <a:cubicBezTo>
                    <a:pt x="21656" y="5073"/>
                    <a:pt x="21565" y="1547"/>
                    <a:pt x="21178" y="228"/>
                  </a:cubicBezTo>
                  <a:lnTo>
                    <a:pt x="1274"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7" name="Google Shape;1807;p64"/>
            <p:cNvSpPr/>
            <p:nvPr/>
          </p:nvSpPr>
          <p:spPr>
            <a:xfrm>
              <a:off x="3896975" y="5165225"/>
              <a:ext cx="747850" cy="311650"/>
            </a:xfrm>
            <a:custGeom>
              <a:avLst/>
              <a:gdLst/>
              <a:ahLst/>
              <a:cxnLst/>
              <a:rect l="l" t="t" r="r" b="b"/>
              <a:pathLst>
                <a:path w="29914" h="12466" extrusionOk="0">
                  <a:moveTo>
                    <a:pt x="17198" y="0"/>
                  </a:moveTo>
                  <a:lnTo>
                    <a:pt x="17198" y="0"/>
                  </a:lnTo>
                  <a:cubicBezTo>
                    <a:pt x="17198" y="0"/>
                    <a:pt x="17630" y="3140"/>
                    <a:pt x="12057" y="5755"/>
                  </a:cubicBezTo>
                  <a:cubicBezTo>
                    <a:pt x="10169" y="6620"/>
                    <a:pt x="8190" y="7257"/>
                    <a:pt x="6165" y="7689"/>
                  </a:cubicBezTo>
                  <a:cubicBezTo>
                    <a:pt x="1388" y="8758"/>
                    <a:pt x="1" y="12466"/>
                    <a:pt x="1" y="12466"/>
                  </a:cubicBezTo>
                  <a:lnTo>
                    <a:pt x="29914" y="12466"/>
                  </a:lnTo>
                  <a:lnTo>
                    <a:pt x="29618" y="6847"/>
                  </a:lnTo>
                  <a:lnTo>
                    <a:pt x="29322" y="910"/>
                  </a:lnTo>
                  <a:lnTo>
                    <a:pt x="17198"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8" name="Google Shape;1808;p64"/>
            <p:cNvSpPr/>
            <p:nvPr/>
          </p:nvSpPr>
          <p:spPr>
            <a:xfrm>
              <a:off x="4108525" y="2488975"/>
              <a:ext cx="606825" cy="2785450"/>
            </a:xfrm>
            <a:custGeom>
              <a:avLst/>
              <a:gdLst/>
              <a:ahLst/>
              <a:cxnLst/>
              <a:rect l="l" t="t" r="r" b="b"/>
              <a:pathLst>
                <a:path w="24273" h="111418" extrusionOk="0">
                  <a:moveTo>
                    <a:pt x="22680" y="1"/>
                  </a:moveTo>
                  <a:lnTo>
                    <a:pt x="2776" y="638"/>
                  </a:lnTo>
                  <a:cubicBezTo>
                    <a:pt x="2776" y="638"/>
                    <a:pt x="2435" y="5324"/>
                    <a:pt x="2003" y="11989"/>
                  </a:cubicBezTo>
                  <a:cubicBezTo>
                    <a:pt x="1161" y="25228"/>
                    <a:pt x="1" y="46269"/>
                    <a:pt x="524" y="54276"/>
                  </a:cubicBezTo>
                  <a:cubicBezTo>
                    <a:pt x="1320" y="66355"/>
                    <a:pt x="6188" y="107301"/>
                    <a:pt x="6188" y="107301"/>
                  </a:cubicBezTo>
                  <a:lnTo>
                    <a:pt x="24273" y="111418"/>
                  </a:lnTo>
                  <a:cubicBezTo>
                    <a:pt x="24273" y="111418"/>
                    <a:pt x="22066" y="67288"/>
                    <a:pt x="21156" y="57142"/>
                  </a:cubicBezTo>
                  <a:cubicBezTo>
                    <a:pt x="21315" y="50068"/>
                    <a:pt x="21998" y="26570"/>
                    <a:pt x="22430" y="11989"/>
                  </a:cubicBezTo>
                  <a:cubicBezTo>
                    <a:pt x="22635" y="4960"/>
                    <a:pt x="22794" y="1"/>
                    <a:pt x="22794"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09" name="Google Shape;1809;p64"/>
            <p:cNvSpPr/>
            <p:nvPr/>
          </p:nvSpPr>
          <p:spPr>
            <a:xfrm>
              <a:off x="3896975" y="5309100"/>
              <a:ext cx="747850" cy="167775"/>
            </a:xfrm>
            <a:custGeom>
              <a:avLst/>
              <a:gdLst/>
              <a:ahLst/>
              <a:cxnLst/>
              <a:rect l="l" t="t" r="r" b="b"/>
              <a:pathLst>
                <a:path w="29914" h="6711" extrusionOk="0">
                  <a:moveTo>
                    <a:pt x="12057" y="0"/>
                  </a:moveTo>
                  <a:cubicBezTo>
                    <a:pt x="10169" y="865"/>
                    <a:pt x="8190" y="1502"/>
                    <a:pt x="6165" y="1934"/>
                  </a:cubicBezTo>
                  <a:cubicBezTo>
                    <a:pt x="1388" y="3003"/>
                    <a:pt x="1" y="6711"/>
                    <a:pt x="1" y="6711"/>
                  </a:cubicBezTo>
                  <a:lnTo>
                    <a:pt x="29914" y="6711"/>
                  </a:lnTo>
                  <a:lnTo>
                    <a:pt x="29618" y="1092"/>
                  </a:lnTo>
                  <a:cubicBezTo>
                    <a:pt x="26957" y="1911"/>
                    <a:pt x="22930" y="3777"/>
                    <a:pt x="15856" y="4414"/>
                  </a:cubicBezTo>
                  <a:cubicBezTo>
                    <a:pt x="14991" y="2844"/>
                    <a:pt x="13490" y="1274"/>
                    <a:pt x="1205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0" name="Google Shape;1810;p64"/>
            <p:cNvSpPr/>
            <p:nvPr/>
          </p:nvSpPr>
          <p:spPr>
            <a:xfrm>
              <a:off x="4734650" y="1938700"/>
              <a:ext cx="360575" cy="1374225"/>
            </a:xfrm>
            <a:custGeom>
              <a:avLst/>
              <a:gdLst/>
              <a:ahLst/>
              <a:cxnLst/>
              <a:rect l="l" t="t" r="r" b="b"/>
              <a:pathLst>
                <a:path w="14423" h="54969" extrusionOk="0">
                  <a:moveTo>
                    <a:pt x="8862" y="1"/>
                  </a:moveTo>
                  <a:cubicBezTo>
                    <a:pt x="8776" y="1"/>
                    <a:pt x="8681" y="6"/>
                    <a:pt x="8577" y="15"/>
                  </a:cubicBezTo>
                  <a:cubicBezTo>
                    <a:pt x="7917" y="83"/>
                    <a:pt x="7280" y="151"/>
                    <a:pt x="6643" y="242"/>
                  </a:cubicBezTo>
                  <a:cubicBezTo>
                    <a:pt x="4664" y="538"/>
                    <a:pt x="2708" y="834"/>
                    <a:pt x="729" y="1152"/>
                  </a:cubicBezTo>
                  <a:cubicBezTo>
                    <a:pt x="115" y="1243"/>
                    <a:pt x="1" y="1425"/>
                    <a:pt x="92" y="2085"/>
                  </a:cubicBezTo>
                  <a:cubicBezTo>
                    <a:pt x="228" y="3063"/>
                    <a:pt x="342" y="4064"/>
                    <a:pt x="547" y="5042"/>
                  </a:cubicBezTo>
                  <a:cubicBezTo>
                    <a:pt x="1138" y="8022"/>
                    <a:pt x="1843" y="10979"/>
                    <a:pt x="2367" y="13982"/>
                  </a:cubicBezTo>
                  <a:cubicBezTo>
                    <a:pt x="2822" y="16529"/>
                    <a:pt x="3095" y="19100"/>
                    <a:pt x="3436" y="21670"/>
                  </a:cubicBezTo>
                  <a:cubicBezTo>
                    <a:pt x="3913" y="25333"/>
                    <a:pt x="4027" y="29018"/>
                    <a:pt x="3459" y="32703"/>
                  </a:cubicBezTo>
                  <a:cubicBezTo>
                    <a:pt x="2958" y="35546"/>
                    <a:pt x="2753" y="38435"/>
                    <a:pt x="2799" y="41324"/>
                  </a:cubicBezTo>
                  <a:cubicBezTo>
                    <a:pt x="2822" y="42371"/>
                    <a:pt x="2822" y="43417"/>
                    <a:pt x="2844" y="44463"/>
                  </a:cubicBezTo>
                  <a:cubicBezTo>
                    <a:pt x="2913" y="45806"/>
                    <a:pt x="2981" y="47148"/>
                    <a:pt x="3049" y="48490"/>
                  </a:cubicBezTo>
                  <a:cubicBezTo>
                    <a:pt x="3026" y="48899"/>
                    <a:pt x="3117" y="49286"/>
                    <a:pt x="3299" y="49650"/>
                  </a:cubicBezTo>
                  <a:cubicBezTo>
                    <a:pt x="3394" y="49893"/>
                    <a:pt x="3616" y="50023"/>
                    <a:pt x="3843" y="50023"/>
                  </a:cubicBezTo>
                  <a:cubicBezTo>
                    <a:pt x="3999" y="50023"/>
                    <a:pt x="4157" y="49962"/>
                    <a:pt x="4277" y="49832"/>
                  </a:cubicBezTo>
                  <a:cubicBezTo>
                    <a:pt x="4596" y="49491"/>
                    <a:pt x="4801" y="49081"/>
                    <a:pt x="4869" y="48626"/>
                  </a:cubicBezTo>
                  <a:cubicBezTo>
                    <a:pt x="5074" y="47512"/>
                    <a:pt x="5256" y="46374"/>
                    <a:pt x="5506" y="45260"/>
                  </a:cubicBezTo>
                  <a:cubicBezTo>
                    <a:pt x="5597" y="44850"/>
                    <a:pt x="5551" y="44190"/>
                    <a:pt x="5961" y="44099"/>
                  </a:cubicBezTo>
                  <a:cubicBezTo>
                    <a:pt x="6006" y="44088"/>
                    <a:pt x="6048" y="44082"/>
                    <a:pt x="6086" y="44082"/>
                  </a:cubicBezTo>
                  <a:cubicBezTo>
                    <a:pt x="6493" y="44082"/>
                    <a:pt x="6549" y="44698"/>
                    <a:pt x="6757" y="45009"/>
                  </a:cubicBezTo>
                  <a:cubicBezTo>
                    <a:pt x="6871" y="45169"/>
                    <a:pt x="6984" y="45351"/>
                    <a:pt x="7053" y="45533"/>
                  </a:cubicBezTo>
                  <a:cubicBezTo>
                    <a:pt x="7712" y="47034"/>
                    <a:pt x="8281" y="48581"/>
                    <a:pt x="8167" y="50287"/>
                  </a:cubicBezTo>
                  <a:cubicBezTo>
                    <a:pt x="8099" y="51265"/>
                    <a:pt x="8145" y="52266"/>
                    <a:pt x="8145" y="53267"/>
                  </a:cubicBezTo>
                  <a:cubicBezTo>
                    <a:pt x="8122" y="53767"/>
                    <a:pt x="8236" y="54268"/>
                    <a:pt x="8440" y="54723"/>
                  </a:cubicBezTo>
                  <a:cubicBezTo>
                    <a:pt x="8532" y="54879"/>
                    <a:pt x="8721" y="54969"/>
                    <a:pt x="8896" y="54969"/>
                  </a:cubicBezTo>
                  <a:cubicBezTo>
                    <a:pt x="9025" y="54969"/>
                    <a:pt x="9146" y="54920"/>
                    <a:pt x="9214" y="54814"/>
                  </a:cubicBezTo>
                  <a:cubicBezTo>
                    <a:pt x="9418" y="54495"/>
                    <a:pt x="9600" y="54131"/>
                    <a:pt x="9782" y="53767"/>
                  </a:cubicBezTo>
                  <a:cubicBezTo>
                    <a:pt x="9828" y="53767"/>
                    <a:pt x="9873" y="53767"/>
                    <a:pt x="9919" y="53790"/>
                  </a:cubicBezTo>
                  <a:cubicBezTo>
                    <a:pt x="10242" y="53915"/>
                    <a:pt x="10462" y="53988"/>
                    <a:pt x="10624" y="53988"/>
                  </a:cubicBezTo>
                  <a:cubicBezTo>
                    <a:pt x="10874" y="53988"/>
                    <a:pt x="10987" y="53817"/>
                    <a:pt x="11124" y="53403"/>
                  </a:cubicBezTo>
                  <a:cubicBezTo>
                    <a:pt x="11284" y="52948"/>
                    <a:pt x="11420" y="52471"/>
                    <a:pt x="11534" y="51993"/>
                  </a:cubicBezTo>
                  <a:cubicBezTo>
                    <a:pt x="11966" y="52152"/>
                    <a:pt x="11852" y="52516"/>
                    <a:pt x="12012" y="52766"/>
                  </a:cubicBezTo>
                  <a:cubicBezTo>
                    <a:pt x="12197" y="53056"/>
                    <a:pt x="12454" y="53204"/>
                    <a:pt x="12703" y="53204"/>
                  </a:cubicBezTo>
                  <a:cubicBezTo>
                    <a:pt x="12942" y="53204"/>
                    <a:pt x="13175" y="53068"/>
                    <a:pt x="13331" y="52789"/>
                  </a:cubicBezTo>
                  <a:cubicBezTo>
                    <a:pt x="13604" y="52334"/>
                    <a:pt x="13786" y="51811"/>
                    <a:pt x="13877" y="51265"/>
                  </a:cubicBezTo>
                  <a:cubicBezTo>
                    <a:pt x="14423" y="48103"/>
                    <a:pt x="14377" y="44873"/>
                    <a:pt x="13740" y="41756"/>
                  </a:cubicBezTo>
                  <a:cubicBezTo>
                    <a:pt x="13513" y="40687"/>
                    <a:pt x="13217" y="39618"/>
                    <a:pt x="12967" y="38549"/>
                  </a:cubicBezTo>
                  <a:cubicBezTo>
                    <a:pt x="12831" y="37980"/>
                    <a:pt x="12694" y="37389"/>
                    <a:pt x="12580" y="36797"/>
                  </a:cubicBezTo>
                  <a:cubicBezTo>
                    <a:pt x="11989" y="33545"/>
                    <a:pt x="11898" y="30269"/>
                    <a:pt x="11852" y="26971"/>
                  </a:cubicBezTo>
                  <a:cubicBezTo>
                    <a:pt x="11807" y="24241"/>
                    <a:pt x="11943" y="21488"/>
                    <a:pt x="12012" y="18759"/>
                  </a:cubicBezTo>
                  <a:cubicBezTo>
                    <a:pt x="12080" y="16325"/>
                    <a:pt x="11943" y="13868"/>
                    <a:pt x="11579" y="11457"/>
                  </a:cubicBezTo>
                  <a:cubicBezTo>
                    <a:pt x="11193" y="8932"/>
                    <a:pt x="10647" y="6452"/>
                    <a:pt x="10146" y="3973"/>
                  </a:cubicBezTo>
                  <a:cubicBezTo>
                    <a:pt x="9896" y="2949"/>
                    <a:pt x="9737" y="1903"/>
                    <a:pt x="9646" y="879"/>
                  </a:cubicBezTo>
                  <a:cubicBezTo>
                    <a:pt x="9626" y="210"/>
                    <a:pt x="9419" y="1"/>
                    <a:pt x="8862"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1" name="Google Shape;1811;p64"/>
            <p:cNvSpPr/>
            <p:nvPr/>
          </p:nvSpPr>
          <p:spPr>
            <a:xfrm>
              <a:off x="3151425" y="1827975"/>
              <a:ext cx="409500" cy="448500"/>
            </a:xfrm>
            <a:custGeom>
              <a:avLst/>
              <a:gdLst/>
              <a:ahLst/>
              <a:cxnLst/>
              <a:rect l="l" t="t" r="r" b="b"/>
              <a:pathLst>
                <a:path w="16380" h="17940" extrusionOk="0">
                  <a:moveTo>
                    <a:pt x="7552" y="1"/>
                  </a:moveTo>
                  <a:cubicBezTo>
                    <a:pt x="7245" y="1"/>
                    <a:pt x="7028" y="368"/>
                    <a:pt x="6507" y="1168"/>
                  </a:cubicBezTo>
                  <a:cubicBezTo>
                    <a:pt x="5574" y="2647"/>
                    <a:pt x="4687" y="4148"/>
                    <a:pt x="3572" y="5513"/>
                  </a:cubicBezTo>
                  <a:cubicBezTo>
                    <a:pt x="2526" y="6764"/>
                    <a:pt x="1502" y="8061"/>
                    <a:pt x="479" y="9357"/>
                  </a:cubicBezTo>
                  <a:cubicBezTo>
                    <a:pt x="1" y="9926"/>
                    <a:pt x="1" y="10108"/>
                    <a:pt x="433" y="10654"/>
                  </a:cubicBezTo>
                  <a:cubicBezTo>
                    <a:pt x="865" y="11200"/>
                    <a:pt x="1343" y="11723"/>
                    <a:pt x="1821" y="12223"/>
                  </a:cubicBezTo>
                  <a:cubicBezTo>
                    <a:pt x="3299" y="13725"/>
                    <a:pt x="4710" y="15249"/>
                    <a:pt x="6052" y="16864"/>
                  </a:cubicBezTo>
                  <a:cubicBezTo>
                    <a:pt x="6653" y="17593"/>
                    <a:pt x="6919" y="17939"/>
                    <a:pt x="7203" y="17939"/>
                  </a:cubicBezTo>
                  <a:cubicBezTo>
                    <a:pt x="7478" y="17939"/>
                    <a:pt x="7769" y="17615"/>
                    <a:pt x="8395" y="17000"/>
                  </a:cubicBezTo>
                  <a:cubicBezTo>
                    <a:pt x="11329" y="14111"/>
                    <a:pt x="13649" y="10745"/>
                    <a:pt x="16197" y="7537"/>
                  </a:cubicBezTo>
                  <a:cubicBezTo>
                    <a:pt x="16265" y="7401"/>
                    <a:pt x="16334" y="7264"/>
                    <a:pt x="16379" y="7128"/>
                  </a:cubicBezTo>
                  <a:cubicBezTo>
                    <a:pt x="16334" y="6992"/>
                    <a:pt x="16265" y="6855"/>
                    <a:pt x="16174" y="6741"/>
                  </a:cubicBezTo>
                  <a:cubicBezTo>
                    <a:pt x="15879" y="6446"/>
                    <a:pt x="15583" y="6195"/>
                    <a:pt x="15287" y="5945"/>
                  </a:cubicBezTo>
                  <a:cubicBezTo>
                    <a:pt x="13126" y="4216"/>
                    <a:pt x="10988" y="2510"/>
                    <a:pt x="8827" y="804"/>
                  </a:cubicBezTo>
                  <a:cubicBezTo>
                    <a:pt x="8157" y="283"/>
                    <a:pt x="7821" y="1"/>
                    <a:pt x="7552"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2" name="Google Shape;1812;p64"/>
            <p:cNvSpPr/>
            <p:nvPr/>
          </p:nvSpPr>
          <p:spPr>
            <a:xfrm>
              <a:off x="3309525" y="1024650"/>
              <a:ext cx="1699825" cy="1956950"/>
            </a:xfrm>
            <a:custGeom>
              <a:avLst/>
              <a:gdLst/>
              <a:ahLst/>
              <a:cxnLst/>
              <a:rect l="l" t="t" r="r" b="b"/>
              <a:pathLst>
                <a:path w="67993" h="78278" extrusionOk="0">
                  <a:moveTo>
                    <a:pt x="44406" y="1"/>
                  </a:moveTo>
                  <a:cubicBezTo>
                    <a:pt x="43930" y="1"/>
                    <a:pt x="43695" y="324"/>
                    <a:pt x="43107" y="1500"/>
                  </a:cubicBezTo>
                  <a:cubicBezTo>
                    <a:pt x="40923" y="5936"/>
                    <a:pt x="39035" y="8370"/>
                    <a:pt x="36670" y="12715"/>
                  </a:cubicBezTo>
                  <a:cubicBezTo>
                    <a:pt x="36465" y="13101"/>
                    <a:pt x="36237" y="13488"/>
                    <a:pt x="36010" y="13875"/>
                  </a:cubicBezTo>
                  <a:cubicBezTo>
                    <a:pt x="35975" y="13944"/>
                    <a:pt x="35897" y="13974"/>
                    <a:pt x="35808" y="13974"/>
                  </a:cubicBezTo>
                  <a:cubicBezTo>
                    <a:pt x="35663" y="13974"/>
                    <a:pt x="35489" y="13896"/>
                    <a:pt x="35419" y="13784"/>
                  </a:cubicBezTo>
                  <a:cubicBezTo>
                    <a:pt x="35146" y="13215"/>
                    <a:pt x="34804" y="12783"/>
                    <a:pt x="34577" y="12351"/>
                  </a:cubicBezTo>
                  <a:cubicBezTo>
                    <a:pt x="32803" y="9098"/>
                    <a:pt x="32006" y="7801"/>
                    <a:pt x="30414" y="4890"/>
                  </a:cubicBezTo>
                  <a:cubicBezTo>
                    <a:pt x="29936" y="4025"/>
                    <a:pt x="29595" y="3070"/>
                    <a:pt x="29140" y="2183"/>
                  </a:cubicBezTo>
                  <a:cubicBezTo>
                    <a:pt x="28933" y="1782"/>
                    <a:pt x="28764" y="1604"/>
                    <a:pt x="28489" y="1604"/>
                  </a:cubicBezTo>
                  <a:cubicBezTo>
                    <a:pt x="28342" y="1604"/>
                    <a:pt x="28164" y="1655"/>
                    <a:pt x="27935" y="1750"/>
                  </a:cubicBezTo>
                  <a:cubicBezTo>
                    <a:pt x="26001" y="2569"/>
                    <a:pt x="24068" y="3388"/>
                    <a:pt x="22157" y="4230"/>
                  </a:cubicBezTo>
                  <a:cubicBezTo>
                    <a:pt x="21884" y="4344"/>
                    <a:pt x="21611" y="4503"/>
                    <a:pt x="21361" y="4639"/>
                  </a:cubicBezTo>
                  <a:cubicBezTo>
                    <a:pt x="18381" y="6186"/>
                    <a:pt x="16015" y="8461"/>
                    <a:pt x="14081" y="11168"/>
                  </a:cubicBezTo>
                  <a:cubicBezTo>
                    <a:pt x="12171" y="13807"/>
                    <a:pt x="10328" y="16468"/>
                    <a:pt x="8508" y="19152"/>
                  </a:cubicBezTo>
                  <a:cubicBezTo>
                    <a:pt x="5915" y="22997"/>
                    <a:pt x="3367" y="26864"/>
                    <a:pt x="820" y="30731"/>
                  </a:cubicBezTo>
                  <a:cubicBezTo>
                    <a:pt x="615" y="31026"/>
                    <a:pt x="433" y="31322"/>
                    <a:pt x="251" y="31618"/>
                  </a:cubicBezTo>
                  <a:cubicBezTo>
                    <a:pt x="1" y="32141"/>
                    <a:pt x="46" y="32459"/>
                    <a:pt x="433" y="32846"/>
                  </a:cubicBezTo>
                  <a:cubicBezTo>
                    <a:pt x="638" y="33051"/>
                    <a:pt x="865" y="33256"/>
                    <a:pt x="1093" y="33438"/>
                  </a:cubicBezTo>
                  <a:cubicBezTo>
                    <a:pt x="3618" y="35394"/>
                    <a:pt x="6029" y="37487"/>
                    <a:pt x="8645" y="39306"/>
                  </a:cubicBezTo>
                  <a:cubicBezTo>
                    <a:pt x="9327" y="39786"/>
                    <a:pt x="9714" y="40041"/>
                    <a:pt x="10048" y="40041"/>
                  </a:cubicBezTo>
                  <a:cubicBezTo>
                    <a:pt x="10427" y="40041"/>
                    <a:pt x="10736" y="39712"/>
                    <a:pt x="11329" y="39011"/>
                  </a:cubicBezTo>
                  <a:cubicBezTo>
                    <a:pt x="12717" y="37373"/>
                    <a:pt x="14059" y="35690"/>
                    <a:pt x="15424" y="34052"/>
                  </a:cubicBezTo>
                  <a:cubicBezTo>
                    <a:pt x="15674" y="33733"/>
                    <a:pt x="15947" y="33438"/>
                    <a:pt x="16220" y="33142"/>
                  </a:cubicBezTo>
                  <a:cubicBezTo>
                    <a:pt x="16258" y="33095"/>
                    <a:pt x="16315" y="33071"/>
                    <a:pt x="16373" y="33071"/>
                  </a:cubicBezTo>
                  <a:cubicBezTo>
                    <a:pt x="16454" y="33071"/>
                    <a:pt x="16534" y="33117"/>
                    <a:pt x="16561" y="33210"/>
                  </a:cubicBezTo>
                  <a:cubicBezTo>
                    <a:pt x="16606" y="33347"/>
                    <a:pt x="16629" y="33506"/>
                    <a:pt x="16606" y="33665"/>
                  </a:cubicBezTo>
                  <a:cubicBezTo>
                    <a:pt x="16584" y="37441"/>
                    <a:pt x="16788" y="41240"/>
                    <a:pt x="16379" y="45016"/>
                  </a:cubicBezTo>
                  <a:cubicBezTo>
                    <a:pt x="16038" y="48292"/>
                    <a:pt x="15515" y="51545"/>
                    <a:pt x="14764" y="54752"/>
                  </a:cubicBezTo>
                  <a:cubicBezTo>
                    <a:pt x="13877" y="58323"/>
                    <a:pt x="12808" y="61872"/>
                    <a:pt x="11534" y="65330"/>
                  </a:cubicBezTo>
                  <a:cubicBezTo>
                    <a:pt x="10533" y="67991"/>
                    <a:pt x="9623" y="70675"/>
                    <a:pt x="8690" y="73359"/>
                  </a:cubicBezTo>
                  <a:cubicBezTo>
                    <a:pt x="8440" y="74133"/>
                    <a:pt x="8508" y="74315"/>
                    <a:pt x="9304" y="74520"/>
                  </a:cubicBezTo>
                  <a:cubicBezTo>
                    <a:pt x="9987" y="74724"/>
                    <a:pt x="10669" y="74861"/>
                    <a:pt x="11352" y="75020"/>
                  </a:cubicBezTo>
                  <a:cubicBezTo>
                    <a:pt x="15992" y="76157"/>
                    <a:pt x="20724" y="76976"/>
                    <a:pt x="25478" y="77477"/>
                  </a:cubicBezTo>
                  <a:cubicBezTo>
                    <a:pt x="30610" y="78005"/>
                    <a:pt x="35741" y="78278"/>
                    <a:pt x="40891" y="78278"/>
                  </a:cubicBezTo>
                  <a:cubicBezTo>
                    <a:pt x="41289" y="78278"/>
                    <a:pt x="41686" y="78276"/>
                    <a:pt x="42084" y="78273"/>
                  </a:cubicBezTo>
                  <a:cubicBezTo>
                    <a:pt x="44063" y="78250"/>
                    <a:pt x="47861" y="78182"/>
                    <a:pt x="51615" y="77773"/>
                  </a:cubicBezTo>
                  <a:cubicBezTo>
                    <a:pt x="52775" y="77659"/>
                    <a:pt x="53890" y="77477"/>
                    <a:pt x="55027" y="77295"/>
                  </a:cubicBezTo>
                  <a:cubicBezTo>
                    <a:pt x="55709" y="77181"/>
                    <a:pt x="55800" y="77090"/>
                    <a:pt x="55846" y="76430"/>
                  </a:cubicBezTo>
                  <a:cubicBezTo>
                    <a:pt x="55960" y="75134"/>
                    <a:pt x="56051" y="73837"/>
                    <a:pt x="56142" y="72563"/>
                  </a:cubicBezTo>
                  <a:cubicBezTo>
                    <a:pt x="56187" y="71403"/>
                    <a:pt x="56187" y="70266"/>
                    <a:pt x="56278" y="69106"/>
                  </a:cubicBezTo>
                  <a:cubicBezTo>
                    <a:pt x="56505" y="66080"/>
                    <a:pt x="56574" y="63032"/>
                    <a:pt x="56665" y="60007"/>
                  </a:cubicBezTo>
                  <a:cubicBezTo>
                    <a:pt x="56801" y="54707"/>
                    <a:pt x="56483" y="49429"/>
                    <a:pt x="56437" y="44129"/>
                  </a:cubicBezTo>
                  <a:cubicBezTo>
                    <a:pt x="56437" y="42696"/>
                    <a:pt x="56392" y="41240"/>
                    <a:pt x="56369" y="39807"/>
                  </a:cubicBezTo>
                  <a:cubicBezTo>
                    <a:pt x="56301" y="39488"/>
                    <a:pt x="56528" y="39193"/>
                    <a:pt x="56847" y="39170"/>
                  </a:cubicBezTo>
                  <a:cubicBezTo>
                    <a:pt x="57279" y="39079"/>
                    <a:pt x="57734" y="38988"/>
                    <a:pt x="58166" y="38897"/>
                  </a:cubicBezTo>
                  <a:cubicBezTo>
                    <a:pt x="60850" y="38419"/>
                    <a:pt x="63580" y="38124"/>
                    <a:pt x="66241" y="37373"/>
                  </a:cubicBezTo>
                  <a:cubicBezTo>
                    <a:pt x="67902" y="36918"/>
                    <a:pt x="67993" y="36850"/>
                    <a:pt x="67879" y="35144"/>
                  </a:cubicBezTo>
                  <a:cubicBezTo>
                    <a:pt x="67788" y="33233"/>
                    <a:pt x="67538" y="31368"/>
                    <a:pt x="67151" y="29502"/>
                  </a:cubicBezTo>
                  <a:cubicBezTo>
                    <a:pt x="66287" y="25612"/>
                    <a:pt x="65582" y="21677"/>
                    <a:pt x="64490" y="17833"/>
                  </a:cubicBezTo>
                  <a:cubicBezTo>
                    <a:pt x="63921" y="15831"/>
                    <a:pt x="63330" y="13807"/>
                    <a:pt x="62420" y="11918"/>
                  </a:cubicBezTo>
                  <a:cubicBezTo>
                    <a:pt x="60191" y="7278"/>
                    <a:pt x="56847" y="3820"/>
                    <a:pt x="51865" y="2137"/>
                  </a:cubicBezTo>
                  <a:cubicBezTo>
                    <a:pt x="51387" y="1978"/>
                    <a:pt x="50932" y="1796"/>
                    <a:pt x="50455" y="1637"/>
                  </a:cubicBezTo>
                  <a:cubicBezTo>
                    <a:pt x="48931" y="1045"/>
                    <a:pt x="47338" y="590"/>
                    <a:pt x="45723" y="249"/>
                  </a:cubicBezTo>
                  <a:cubicBezTo>
                    <a:pt x="45094" y="127"/>
                    <a:pt x="44703" y="1"/>
                    <a:pt x="44406"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3" name="Google Shape;1813;p64"/>
            <p:cNvSpPr/>
            <p:nvPr/>
          </p:nvSpPr>
          <p:spPr>
            <a:xfrm>
              <a:off x="3811675" y="1538700"/>
              <a:ext cx="265600" cy="256025"/>
            </a:xfrm>
            <a:custGeom>
              <a:avLst/>
              <a:gdLst/>
              <a:ahLst/>
              <a:cxnLst/>
              <a:rect l="l" t="t" r="r" b="b"/>
              <a:pathLst>
                <a:path w="10624" h="10241" extrusionOk="0">
                  <a:moveTo>
                    <a:pt x="9600" y="1"/>
                  </a:moveTo>
                  <a:cubicBezTo>
                    <a:pt x="7075" y="23"/>
                    <a:pt x="4528" y="69"/>
                    <a:pt x="1980" y="114"/>
                  </a:cubicBezTo>
                  <a:cubicBezTo>
                    <a:pt x="1548" y="137"/>
                    <a:pt x="1093" y="183"/>
                    <a:pt x="660" y="251"/>
                  </a:cubicBezTo>
                  <a:cubicBezTo>
                    <a:pt x="274" y="274"/>
                    <a:pt x="1" y="592"/>
                    <a:pt x="46" y="956"/>
                  </a:cubicBezTo>
                  <a:cubicBezTo>
                    <a:pt x="23" y="1752"/>
                    <a:pt x="46" y="2548"/>
                    <a:pt x="46" y="3663"/>
                  </a:cubicBezTo>
                  <a:cubicBezTo>
                    <a:pt x="69" y="4141"/>
                    <a:pt x="92" y="4937"/>
                    <a:pt x="160" y="5733"/>
                  </a:cubicBezTo>
                  <a:cubicBezTo>
                    <a:pt x="228" y="6688"/>
                    <a:pt x="387" y="7621"/>
                    <a:pt x="638" y="8531"/>
                  </a:cubicBezTo>
                  <a:cubicBezTo>
                    <a:pt x="797" y="9282"/>
                    <a:pt x="1388" y="9873"/>
                    <a:pt x="2162" y="9987"/>
                  </a:cubicBezTo>
                  <a:cubicBezTo>
                    <a:pt x="2594" y="10100"/>
                    <a:pt x="3026" y="10169"/>
                    <a:pt x="3481" y="10214"/>
                  </a:cubicBezTo>
                  <a:cubicBezTo>
                    <a:pt x="4138" y="10227"/>
                    <a:pt x="4794" y="10240"/>
                    <a:pt x="5455" y="10240"/>
                  </a:cubicBezTo>
                  <a:cubicBezTo>
                    <a:pt x="5939" y="10240"/>
                    <a:pt x="6426" y="10233"/>
                    <a:pt x="6916" y="10214"/>
                  </a:cubicBezTo>
                  <a:cubicBezTo>
                    <a:pt x="7416" y="10169"/>
                    <a:pt x="7894" y="10078"/>
                    <a:pt x="8372" y="9941"/>
                  </a:cubicBezTo>
                  <a:cubicBezTo>
                    <a:pt x="9122" y="9782"/>
                    <a:pt x="9737" y="9213"/>
                    <a:pt x="9896" y="8463"/>
                  </a:cubicBezTo>
                  <a:cubicBezTo>
                    <a:pt x="10078" y="7894"/>
                    <a:pt x="10192" y="7302"/>
                    <a:pt x="10237" y="6711"/>
                  </a:cubicBezTo>
                  <a:cubicBezTo>
                    <a:pt x="10396" y="4914"/>
                    <a:pt x="10487" y="3140"/>
                    <a:pt x="10601" y="1343"/>
                  </a:cubicBezTo>
                  <a:cubicBezTo>
                    <a:pt x="10624" y="1092"/>
                    <a:pt x="10624" y="842"/>
                    <a:pt x="10601" y="592"/>
                  </a:cubicBezTo>
                  <a:cubicBezTo>
                    <a:pt x="10624" y="274"/>
                    <a:pt x="10374" y="23"/>
                    <a:pt x="10055" y="23"/>
                  </a:cubicBezTo>
                  <a:cubicBezTo>
                    <a:pt x="9896" y="1"/>
                    <a:pt x="9759" y="1"/>
                    <a:pt x="9600"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4" name="Google Shape;1814;p64"/>
            <p:cNvSpPr/>
            <p:nvPr/>
          </p:nvSpPr>
          <p:spPr>
            <a:xfrm>
              <a:off x="3916900" y="1494825"/>
              <a:ext cx="68250" cy="377725"/>
            </a:xfrm>
            <a:custGeom>
              <a:avLst/>
              <a:gdLst/>
              <a:ahLst/>
              <a:cxnLst/>
              <a:rect l="l" t="t" r="r" b="b"/>
              <a:pathLst>
                <a:path w="2730" h="15109" extrusionOk="0">
                  <a:moveTo>
                    <a:pt x="792" y="0"/>
                  </a:moveTo>
                  <a:cubicBezTo>
                    <a:pt x="756" y="0"/>
                    <a:pt x="719" y="2"/>
                    <a:pt x="682" y="4"/>
                  </a:cubicBezTo>
                  <a:cubicBezTo>
                    <a:pt x="668" y="3"/>
                    <a:pt x="653" y="2"/>
                    <a:pt x="639" y="2"/>
                  </a:cubicBezTo>
                  <a:cubicBezTo>
                    <a:pt x="339" y="2"/>
                    <a:pt x="89" y="223"/>
                    <a:pt x="46" y="527"/>
                  </a:cubicBezTo>
                  <a:cubicBezTo>
                    <a:pt x="23" y="732"/>
                    <a:pt x="0" y="914"/>
                    <a:pt x="0" y="1119"/>
                  </a:cubicBezTo>
                  <a:cubicBezTo>
                    <a:pt x="0" y="3052"/>
                    <a:pt x="0" y="5008"/>
                    <a:pt x="0" y="6942"/>
                  </a:cubicBezTo>
                  <a:lnTo>
                    <a:pt x="23" y="6942"/>
                  </a:lnTo>
                  <a:cubicBezTo>
                    <a:pt x="68" y="8284"/>
                    <a:pt x="91" y="9626"/>
                    <a:pt x="137" y="10968"/>
                  </a:cubicBezTo>
                  <a:cubicBezTo>
                    <a:pt x="182" y="12060"/>
                    <a:pt x="273" y="13152"/>
                    <a:pt x="341" y="14244"/>
                  </a:cubicBezTo>
                  <a:cubicBezTo>
                    <a:pt x="387" y="14494"/>
                    <a:pt x="455" y="14722"/>
                    <a:pt x="569" y="14949"/>
                  </a:cubicBezTo>
                  <a:cubicBezTo>
                    <a:pt x="614" y="15040"/>
                    <a:pt x="705" y="15086"/>
                    <a:pt x="796" y="15108"/>
                  </a:cubicBezTo>
                  <a:cubicBezTo>
                    <a:pt x="955" y="15086"/>
                    <a:pt x="1069" y="15017"/>
                    <a:pt x="1160" y="14904"/>
                  </a:cubicBezTo>
                  <a:cubicBezTo>
                    <a:pt x="1251" y="14744"/>
                    <a:pt x="1297" y="14540"/>
                    <a:pt x="1319" y="14358"/>
                  </a:cubicBezTo>
                  <a:cubicBezTo>
                    <a:pt x="1410" y="13402"/>
                    <a:pt x="1501" y="12470"/>
                    <a:pt x="1524" y="11514"/>
                  </a:cubicBezTo>
                  <a:cubicBezTo>
                    <a:pt x="1570" y="9035"/>
                    <a:pt x="1570" y="6533"/>
                    <a:pt x="1592" y="4053"/>
                  </a:cubicBezTo>
                  <a:cubicBezTo>
                    <a:pt x="1592" y="3507"/>
                    <a:pt x="1592" y="2961"/>
                    <a:pt x="1615" y="2415"/>
                  </a:cubicBezTo>
                  <a:cubicBezTo>
                    <a:pt x="1615" y="2120"/>
                    <a:pt x="1752" y="2029"/>
                    <a:pt x="2047" y="1938"/>
                  </a:cubicBezTo>
                  <a:cubicBezTo>
                    <a:pt x="2525" y="1778"/>
                    <a:pt x="2730" y="1073"/>
                    <a:pt x="2389" y="755"/>
                  </a:cubicBezTo>
                  <a:cubicBezTo>
                    <a:pt x="1937" y="367"/>
                    <a:pt x="1424" y="0"/>
                    <a:pt x="79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5" name="Google Shape;1815;p64"/>
            <p:cNvSpPr/>
            <p:nvPr/>
          </p:nvSpPr>
          <p:spPr>
            <a:xfrm>
              <a:off x="2507125" y="1561150"/>
              <a:ext cx="1023650" cy="1024875"/>
            </a:xfrm>
            <a:custGeom>
              <a:avLst/>
              <a:gdLst/>
              <a:ahLst/>
              <a:cxnLst/>
              <a:rect l="l" t="t" r="r" b="b"/>
              <a:pathLst>
                <a:path w="40946" h="40995" extrusionOk="0">
                  <a:moveTo>
                    <a:pt x="16411" y="1"/>
                  </a:moveTo>
                  <a:cubicBezTo>
                    <a:pt x="16197" y="1"/>
                    <a:pt x="15946" y="142"/>
                    <a:pt x="15468" y="331"/>
                  </a:cubicBezTo>
                  <a:cubicBezTo>
                    <a:pt x="10555" y="2264"/>
                    <a:pt x="5641" y="4243"/>
                    <a:pt x="751" y="6200"/>
                  </a:cubicBezTo>
                  <a:cubicBezTo>
                    <a:pt x="455" y="6268"/>
                    <a:pt x="182" y="6450"/>
                    <a:pt x="0" y="6700"/>
                  </a:cubicBezTo>
                  <a:cubicBezTo>
                    <a:pt x="68" y="7269"/>
                    <a:pt x="500" y="7656"/>
                    <a:pt x="819" y="8088"/>
                  </a:cubicBezTo>
                  <a:cubicBezTo>
                    <a:pt x="3367" y="11341"/>
                    <a:pt x="5937" y="14594"/>
                    <a:pt x="8462" y="17869"/>
                  </a:cubicBezTo>
                  <a:cubicBezTo>
                    <a:pt x="14194" y="25353"/>
                    <a:pt x="19950" y="32814"/>
                    <a:pt x="25682" y="40298"/>
                  </a:cubicBezTo>
                  <a:cubicBezTo>
                    <a:pt x="26045" y="40774"/>
                    <a:pt x="26256" y="40995"/>
                    <a:pt x="26517" y="40995"/>
                  </a:cubicBezTo>
                  <a:cubicBezTo>
                    <a:pt x="26730" y="40995"/>
                    <a:pt x="26977" y="40847"/>
                    <a:pt x="27365" y="40571"/>
                  </a:cubicBezTo>
                  <a:cubicBezTo>
                    <a:pt x="27570" y="40435"/>
                    <a:pt x="27775" y="40276"/>
                    <a:pt x="27957" y="40116"/>
                  </a:cubicBezTo>
                  <a:cubicBezTo>
                    <a:pt x="32051" y="37023"/>
                    <a:pt x="35987" y="33701"/>
                    <a:pt x="39945" y="30426"/>
                  </a:cubicBezTo>
                  <a:cubicBezTo>
                    <a:pt x="40945" y="29607"/>
                    <a:pt x="40945" y="29584"/>
                    <a:pt x="40104" y="28561"/>
                  </a:cubicBezTo>
                  <a:cubicBezTo>
                    <a:pt x="32552" y="19348"/>
                    <a:pt x="24999" y="10112"/>
                    <a:pt x="17447" y="900"/>
                  </a:cubicBezTo>
                  <a:cubicBezTo>
                    <a:pt x="16897" y="234"/>
                    <a:pt x="16685" y="1"/>
                    <a:pt x="1641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6" name="Google Shape;1816;p64"/>
            <p:cNvSpPr/>
            <p:nvPr/>
          </p:nvSpPr>
          <p:spPr>
            <a:xfrm>
              <a:off x="2642450" y="1607325"/>
              <a:ext cx="203625" cy="112250"/>
            </a:xfrm>
            <a:custGeom>
              <a:avLst/>
              <a:gdLst/>
              <a:ahLst/>
              <a:cxnLst/>
              <a:rect l="l" t="t" r="r" b="b"/>
              <a:pathLst>
                <a:path w="8145" h="4490" extrusionOk="0">
                  <a:moveTo>
                    <a:pt x="3742" y="1"/>
                  </a:moveTo>
                  <a:cubicBezTo>
                    <a:pt x="3315" y="1"/>
                    <a:pt x="2912" y="310"/>
                    <a:pt x="2844" y="781"/>
                  </a:cubicBezTo>
                  <a:cubicBezTo>
                    <a:pt x="2822" y="941"/>
                    <a:pt x="2799" y="1077"/>
                    <a:pt x="2844" y="1236"/>
                  </a:cubicBezTo>
                  <a:cubicBezTo>
                    <a:pt x="3026" y="1873"/>
                    <a:pt x="2617" y="2101"/>
                    <a:pt x="2139" y="2328"/>
                  </a:cubicBezTo>
                  <a:cubicBezTo>
                    <a:pt x="1479" y="2578"/>
                    <a:pt x="888" y="2942"/>
                    <a:pt x="342" y="3375"/>
                  </a:cubicBezTo>
                  <a:cubicBezTo>
                    <a:pt x="92" y="3534"/>
                    <a:pt x="1" y="3875"/>
                    <a:pt x="115" y="4171"/>
                  </a:cubicBezTo>
                  <a:cubicBezTo>
                    <a:pt x="251" y="4421"/>
                    <a:pt x="501" y="4467"/>
                    <a:pt x="820" y="4489"/>
                  </a:cubicBezTo>
                  <a:cubicBezTo>
                    <a:pt x="1047" y="4467"/>
                    <a:pt x="1275" y="4421"/>
                    <a:pt x="1479" y="4353"/>
                  </a:cubicBezTo>
                  <a:cubicBezTo>
                    <a:pt x="3459" y="3579"/>
                    <a:pt x="5460" y="2829"/>
                    <a:pt x="7303" y="1760"/>
                  </a:cubicBezTo>
                  <a:cubicBezTo>
                    <a:pt x="7553" y="1600"/>
                    <a:pt x="7781" y="1418"/>
                    <a:pt x="7985" y="1191"/>
                  </a:cubicBezTo>
                  <a:cubicBezTo>
                    <a:pt x="8122" y="1054"/>
                    <a:pt x="8145" y="827"/>
                    <a:pt x="8031" y="645"/>
                  </a:cubicBezTo>
                  <a:cubicBezTo>
                    <a:pt x="7940" y="531"/>
                    <a:pt x="7826" y="463"/>
                    <a:pt x="7690" y="417"/>
                  </a:cubicBezTo>
                  <a:cubicBezTo>
                    <a:pt x="7600" y="409"/>
                    <a:pt x="7511" y="404"/>
                    <a:pt x="7422" y="404"/>
                  </a:cubicBezTo>
                  <a:cubicBezTo>
                    <a:pt x="7058" y="404"/>
                    <a:pt x="6699" y="480"/>
                    <a:pt x="6370" y="645"/>
                  </a:cubicBezTo>
                  <a:cubicBezTo>
                    <a:pt x="6044" y="777"/>
                    <a:pt x="5727" y="882"/>
                    <a:pt x="5432" y="882"/>
                  </a:cubicBezTo>
                  <a:cubicBezTo>
                    <a:pt x="5067" y="882"/>
                    <a:pt x="4736" y="723"/>
                    <a:pt x="4459" y="258"/>
                  </a:cubicBezTo>
                  <a:cubicBezTo>
                    <a:pt x="4391" y="190"/>
                    <a:pt x="4277" y="167"/>
                    <a:pt x="4186" y="122"/>
                  </a:cubicBezTo>
                  <a:cubicBezTo>
                    <a:pt x="4044" y="39"/>
                    <a:pt x="3892" y="1"/>
                    <a:pt x="374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7" name="Google Shape;1817;p64"/>
            <p:cNvSpPr/>
            <p:nvPr/>
          </p:nvSpPr>
          <p:spPr>
            <a:xfrm>
              <a:off x="2605700" y="1863300"/>
              <a:ext cx="236400" cy="284725"/>
            </a:xfrm>
            <a:custGeom>
              <a:avLst/>
              <a:gdLst/>
              <a:ahLst/>
              <a:cxnLst/>
              <a:rect l="l" t="t" r="r" b="b"/>
              <a:pathLst>
                <a:path w="9456" h="11389" extrusionOk="0">
                  <a:moveTo>
                    <a:pt x="6286" y="1"/>
                  </a:moveTo>
                  <a:cubicBezTo>
                    <a:pt x="6171" y="1"/>
                    <a:pt x="6045" y="16"/>
                    <a:pt x="5907" y="51"/>
                  </a:cubicBezTo>
                  <a:cubicBezTo>
                    <a:pt x="4405" y="415"/>
                    <a:pt x="629" y="3236"/>
                    <a:pt x="356" y="4350"/>
                  </a:cubicBezTo>
                  <a:cubicBezTo>
                    <a:pt x="1" y="5773"/>
                    <a:pt x="4663" y="11388"/>
                    <a:pt x="5597" y="11388"/>
                  </a:cubicBezTo>
                  <a:cubicBezTo>
                    <a:pt x="5619" y="11388"/>
                    <a:pt x="5639" y="11385"/>
                    <a:pt x="5656" y="11379"/>
                  </a:cubicBezTo>
                  <a:cubicBezTo>
                    <a:pt x="6430" y="11106"/>
                    <a:pt x="9273" y="7876"/>
                    <a:pt x="9387" y="7285"/>
                  </a:cubicBezTo>
                  <a:cubicBezTo>
                    <a:pt x="9455" y="6921"/>
                    <a:pt x="9433" y="6534"/>
                    <a:pt x="9273" y="6193"/>
                  </a:cubicBezTo>
                  <a:cubicBezTo>
                    <a:pt x="9137" y="5897"/>
                    <a:pt x="8955" y="5647"/>
                    <a:pt x="8727" y="5442"/>
                  </a:cubicBezTo>
                  <a:cubicBezTo>
                    <a:pt x="9046" y="4714"/>
                    <a:pt x="9046" y="4168"/>
                    <a:pt x="8136" y="3463"/>
                  </a:cubicBezTo>
                  <a:cubicBezTo>
                    <a:pt x="8272" y="3258"/>
                    <a:pt x="8363" y="3008"/>
                    <a:pt x="8409" y="2758"/>
                  </a:cubicBezTo>
                  <a:cubicBezTo>
                    <a:pt x="8614" y="1689"/>
                    <a:pt x="7453" y="1484"/>
                    <a:pt x="7453" y="1484"/>
                  </a:cubicBezTo>
                  <a:cubicBezTo>
                    <a:pt x="7453" y="1279"/>
                    <a:pt x="7408" y="1097"/>
                    <a:pt x="7363" y="915"/>
                  </a:cubicBezTo>
                  <a:cubicBezTo>
                    <a:pt x="7227" y="491"/>
                    <a:pt x="6929" y="1"/>
                    <a:pt x="628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8" name="Google Shape;1818;p64"/>
            <p:cNvSpPr/>
            <p:nvPr/>
          </p:nvSpPr>
          <p:spPr>
            <a:xfrm>
              <a:off x="2663500" y="1886175"/>
              <a:ext cx="128550" cy="118875"/>
            </a:xfrm>
            <a:custGeom>
              <a:avLst/>
              <a:gdLst/>
              <a:ahLst/>
              <a:cxnLst/>
              <a:rect l="l" t="t" r="r" b="b"/>
              <a:pathLst>
                <a:path w="5142" h="4755" extrusionOk="0">
                  <a:moveTo>
                    <a:pt x="5051" y="0"/>
                  </a:moveTo>
                  <a:cubicBezTo>
                    <a:pt x="3777" y="250"/>
                    <a:pt x="2639" y="933"/>
                    <a:pt x="1798" y="1911"/>
                  </a:cubicBezTo>
                  <a:cubicBezTo>
                    <a:pt x="1206" y="2639"/>
                    <a:pt x="23" y="4686"/>
                    <a:pt x="1" y="4754"/>
                  </a:cubicBezTo>
                  <a:cubicBezTo>
                    <a:pt x="69" y="4686"/>
                    <a:pt x="2639" y="2025"/>
                    <a:pt x="3299" y="1547"/>
                  </a:cubicBezTo>
                  <a:cubicBezTo>
                    <a:pt x="3959" y="1092"/>
                    <a:pt x="4732" y="592"/>
                    <a:pt x="5141" y="569"/>
                  </a:cubicBezTo>
                  <a:cubicBezTo>
                    <a:pt x="5141" y="364"/>
                    <a:pt x="5096" y="182"/>
                    <a:pt x="5051"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19" name="Google Shape;1819;p64"/>
            <p:cNvSpPr/>
            <p:nvPr/>
          </p:nvSpPr>
          <p:spPr>
            <a:xfrm>
              <a:off x="2713550" y="1932225"/>
              <a:ext cx="102375" cy="106950"/>
            </a:xfrm>
            <a:custGeom>
              <a:avLst/>
              <a:gdLst/>
              <a:ahLst/>
              <a:cxnLst/>
              <a:rect l="l" t="t" r="r" b="b"/>
              <a:pathLst>
                <a:path w="4095" h="4278" extrusionOk="0">
                  <a:moveTo>
                    <a:pt x="4095" y="1"/>
                  </a:moveTo>
                  <a:lnTo>
                    <a:pt x="4095" y="1"/>
                  </a:lnTo>
                  <a:cubicBezTo>
                    <a:pt x="3526" y="251"/>
                    <a:pt x="2958" y="547"/>
                    <a:pt x="2457" y="911"/>
                  </a:cubicBezTo>
                  <a:cubicBezTo>
                    <a:pt x="1320" y="1707"/>
                    <a:pt x="46" y="4209"/>
                    <a:pt x="0" y="4277"/>
                  </a:cubicBezTo>
                  <a:lnTo>
                    <a:pt x="3822" y="706"/>
                  </a:lnTo>
                  <a:cubicBezTo>
                    <a:pt x="3958" y="501"/>
                    <a:pt x="4049" y="251"/>
                    <a:pt x="4095"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20" name="Google Shape;1820;p64"/>
            <p:cNvSpPr/>
            <p:nvPr/>
          </p:nvSpPr>
          <p:spPr>
            <a:xfrm>
              <a:off x="2766425" y="1999350"/>
              <a:ext cx="71125" cy="73950"/>
            </a:xfrm>
            <a:custGeom>
              <a:avLst/>
              <a:gdLst/>
              <a:ahLst/>
              <a:cxnLst/>
              <a:rect l="l" t="t" r="r" b="b"/>
              <a:pathLst>
                <a:path w="2845" h="2958" extrusionOk="0">
                  <a:moveTo>
                    <a:pt x="2298" y="0"/>
                  </a:moveTo>
                  <a:lnTo>
                    <a:pt x="1" y="2957"/>
                  </a:lnTo>
                  <a:cubicBezTo>
                    <a:pt x="1" y="2957"/>
                    <a:pt x="1934" y="1752"/>
                    <a:pt x="2844" y="751"/>
                  </a:cubicBezTo>
                  <a:cubicBezTo>
                    <a:pt x="2708" y="455"/>
                    <a:pt x="2526" y="205"/>
                    <a:pt x="2298"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21" name="Google Shape;1821;p64"/>
            <p:cNvSpPr/>
            <p:nvPr/>
          </p:nvSpPr>
          <p:spPr>
            <a:xfrm>
              <a:off x="3981150" y="1024825"/>
              <a:ext cx="484550" cy="417650"/>
            </a:xfrm>
            <a:custGeom>
              <a:avLst/>
              <a:gdLst/>
              <a:ahLst/>
              <a:cxnLst/>
              <a:rect l="l" t="t" r="r" b="b"/>
              <a:pathLst>
                <a:path w="19382" h="16706" extrusionOk="0">
                  <a:moveTo>
                    <a:pt x="17551" y="0"/>
                  </a:moveTo>
                  <a:cubicBezTo>
                    <a:pt x="17068" y="0"/>
                    <a:pt x="16835" y="322"/>
                    <a:pt x="16242" y="1493"/>
                  </a:cubicBezTo>
                  <a:cubicBezTo>
                    <a:pt x="14058" y="5929"/>
                    <a:pt x="12170" y="8363"/>
                    <a:pt x="9805" y="12708"/>
                  </a:cubicBezTo>
                  <a:cubicBezTo>
                    <a:pt x="9600" y="13094"/>
                    <a:pt x="9372" y="13481"/>
                    <a:pt x="9145" y="13868"/>
                  </a:cubicBezTo>
                  <a:cubicBezTo>
                    <a:pt x="9110" y="13937"/>
                    <a:pt x="9032" y="13967"/>
                    <a:pt x="8943" y="13967"/>
                  </a:cubicBezTo>
                  <a:cubicBezTo>
                    <a:pt x="8798" y="13967"/>
                    <a:pt x="8624" y="13889"/>
                    <a:pt x="8554" y="13777"/>
                  </a:cubicBezTo>
                  <a:cubicBezTo>
                    <a:pt x="8281" y="13208"/>
                    <a:pt x="7939" y="12776"/>
                    <a:pt x="7712" y="12344"/>
                  </a:cubicBezTo>
                  <a:cubicBezTo>
                    <a:pt x="5938" y="9091"/>
                    <a:pt x="5141" y="7794"/>
                    <a:pt x="3549" y="4883"/>
                  </a:cubicBezTo>
                  <a:cubicBezTo>
                    <a:pt x="3071" y="4018"/>
                    <a:pt x="2730" y="3063"/>
                    <a:pt x="2275" y="2176"/>
                  </a:cubicBezTo>
                  <a:cubicBezTo>
                    <a:pt x="2071" y="1782"/>
                    <a:pt x="1905" y="1603"/>
                    <a:pt x="1638" y="1603"/>
                  </a:cubicBezTo>
                  <a:cubicBezTo>
                    <a:pt x="1488" y="1603"/>
                    <a:pt x="1307" y="1660"/>
                    <a:pt x="1070" y="1766"/>
                  </a:cubicBezTo>
                  <a:cubicBezTo>
                    <a:pt x="706" y="1903"/>
                    <a:pt x="364" y="2062"/>
                    <a:pt x="1" y="2198"/>
                  </a:cubicBezTo>
                  <a:lnTo>
                    <a:pt x="7462" y="16006"/>
                  </a:lnTo>
                  <a:cubicBezTo>
                    <a:pt x="7718" y="16473"/>
                    <a:pt x="8178" y="16706"/>
                    <a:pt x="8636" y="16706"/>
                  </a:cubicBezTo>
                  <a:cubicBezTo>
                    <a:pt x="9071" y="16706"/>
                    <a:pt x="9504" y="16495"/>
                    <a:pt x="9759" y="16074"/>
                  </a:cubicBezTo>
                  <a:lnTo>
                    <a:pt x="19381" y="356"/>
                  </a:lnTo>
                  <a:cubicBezTo>
                    <a:pt x="19199" y="333"/>
                    <a:pt x="19040" y="288"/>
                    <a:pt x="18858" y="242"/>
                  </a:cubicBezTo>
                  <a:cubicBezTo>
                    <a:pt x="18236" y="121"/>
                    <a:pt x="17847" y="0"/>
                    <a:pt x="1755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22" name="Google Shape;1822;p64"/>
            <p:cNvSpPr/>
            <p:nvPr/>
          </p:nvSpPr>
          <p:spPr>
            <a:xfrm>
              <a:off x="4358750" y="989600"/>
              <a:ext cx="488525" cy="977200"/>
            </a:xfrm>
            <a:custGeom>
              <a:avLst/>
              <a:gdLst/>
              <a:ahLst/>
              <a:cxnLst/>
              <a:rect l="l" t="t" r="r" b="b"/>
              <a:pathLst>
                <a:path w="19541" h="39088" extrusionOk="0">
                  <a:moveTo>
                    <a:pt x="755" y="0"/>
                  </a:moveTo>
                  <a:cubicBezTo>
                    <a:pt x="457" y="0"/>
                    <a:pt x="168" y="194"/>
                    <a:pt x="69" y="491"/>
                  </a:cubicBezTo>
                  <a:cubicBezTo>
                    <a:pt x="1" y="855"/>
                    <a:pt x="183" y="1219"/>
                    <a:pt x="547" y="1333"/>
                  </a:cubicBezTo>
                  <a:cubicBezTo>
                    <a:pt x="1002" y="1492"/>
                    <a:pt x="1479" y="1628"/>
                    <a:pt x="1980" y="1742"/>
                  </a:cubicBezTo>
                  <a:cubicBezTo>
                    <a:pt x="4209" y="2288"/>
                    <a:pt x="5779" y="3653"/>
                    <a:pt x="6780" y="5677"/>
                  </a:cubicBezTo>
                  <a:cubicBezTo>
                    <a:pt x="7553" y="7247"/>
                    <a:pt x="8053" y="8930"/>
                    <a:pt x="8304" y="10659"/>
                  </a:cubicBezTo>
                  <a:cubicBezTo>
                    <a:pt x="8599" y="12888"/>
                    <a:pt x="8781" y="15140"/>
                    <a:pt x="8827" y="17370"/>
                  </a:cubicBezTo>
                  <a:cubicBezTo>
                    <a:pt x="8872" y="19189"/>
                    <a:pt x="9077" y="19007"/>
                    <a:pt x="7303" y="19440"/>
                  </a:cubicBezTo>
                  <a:cubicBezTo>
                    <a:pt x="5710" y="19826"/>
                    <a:pt x="4414" y="21009"/>
                    <a:pt x="3936" y="22556"/>
                  </a:cubicBezTo>
                  <a:cubicBezTo>
                    <a:pt x="3754" y="23079"/>
                    <a:pt x="3595" y="23602"/>
                    <a:pt x="3504" y="24148"/>
                  </a:cubicBezTo>
                  <a:cubicBezTo>
                    <a:pt x="3185" y="25718"/>
                    <a:pt x="3117" y="27333"/>
                    <a:pt x="3276" y="28925"/>
                  </a:cubicBezTo>
                  <a:cubicBezTo>
                    <a:pt x="3436" y="31018"/>
                    <a:pt x="3845" y="33065"/>
                    <a:pt x="4755" y="34999"/>
                  </a:cubicBezTo>
                  <a:cubicBezTo>
                    <a:pt x="5187" y="36000"/>
                    <a:pt x="5870" y="36887"/>
                    <a:pt x="6757" y="37569"/>
                  </a:cubicBezTo>
                  <a:cubicBezTo>
                    <a:pt x="7257" y="37956"/>
                    <a:pt x="7826" y="38275"/>
                    <a:pt x="8235" y="38798"/>
                  </a:cubicBezTo>
                  <a:cubicBezTo>
                    <a:pt x="8392" y="38986"/>
                    <a:pt x="8625" y="39088"/>
                    <a:pt x="8867" y="39088"/>
                  </a:cubicBezTo>
                  <a:cubicBezTo>
                    <a:pt x="8975" y="39088"/>
                    <a:pt x="9085" y="39067"/>
                    <a:pt x="9191" y="39025"/>
                  </a:cubicBezTo>
                  <a:cubicBezTo>
                    <a:pt x="9805" y="38798"/>
                    <a:pt x="10169" y="37933"/>
                    <a:pt x="9964" y="37251"/>
                  </a:cubicBezTo>
                  <a:cubicBezTo>
                    <a:pt x="9826" y="36784"/>
                    <a:pt x="9543" y="36541"/>
                    <a:pt x="9066" y="36541"/>
                  </a:cubicBezTo>
                  <a:cubicBezTo>
                    <a:pt x="8915" y="36541"/>
                    <a:pt x="8745" y="36565"/>
                    <a:pt x="8554" y="36614"/>
                  </a:cubicBezTo>
                  <a:cubicBezTo>
                    <a:pt x="8452" y="36650"/>
                    <a:pt x="8346" y="36668"/>
                    <a:pt x="8240" y="36668"/>
                  </a:cubicBezTo>
                  <a:cubicBezTo>
                    <a:pt x="8013" y="36668"/>
                    <a:pt x="7784" y="36587"/>
                    <a:pt x="7598" y="36432"/>
                  </a:cubicBezTo>
                  <a:cubicBezTo>
                    <a:pt x="6916" y="35909"/>
                    <a:pt x="6393" y="35226"/>
                    <a:pt x="6074" y="34430"/>
                  </a:cubicBezTo>
                  <a:cubicBezTo>
                    <a:pt x="4550" y="31041"/>
                    <a:pt x="4346" y="27492"/>
                    <a:pt x="5005" y="23875"/>
                  </a:cubicBezTo>
                  <a:cubicBezTo>
                    <a:pt x="5074" y="23602"/>
                    <a:pt x="5165" y="23307"/>
                    <a:pt x="5278" y="23034"/>
                  </a:cubicBezTo>
                  <a:cubicBezTo>
                    <a:pt x="5642" y="21919"/>
                    <a:pt x="6552" y="21077"/>
                    <a:pt x="7689" y="20804"/>
                  </a:cubicBezTo>
                  <a:cubicBezTo>
                    <a:pt x="8918" y="20509"/>
                    <a:pt x="10146" y="20281"/>
                    <a:pt x="11375" y="20145"/>
                  </a:cubicBezTo>
                  <a:cubicBezTo>
                    <a:pt x="11583" y="20107"/>
                    <a:pt x="11791" y="20088"/>
                    <a:pt x="11998" y="20088"/>
                  </a:cubicBezTo>
                  <a:cubicBezTo>
                    <a:pt x="13148" y="20088"/>
                    <a:pt x="14245" y="20663"/>
                    <a:pt x="14900" y="21646"/>
                  </a:cubicBezTo>
                  <a:cubicBezTo>
                    <a:pt x="15264" y="22124"/>
                    <a:pt x="15583" y="22624"/>
                    <a:pt x="15856" y="23147"/>
                  </a:cubicBezTo>
                  <a:cubicBezTo>
                    <a:pt x="16516" y="24376"/>
                    <a:pt x="17039" y="25695"/>
                    <a:pt x="17380" y="27037"/>
                  </a:cubicBezTo>
                  <a:cubicBezTo>
                    <a:pt x="17903" y="28812"/>
                    <a:pt x="18085" y="30677"/>
                    <a:pt x="17949" y="32519"/>
                  </a:cubicBezTo>
                  <a:cubicBezTo>
                    <a:pt x="17903" y="33111"/>
                    <a:pt x="17744" y="33702"/>
                    <a:pt x="17494" y="34248"/>
                  </a:cubicBezTo>
                  <a:cubicBezTo>
                    <a:pt x="17221" y="34794"/>
                    <a:pt x="16948" y="35249"/>
                    <a:pt x="16174" y="35249"/>
                  </a:cubicBezTo>
                  <a:cubicBezTo>
                    <a:pt x="16163" y="35249"/>
                    <a:pt x="16151" y="35248"/>
                    <a:pt x="16140" y="35248"/>
                  </a:cubicBezTo>
                  <a:cubicBezTo>
                    <a:pt x="15549" y="35248"/>
                    <a:pt x="15267" y="35829"/>
                    <a:pt x="15378" y="36432"/>
                  </a:cubicBezTo>
                  <a:cubicBezTo>
                    <a:pt x="15469" y="36819"/>
                    <a:pt x="15674" y="37160"/>
                    <a:pt x="15992" y="37410"/>
                  </a:cubicBezTo>
                  <a:cubicBezTo>
                    <a:pt x="16208" y="37572"/>
                    <a:pt x="16455" y="37652"/>
                    <a:pt x="16690" y="37652"/>
                  </a:cubicBezTo>
                  <a:cubicBezTo>
                    <a:pt x="17049" y="37652"/>
                    <a:pt x="17379" y="37463"/>
                    <a:pt x="17516" y="37092"/>
                  </a:cubicBezTo>
                  <a:cubicBezTo>
                    <a:pt x="17721" y="36591"/>
                    <a:pt x="17971" y="36113"/>
                    <a:pt x="18290" y="35659"/>
                  </a:cubicBezTo>
                  <a:cubicBezTo>
                    <a:pt x="18995" y="34635"/>
                    <a:pt x="19382" y="33407"/>
                    <a:pt x="19404" y="32155"/>
                  </a:cubicBezTo>
                  <a:cubicBezTo>
                    <a:pt x="19541" y="28357"/>
                    <a:pt x="18495" y="24853"/>
                    <a:pt x="16607" y="21601"/>
                  </a:cubicBezTo>
                  <a:cubicBezTo>
                    <a:pt x="16288" y="21100"/>
                    <a:pt x="15924" y="20622"/>
                    <a:pt x="15515" y="20190"/>
                  </a:cubicBezTo>
                  <a:cubicBezTo>
                    <a:pt x="14656" y="19224"/>
                    <a:pt x="13411" y="18683"/>
                    <a:pt x="12126" y="18683"/>
                  </a:cubicBezTo>
                  <a:cubicBezTo>
                    <a:pt x="12050" y="18683"/>
                    <a:pt x="11974" y="18685"/>
                    <a:pt x="11898" y="18689"/>
                  </a:cubicBezTo>
                  <a:cubicBezTo>
                    <a:pt x="11614" y="18702"/>
                    <a:pt x="11321" y="18764"/>
                    <a:pt x="11021" y="18764"/>
                  </a:cubicBezTo>
                  <a:cubicBezTo>
                    <a:pt x="10817" y="18764"/>
                    <a:pt x="10608" y="18736"/>
                    <a:pt x="10396" y="18643"/>
                  </a:cubicBezTo>
                  <a:lnTo>
                    <a:pt x="10419" y="18643"/>
                  </a:lnTo>
                  <a:cubicBezTo>
                    <a:pt x="10169" y="17961"/>
                    <a:pt x="10214" y="17279"/>
                    <a:pt x="10192" y="16573"/>
                  </a:cubicBezTo>
                  <a:cubicBezTo>
                    <a:pt x="10169" y="14731"/>
                    <a:pt x="10032" y="12888"/>
                    <a:pt x="9805" y="11046"/>
                  </a:cubicBezTo>
                  <a:cubicBezTo>
                    <a:pt x="9555" y="9135"/>
                    <a:pt x="9032" y="7247"/>
                    <a:pt x="8258" y="5450"/>
                  </a:cubicBezTo>
                  <a:cubicBezTo>
                    <a:pt x="6825" y="2242"/>
                    <a:pt x="4255" y="582"/>
                    <a:pt x="888" y="13"/>
                  </a:cubicBezTo>
                  <a:cubicBezTo>
                    <a:pt x="844" y="4"/>
                    <a:pt x="799" y="0"/>
                    <a:pt x="75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23" name="Google Shape;1823;p64"/>
            <p:cNvSpPr/>
            <p:nvPr/>
          </p:nvSpPr>
          <p:spPr>
            <a:xfrm>
              <a:off x="3576250" y="1031925"/>
              <a:ext cx="469750" cy="825275"/>
            </a:xfrm>
            <a:custGeom>
              <a:avLst/>
              <a:gdLst/>
              <a:ahLst/>
              <a:cxnLst/>
              <a:rect l="l" t="t" r="r" b="b"/>
              <a:pathLst>
                <a:path w="18790" h="33011" extrusionOk="0">
                  <a:moveTo>
                    <a:pt x="17930" y="0"/>
                  </a:moveTo>
                  <a:cubicBezTo>
                    <a:pt x="17795" y="0"/>
                    <a:pt x="17661" y="23"/>
                    <a:pt x="17539" y="72"/>
                  </a:cubicBezTo>
                  <a:cubicBezTo>
                    <a:pt x="16424" y="322"/>
                    <a:pt x="15332" y="686"/>
                    <a:pt x="14286" y="1164"/>
                  </a:cubicBezTo>
                  <a:cubicBezTo>
                    <a:pt x="12056" y="2301"/>
                    <a:pt x="10123" y="3939"/>
                    <a:pt x="8667" y="5986"/>
                  </a:cubicBezTo>
                  <a:cubicBezTo>
                    <a:pt x="6734" y="8648"/>
                    <a:pt x="5551" y="11650"/>
                    <a:pt x="4709" y="14812"/>
                  </a:cubicBezTo>
                  <a:cubicBezTo>
                    <a:pt x="3708" y="18565"/>
                    <a:pt x="2980" y="22387"/>
                    <a:pt x="2594" y="26254"/>
                  </a:cubicBezTo>
                  <a:cubicBezTo>
                    <a:pt x="2503" y="27096"/>
                    <a:pt x="2366" y="27846"/>
                    <a:pt x="1456" y="28188"/>
                  </a:cubicBezTo>
                  <a:cubicBezTo>
                    <a:pt x="1297" y="28279"/>
                    <a:pt x="1138" y="28415"/>
                    <a:pt x="1024" y="28574"/>
                  </a:cubicBezTo>
                  <a:cubicBezTo>
                    <a:pt x="364" y="29462"/>
                    <a:pt x="0" y="30417"/>
                    <a:pt x="455" y="31509"/>
                  </a:cubicBezTo>
                  <a:cubicBezTo>
                    <a:pt x="887" y="32532"/>
                    <a:pt x="1775" y="32942"/>
                    <a:pt x="2684" y="33010"/>
                  </a:cubicBezTo>
                  <a:cubicBezTo>
                    <a:pt x="2703" y="33010"/>
                    <a:pt x="2722" y="33011"/>
                    <a:pt x="2740" y="33011"/>
                  </a:cubicBezTo>
                  <a:cubicBezTo>
                    <a:pt x="3947" y="33011"/>
                    <a:pt x="5035" y="32288"/>
                    <a:pt x="5505" y="31168"/>
                  </a:cubicBezTo>
                  <a:cubicBezTo>
                    <a:pt x="5937" y="30053"/>
                    <a:pt x="5551" y="28779"/>
                    <a:pt x="4573" y="28097"/>
                  </a:cubicBezTo>
                  <a:cubicBezTo>
                    <a:pt x="3936" y="27687"/>
                    <a:pt x="3822" y="27278"/>
                    <a:pt x="3936" y="26618"/>
                  </a:cubicBezTo>
                  <a:cubicBezTo>
                    <a:pt x="4118" y="25435"/>
                    <a:pt x="4254" y="24252"/>
                    <a:pt x="4436" y="23069"/>
                  </a:cubicBezTo>
                  <a:cubicBezTo>
                    <a:pt x="4959" y="19566"/>
                    <a:pt x="5755" y="16109"/>
                    <a:pt x="6825" y="12742"/>
                  </a:cubicBezTo>
                  <a:cubicBezTo>
                    <a:pt x="7575" y="10467"/>
                    <a:pt x="8690" y="8306"/>
                    <a:pt x="10146" y="6396"/>
                  </a:cubicBezTo>
                  <a:cubicBezTo>
                    <a:pt x="11920" y="4075"/>
                    <a:pt x="14172" y="2437"/>
                    <a:pt x="17038" y="1664"/>
                  </a:cubicBezTo>
                  <a:cubicBezTo>
                    <a:pt x="17379" y="1573"/>
                    <a:pt x="17698" y="1459"/>
                    <a:pt x="18039" y="1346"/>
                  </a:cubicBezTo>
                  <a:cubicBezTo>
                    <a:pt x="18221" y="1277"/>
                    <a:pt x="18380" y="1164"/>
                    <a:pt x="18517" y="1027"/>
                  </a:cubicBezTo>
                  <a:cubicBezTo>
                    <a:pt x="18790" y="709"/>
                    <a:pt x="18676" y="208"/>
                    <a:pt x="18267" y="49"/>
                  </a:cubicBezTo>
                  <a:cubicBezTo>
                    <a:pt x="18161" y="17"/>
                    <a:pt x="18046" y="0"/>
                    <a:pt x="1793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824" name="Google Shape;1824;p64"/>
            <p:cNvSpPr/>
            <p:nvPr/>
          </p:nvSpPr>
          <p:spPr>
            <a:xfrm>
              <a:off x="4138100" y="2960425"/>
              <a:ext cx="526075" cy="174500"/>
            </a:xfrm>
            <a:custGeom>
              <a:avLst/>
              <a:gdLst/>
              <a:ahLst/>
              <a:cxnLst/>
              <a:rect l="l" t="t" r="r" b="b"/>
              <a:pathLst>
                <a:path w="21043" h="6980" extrusionOk="0">
                  <a:moveTo>
                    <a:pt x="21042" y="0"/>
                  </a:moveTo>
                  <a:lnTo>
                    <a:pt x="21042" y="0"/>
                  </a:lnTo>
                  <a:cubicBezTo>
                    <a:pt x="20201" y="137"/>
                    <a:pt x="19336" y="251"/>
                    <a:pt x="18472" y="342"/>
                  </a:cubicBezTo>
                  <a:cubicBezTo>
                    <a:pt x="14718" y="751"/>
                    <a:pt x="10920" y="819"/>
                    <a:pt x="8941" y="842"/>
                  </a:cubicBezTo>
                  <a:cubicBezTo>
                    <a:pt x="5733" y="842"/>
                    <a:pt x="2935" y="774"/>
                    <a:pt x="365" y="660"/>
                  </a:cubicBezTo>
                  <a:cubicBezTo>
                    <a:pt x="228" y="2753"/>
                    <a:pt x="1" y="6301"/>
                    <a:pt x="1" y="6301"/>
                  </a:cubicBezTo>
                  <a:cubicBezTo>
                    <a:pt x="1" y="6301"/>
                    <a:pt x="4537" y="6979"/>
                    <a:pt x="10232" y="6979"/>
                  </a:cubicBezTo>
                  <a:cubicBezTo>
                    <a:pt x="13573" y="6979"/>
                    <a:pt x="17312" y="6746"/>
                    <a:pt x="20769" y="6006"/>
                  </a:cubicBezTo>
                  <a:cubicBezTo>
                    <a:pt x="20769" y="6006"/>
                    <a:pt x="20974" y="2480"/>
                    <a:pt x="21042"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pic>
        <p:nvPicPr>
          <p:cNvPr id="5" name="Picture 4">
            <a:extLst>
              <a:ext uri="{FF2B5EF4-FFF2-40B4-BE49-F238E27FC236}">
                <a16:creationId xmlns:a16="http://schemas.microsoft.com/office/drawing/2014/main" id="{2C40D65F-0C9B-2ACF-72B0-0CD4E6473718}"/>
              </a:ext>
            </a:extLst>
          </p:cNvPr>
          <p:cNvPicPr>
            <a:picLocks noChangeAspect="1"/>
          </p:cNvPicPr>
          <p:nvPr/>
        </p:nvPicPr>
        <p:blipFill>
          <a:blip r:embed="rId3"/>
          <a:stretch>
            <a:fillRect/>
          </a:stretch>
        </p:blipFill>
        <p:spPr>
          <a:xfrm>
            <a:off x="210312" y="731294"/>
            <a:ext cx="7363965" cy="599511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52"/>
          <p:cNvSpPr txBox="1">
            <a:spLocks noGrp="1"/>
          </p:cNvSpPr>
          <p:nvPr>
            <p:ph type="title"/>
          </p:nvPr>
        </p:nvSpPr>
        <p:spPr>
          <a:xfrm>
            <a:off x="960000" y="643220"/>
            <a:ext cx="10272000" cy="503980"/>
          </a:xfrm>
          <a:prstGeom prst="rect">
            <a:avLst/>
          </a:prstGeom>
        </p:spPr>
        <p:txBody>
          <a:bodyPr spcFirstLastPara="1" wrap="square" lIns="121900" tIns="121900" rIns="121900" bIns="121900" anchor="ctr" anchorCtr="0">
            <a:noAutofit/>
          </a:bodyPr>
          <a:lstStyle/>
          <a:p>
            <a:r>
              <a:rPr lang="en-US" dirty="0"/>
              <a:t>Testing Strategies</a:t>
            </a:r>
            <a:endParaRPr dirty="0"/>
          </a:p>
        </p:txBody>
      </p:sp>
      <p:sp>
        <p:nvSpPr>
          <p:cNvPr id="1326" name="Google Shape;1326;p52"/>
          <p:cNvSpPr txBox="1">
            <a:spLocks noGrp="1"/>
          </p:cNvSpPr>
          <p:nvPr>
            <p:ph type="subTitle" idx="1"/>
          </p:nvPr>
        </p:nvSpPr>
        <p:spPr>
          <a:xfrm>
            <a:off x="960000" y="1350126"/>
            <a:ext cx="2710000" cy="278000"/>
          </a:xfrm>
          <a:prstGeom prst="rect">
            <a:avLst/>
          </a:prstGeom>
        </p:spPr>
        <p:txBody>
          <a:bodyPr spcFirstLastPara="1" wrap="square" lIns="121900" tIns="121900" rIns="121900" bIns="121900" anchor="ctr" anchorCtr="0">
            <a:noAutofit/>
          </a:bodyPr>
          <a:lstStyle/>
          <a:p>
            <a:r>
              <a:rPr lang="en-US" b="1" dirty="0"/>
              <a:t>Unit Testing </a:t>
            </a:r>
            <a:endParaRPr dirty="0"/>
          </a:p>
        </p:txBody>
      </p:sp>
      <p:sp>
        <p:nvSpPr>
          <p:cNvPr id="1327" name="Google Shape;1327;p52"/>
          <p:cNvSpPr txBox="1">
            <a:spLocks noGrp="1"/>
          </p:cNvSpPr>
          <p:nvPr>
            <p:ph type="subTitle" idx="2"/>
          </p:nvPr>
        </p:nvSpPr>
        <p:spPr>
          <a:xfrm>
            <a:off x="960000" y="1695679"/>
            <a:ext cx="2710000" cy="1257833"/>
          </a:xfrm>
          <a:prstGeom prst="rect">
            <a:avLst/>
          </a:prstGeom>
        </p:spPr>
        <p:txBody>
          <a:bodyPr spcFirstLastPara="1" wrap="square" lIns="121900" tIns="121900" rIns="121900" bIns="121900" anchor="t" anchorCtr="0">
            <a:noAutofit/>
          </a:bodyPr>
          <a:lstStyle/>
          <a:p>
            <a:r>
              <a:rPr lang="en-US" dirty="0"/>
              <a:t>Tests individual components such as the ML model, database operations, and API requests using PyTest. </a:t>
            </a:r>
          </a:p>
          <a:p>
            <a:pPr marL="0" indent="0"/>
            <a:endParaRPr dirty="0"/>
          </a:p>
        </p:txBody>
      </p:sp>
      <p:sp>
        <p:nvSpPr>
          <p:cNvPr id="1328" name="Google Shape;1328;p52"/>
          <p:cNvSpPr txBox="1">
            <a:spLocks noGrp="1"/>
          </p:cNvSpPr>
          <p:nvPr>
            <p:ph type="subTitle" idx="3"/>
          </p:nvPr>
        </p:nvSpPr>
        <p:spPr>
          <a:xfrm>
            <a:off x="320040" y="2984347"/>
            <a:ext cx="3350064" cy="353852"/>
          </a:xfrm>
          <a:prstGeom prst="rect">
            <a:avLst/>
          </a:prstGeom>
        </p:spPr>
        <p:txBody>
          <a:bodyPr spcFirstLastPara="1" wrap="square" lIns="121900" tIns="121900" rIns="121900" bIns="121900" anchor="ctr" anchorCtr="0">
            <a:noAutofit/>
          </a:bodyPr>
          <a:lstStyle/>
          <a:p>
            <a:r>
              <a:rPr lang="en-US" b="1" dirty="0"/>
              <a:t>Integration Testing </a:t>
            </a:r>
            <a:endParaRPr dirty="0"/>
          </a:p>
        </p:txBody>
      </p:sp>
      <p:sp>
        <p:nvSpPr>
          <p:cNvPr id="1329" name="Google Shape;1329;p52"/>
          <p:cNvSpPr txBox="1">
            <a:spLocks noGrp="1"/>
          </p:cNvSpPr>
          <p:nvPr>
            <p:ph type="subTitle" idx="4"/>
          </p:nvPr>
        </p:nvSpPr>
        <p:spPr>
          <a:xfrm>
            <a:off x="960000" y="3369015"/>
            <a:ext cx="2710000" cy="1117129"/>
          </a:xfrm>
          <a:prstGeom prst="rect">
            <a:avLst/>
          </a:prstGeom>
        </p:spPr>
        <p:txBody>
          <a:bodyPr spcFirstLastPara="1" wrap="square" lIns="121900" tIns="121900" rIns="121900" bIns="121900" anchor="t" anchorCtr="0">
            <a:noAutofit/>
          </a:bodyPr>
          <a:lstStyle/>
          <a:p>
            <a:r>
              <a:rPr lang="en-US" dirty="0"/>
              <a:t>Ensures proper communication between frontend, backend, and database </a:t>
            </a:r>
          </a:p>
          <a:p>
            <a:pPr marL="0" indent="0"/>
            <a:endParaRPr dirty="0"/>
          </a:p>
        </p:txBody>
      </p:sp>
      <p:sp>
        <p:nvSpPr>
          <p:cNvPr id="1330" name="Google Shape;1330;p52"/>
          <p:cNvSpPr txBox="1">
            <a:spLocks noGrp="1"/>
          </p:cNvSpPr>
          <p:nvPr>
            <p:ph type="subTitle" idx="5"/>
          </p:nvPr>
        </p:nvSpPr>
        <p:spPr>
          <a:xfrm>
            <a:off x="21544" y="4561996"/>
            <a:ext cx="3648456" cy="353852"/>
          </a:xfrm>
          <a:prstGeom prst="rect">
            <a:avLst/>
          </a:prstGeom>
        </p:spPr>
        <p:txBody>
          <a:bodyPr spcFirstLastPara="1" wrap="square" lIns="121900" tIns="121900" rIns="121900" bIns="121900" anchor="ctr" anchorCtr="0">
            <a:noAutofit/>
          </a:bodyPr>
          <a:lstStyle/>
          <a:p>
            <a:r>
              <a:rPr lang="en-US" b="1" dirty="0"/>
              <a:t>Performance Testing </a:t>
            </a:r>
            <a:endParaRPr dirty="0"/>
          </a:p>
        </p:txBody>
      </p:sp>
      <p:sp>
        <p:nvSpPr>
          <p:cNvPr id="1331" name="Google Shape;1331;p52"/>
          <p:cNvSpPr txBox="1">
            <a:spLocks noGrp="1"/>
          </p:cNvSpPr>
          <p:nvPr>
            <p:ph type="subTitle" idx="6"/>
          </p:nvPr>
        </p:nvSpPr>
        <p:spPr>
          <a:xfrm>
            <a:off x="960000" y="4870830"/>
            <a:ext cx="2710000" cy="1045337"/>
          </a:xfrm>
          <a:prstGeom prst="rect">
            <a:avLst/>
          </a:prstGeom>
        </p:spPr>
        <p:txBody>
          <a:bodyPr spcFirstLastPara="1" wrap="square" lIns="121900" tIns="121900" rIns="121900" bIns="121900" anchor="t" anchorCtr="0">
            <a:noAutofit/>
          </a:bodyPr>
          <a:lstStyle/>
          <a:p>
            <a:endParaRPr lang="en-US" dirty="0"/>
          </a:p>
          <a:p>
            <a:r>
              <a:rPr lang="en-US" dirty="0"/>
              <a:t>Evaluates system speed and load handling using JMeter </a:t>
            </a:r>
          </a:p>
          <a:p>
            <a:pPr marL="0" indent="0"/>
            <a:endParaRPr dirty="0"/>
          </a:p>
        </p:txBody>
      </p:sp>
      <p:sp>
        <p:nvSpPr>
          <p:cNvPr id="1332" name="Google Shape;1332;p52"/>
          <p:cNvSpPr txBox="1">
            <a:spLocks noGrp="1"/>
          </p:cNvSpPr>
          <p:nvPr>
            <p:ph type="subTitle" idx="7"/>
          </p:nvPr>
        </p:nvSpPr>
        <p:spPr>
          <a:xfrm>
            <a:off x="8522000" y="1558400"/>
            <a:ext cx="2710000" cy="278000"/>
          </a:xfrm>
          <a:prstGeom prst="rect">
            <a:avLst/>
          </a:prstGeom>
        </p:spPr>
        <p:txBody>
          <a:bodyPr spcFirstLastPara="1" wrap="square" lIns="121900" tIns="121900" rIns="121900" bIns="121900" anchor="ctr" anchorCtr="0">
            <a:noAutofit/>
          </a:bodyPr>
          <a:lstStyle/>
          <a:p>
            <a:r>
              <a:rPr lang="en" dirty="0"/>
              <a:t>ML Evaluation</a:t>
            </a:r>
            <a:endParaRPr dirty="0"/>
          </a:p>
        </p:txBody>
      </p:sp>
      <p:sp>
        <p:nvSpPr>
          <p:cNvPr id="1333" name="Google Shape;1333;p52"/>
          <p:cNvSpPr txBox="1">
            <a:spLocks noGrp="1"/>
          </p:cNvSpPr>
          <p:nvPr>
            <p:ph type="subTitle" idx="8"/>
          </p:nvPr>
        </p:nvSpPr>
        <p:spPr>
          <a:xfrm>
            <a:off x="8522000" y="1873100"/>
            <a:ext cx="2710000" cy="934431"/>
          </a:xfrm>
          <a:prstGeom prst="rect">
            <a:avLst/>
          </a:prstGeom>
        </p:spPr>
        <p:txBody>
          <a:bodyPr spcFirstLastPara="1" wrap="square" lIns="121900" tIns="121900" rIns="121900" bIns="121900" anchor="t" anchorCtr="0">
            <a:noAutofit/>
          </a:bodyPr>
          <a:lstStyle/>
          <a:p>
            <a:pPr marL="0" indent="0">
              <a:lnSpc>
                <a:spcPct val="150000"/>
              </a:lnSpc>
            </a:pPr>
            <a:r>
              <a:rPr lang="en" dirty="0"/>
              <a:t>1.Precison</a:t>
            </a:r>
          </a:p>
          <a:p>
            <a:pPr marL="0" indent="0">
              <a:lnSpc>
                <a:spcPct val="150000"/>
              </a:lnSpc>
            </a:pPr>
            <a:r>
              <a:rPr lang="en" dirty="0"/>
              <a:t>2.Recall</a:t>
            </a:r>
          </a:p>
          <a:p>
            <a:pPr marL="0" indent="0"/>
            <a:endParaRPr dirty="0"/>
          </a:p>
        </p:txBody>
      </p:sp>
      <p:grpSp>
        <p:nvGrpSpPr>
          <p:cNvPr id="1338" name="Google Shape;1338;p52"/>
          <p:cNvGrpSpPr/>
          <p:nvPr/>
        </p:nvGrpSpPr>
        <p:grpSpPr>
          <a:xfrm>
            <a:off x="4458899" y="1504038"/>
            <a:ext cx="1623696" cy="4969545"/>
            <a:chOff x="3344174" y="1128028"/>
            <a:chExt cx="1217772" cy="3727159"/>
          </a:xfrm>
        </p:grpSpPr>
        <p:sp>
          <p:nvSpPr>
            <p:cNvPr id="1339" name="Google Shape;1339;p52"/>
            <p:cNvSpPr/>
            <p:nvPr/>
          </p:nvSpPr>
          <p:spPr>
            <a:xfrm>
              <a:off x="3624772" y="4650067"/>
              <a:ext cx="544113" cy="186916"/>
            </a:xfrm>
            <a:custGeom>
              <a:avLst/>
              <a:gdLst/>
              <a:ahLst/>
              <a:cxnLst/>
              <a:rect l="l" t="t" r="r" b="b"/>
              <a:pathLst>
                <a:path w="16977" h="5832" extrusionOk="0">
                  <a:moveTo>
                    <a:pt x="8088" y="0"/>
                  </a:moveTo>
                  <a:cubicBezTo>
                    <a:pt x="8088" y="0"/>
                    <a:pt x="7469" y="1420"/>
                    <a:pt x="6834" y="1838"/>
                  </a:cubicBezTo>
                  <a:cubicBezTo>
                    <a:pt x="6199" y="2256"/>
                    <a:pt x="3476" y="3141"/>
                    <a:pt x="1939" y="3776"/>
                  </a:cubicBezTo>
                  <a:cubicBezTo>
                    <a:pt x="1070" y="4144"/>
                    <a:pt x="1" y="5247"/>
                    <a:pt x="1" y="5831"/>
                  </a:cubicBezTo>
                  <a:lnTo>
                    <a:pt x="16976" y="5831"/>
                  </a:lnTo>
                  <a:lnTo>
                    <a:pt x="16459" y="2089"/>
                  </a:lnTo>
                  <a:lnTo>
                    <a:pt x="8088"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0" name="Google Shape;1340;p52"/>
            <p:cNvSpPr/>
            <p:nvPr/>
          </p:nvSpPr>
          <p:spPr>
            <a:xfrm>
              <a:off x="3597465" y="4708942"/>
              <a:ext cx="645327" cy="146244"/>
            </a:xfrm>
            <a:custGeom>
              <a:avLst/>
              <a:gdLst/>
              <a:ahLst/>
              <a:cxnLst/>
              <a:rect l="l" t="t" r="r" b="b"/>
              <a:pathLst>
                <a:path w="20135" h="4563" extrusionOk="0">
                  <a:moveTo>
                    <a:pt x="6734" y="1"/>
                  </a:moveTo>
                  <a:cubicBezTo>
                    <a:pt x="5798" y="519"/>
                    <a:pt x="2841" y="1839"/>
                    <a:pt x="1488" y="2724"/>
                  </a:cubicBezTo>
                  <a:cubicBezTo>
                    <a:pt x="117" y="3627"/>
                    <a:pt x="0" y="4562"/>
                    <a:pt x="0" y="4562"/>
                  </a:cubicBezTo>
                  <a:lnTo>
                    <a:pt x="19332" y="4562"/>
                  </a:lnTo>
                  <a:cubicBezTo>
                    <a:pt x="20134" y="4562"/>
                    <a:pt x="20134" y="3359"/>
                    <a:pt x="19332" y="3359"/>
                  </a:cubicBezTo>
                  <a:lnTo>
                    <a:pt x="8572" y="3359"/>
                  </a:lnTo>
                  <a:cubicBezTo>
                    <a:pt x="8572" y="3359"/>
                    <a:pt x="8104" y="1204"/>
                    <a:pt x="673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1" name="Google Shape;1341;p52"/>
            <p:cNvSpPr/>
            <p:nvPr/>
          </p:nvSpPr>
          <p:spPr>
            <a:xfrm>
              <a:off x="3654226" y="2809499"/>
              <a:ext cx="539305" cy="1968575"/>
            </a:xfrm>
            <a:custGeom>
              <a:avLst/>
              <a:gdLst/>
              <a:ahLst/>
              <a:cxnLst/>
              <a:rect l="l" t="t" r="r" b="b"/>
              <a:pathLst>
                <a:path w="16827" h="61422" extrusionOk="0">
                  <a:moveTo>
                    <a:pt x="1" y="1"/>
                  </a:moveTo>
                  <a:cubicBezTo>
                    <a:pt x="1" y="84"/>
                    <a:pt x="201" y="2089"/>
                    <a:pt x="535" y="5331"/>
                  </a:cubicBezTo>
                  <a:cubicBezTo>
                    <a:pt x="2039" y="19617"/>
                    <a:pt x="6099" y="57729"/>
                    <a:pt x="6099" y="57729"/>
                  </a:cubicBezTo>
                  <a:lnTo>
                    <a:pt x="16826" y="61421"/>
                  </a:lnTo>
                  <a:lnTo>
                    <a:pt x="12181" y="5331"/>
                  </a:lnTo>
                  <a:lnTo>
                    <a:pt x="11763" y="268"/>
                  </a:lnTo>
                  <a:lnTo>
                    <a:pt x="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2" name="Google Shape;1342;p52"/>
            <p:cNvSpPr/>
            <p:nvPr/>
          </p:nvSpPr>
          <p:spPr>
            <a:xfrm>
              <a:off x="3908062" y="4650067"/>
              <a:ext cx="544658" cy="186916"/>
            </a:xfrm>
            <a:custGeom>
              <a:avLst/>
              <a:gdLst/>
              <a:ahLst/>
              <a:cxnLst/>
              <a:rect l="l" t="t" r="r" b="b"/>
              <a:pathLst>
                <a:path w="16994" h="5832" extrusionOk="0">
                  <a:moveTo>
                    <a:pt x="8104" y="0"/>
                  </a:moveTo>
                  <a:cubicBezTo>
                    <a:pt x="8104" y="0"/>
                    <a:pt x="7469" y="1420"/>
                    <a:pt x="6834" y="1838"/>
                  </a:cubicBezTo>
                  <a:cubicBezTo>
                    <a:pt x="6216" y="2256"/>
                    <a:pt x="3476" y="3141"/>
                    <a:pt x="1955" y="3776"/>
                  </a:cubicBezTo>
                  <a:cubicBezTo>
                    <a:pt x="1086" y="4144"/>
                    <a:pt x="0" y="5247"/>
                    <a:pt x="0" y="5831"/>
                  </a:cubicBezTo>
                  <a:lnTo>
                    <a:pt x="16993" y="5831"/>
                  </a:lnTo>
                  <a:lnTo>
                    <a:pt x="16458" y="2089"/>
                  </a:lnTo>
                  <a:lnTo>
                    <a:pt x="8104"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3" name="Google Shape;1343;p52"/>
            <p:cNvSpPr/>
            <p:nvPr/>
          </p:nvSpPr>
          <p:spPr>
            <a:xfrm>
              <a:off x="3881268" y="4708942"/>
              <a:ext cx="645327" cy="146244"/>
            </a:xfrm>
            <a:custGeom>
              <a:avLst/>
              <a:gdLst/>
              <a:ahLst/>
              <a:cxnLst/>
              <a:rect l="l" t="t" r="r" b="b"/>
              <a:pathLst>
                <a:path w="20135" h="4563" extrusionOk="0">
                  <a:moveTo>
                    <a:pt x="6735" y="1"/>
                  </a:moveTo>
                  <a:cubicBezTo>
                    <a:pt x="5782" y="519"/>
                    <a:pt x="2841" y="1839"/>
                    <a:pt x="1471" y="2724"/>
                  </a:cubicBezTo>
                  <a:cubicBezTo>
                    <a:pt x="101" y="3627"/>
                    <a:pt x="1" y="4562"/>
                    <a:pt x="1" y="4562"/>
                  </a:cubicBezTo>
                  <a:lnTo>
                    <a:pt x="19316" y="4562"/>
                  </a:lnTo>
                  <a:cubicBezTo>
                    <a:pt x="20135" y="4562"/>
                    <a:pt x="20135" y="3359"/>
                    <a:pt x="19316" y="3359"/>
                  </a:cubicBezTo>
                  <a:lnTo>
                    <a:pt x="8572" y="3359"/>
                  </a:lnTo>
                  <a:cubicBezTo>
                    <a:pt x="8572" y="3359"/>
                    <a:pt x="8105" y="1204"/>
                    <a:pt x="673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4" name="Google Shape;1344;p52"/>
            <p:cNvSpPr/>
            <p:nvPr/>
          </p:nvSpPr>
          <p:spPr>
            <a:xfrm>
              <a:off x="3937516" y="2809499"/>
              <a:ext cx="539273" cy="1968575"/>
            </a:xfrm>
            <a:custGeom>
              <a:avLst/>
              <a:gdLst/>
              <a:ahLst/>
              <a:cxnLst/>
              <a:rect l="l" t="t" r="r" b="b"/>
              <a:pathLst>
                <a:path w="16826" h="61422" extrusionOk="0">
                  <a:moveTo>
                    <a:pt x="0" y="1"/>
                  </a:moveTo>
                  <a:cubicBezTo>
                    <a:pt x="0" y="84"/>
                    <a:pt x="218" y="2089"/>
                    <a:pt x="552" y="5331"/>
                  </a:cubicBezTo>
                  <a:cubicBezTo>
                    <a:pt x="2039" y="19617"/>
                    <a:pt x="6099" y="57729"/>
                    <a:pt x="6099" y="57729"/>
                  </a:cubicBezTo>
                  <a:lnTo>
                    <a:pt x="16826" y="61421"/>
                  </a:lnTo>
                  <a:lnTo>
                    <a:pt x="12198" y="5331"/>
                  </a:lnTo>
                  <a:lnTo>
                    <a:pt x="11780" y="268"/>
                  </a:lnTo>
                  <a:lnTo>
                    <a:pt x="0"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5" name="Google Shape;1345;p52"/>
            <p:cNvSpPr/>
            <p:nvPr/>
          </p:nvSpPr>
          <p:spPr>
            <a:xfrm>
              <a:off x="3937516" y="2809499"/>
              <a:ext cx="390946" cy="170859"/>
            </a:xfrm>
            <a:custGeom>
              <a:avLst/>
              <a:gdLst/>
              <a:ahLst/>
              <a:cxnLst/>
              <a:rect l="l" t="t" r="r" b="b"/>
              <a:pathLst>
                <a:path w="12198" h="5331" extrusionOk="0">
                  <a:moveTo>
                    <a:pt x="0" y="1"/>
                  </a:moveTo>
                  <a:cubicBezTo>
                    <a:pt x="0" y="84"/>
                    <a:pt x="218" y="2089"/>
                    <a:pt x="552" y="5331"/>
                  </a:cubicBezTo>
                  <a:lnTo>
                    <a:pt x="12198" y="5331"/>
                  </a:lnTo>
                  <a:lnTo>
                    <a:pt x="11780" y="268"/>
                  </a:ln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6" name="Google Shape;1346;p52"/>
            <p:cNvSpPr/>
            <p:nvPr/>
          </p:nvSpPr>
          <p:spPr>
            <a:xfrm>
              <a:off x="3951970" y="1368211"/>
              <a:ext cx="484147" cy="661127"/>
            </a:xfrm>
            <a:custGeom>
              <a:avLst/>
              <a:gdLst/>
              <a:ahLst/>
              <a:cxnLst/>
              <a:rect l="l" t="t" r="r" b="b"/>
              <a:pathLst>
                <a:path w="15106" h="20628" extrusionOk="0">
                  <a:moveTo>
                    <a:pt x="6004" y="0"/>
                  </a:moveTo>
                  <a:cubicBezTo>
                    <a:pt x="5499" y="0"/>
                    <a:pt x="5026" y="24"/>
                    <a:pt x="4612" y="75"/>
                  </a:cubicBezTo>
                  <a:cubicBezTo>
                    <a:pt x="2306" y="342"/>
                    <a:pt x="1989" y="927"/>
                    <a:pt x="1822" y="1495"/>
                  </a:cubicBezTo>
                  <a:cubicBezTo>
                    <a:pt x="1471" y="2631"/>
                    <a:pt x="2273" y="4586"/>
                    <a:pt x="2273" y="4586"/>
                  </a:cubicBezTo>
                  <a:cubicBezTo>
                    <a:pt x="2373" y="4586"/>
                    <a:pt x="1" y="14611"/>
                    <a:pt x="301" y="16650"/>
                  </a:cubicBezTo>
                  <a:cubicBezTo>
                    <a:pt x="619" y="18688"/>
                    <a:pt x="3075" y="20125"/>
                    <a:pt x="5498" y="20576"/>
                  </a:cubicBezTo>
                  <a:cubicBezTo>
                    <a:pt x="5683" y="20611"/>
                    <a:pt x="5886" y="20627"/>
                    <a:pt x="6105" y="20627"/>
                  </a:cubicBezTo>
                  <a:cubicBezTo>
                    <a:pt x="8743" y="20627"/>
                    <a:pt x="13547" y="18242"/>
                    <a:pt x="14303" y="16683"/>
                  </a:cubicBezTo>
                  <a:cubicBezTo>
                    <a:pt x="15105" y="14996"/>
                    <a:pt x="13835" y="2247"/>
                    <a:pt x="12465" y="1295"/>
                  </a:cubicBezTo>
                  <a:cubicBezTo>
                    <a:pt x="11353" y="512"/>
                    <a:pt x="8334" y="0"/>
                    <a:pt x="600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7" name="Google Shape;1347;p52"/>
            <p:cNvSpPr/>
            <p:nvPr/>
          </p:nvSpPr>
          <p:spPr>
            <a:xfrm>
              <a:off x="4013571" y="1534743"/>
              <a:ext cx="348640" cy="389440"/>
            </a:xfrm>
            <a:custGeom>
              <a:avLst/>
              <a:gdLst/>
              <a:ahLst/>
              <a:cxnLst/>
              <a:rect l="l" t="t" r="r" b="b"/>
              <a:pathLst>
                <a:path w="10878" h="12151" extrusionOk="0">
                  <a:moveTo>
                    <a:pt x="4770" y="1"/>
                  </a:moveTo>
                  <a:cubicBezTo>
                    <a:pt x="3944" y="1"/>
                    <a:pt x="3235" y="103"/>
                    <a:pt x="2891" y="393"/>
                  </a:cubicBezTo>
                  <a:cubicBezTo>
                    <a:pt x="1754" y="1345"/>
                    <a:pt x="0" y="8346"/>
                    <a:pt x="1270" y="10451"/>
                  </a:cubicBezTo>
                  <a:cubicBezTo>
                    <a:pt x="1956" y="11588"/>
                    <a:pt x="4338" y="12150"/>
                    <a:pt x="6494" y="12150"/>
                  </a:cubicBezTo>
                  <a:cubicBezTo>
                    <a:pt x="8330" y="12150"/>
                    <a:pt x="10003" y="11743"/>
                    <a:pt x="10326" y="10936"/>
                  </a:cubicBezTo>
                  <a:cubicBezTo>
                    <a:pt x="10877" y="9516"/>
                    <a:pt x="9908" y="3735"/>
                    <a:pt x="9490" y="1479"/>
                  </a:cubicBezTo>
                  <a:cubicBezTo>
                    <a:pt x="9390" y="928"/>
                    <a:pt x="8956" y="493"/>
                    <a:pt x="8404" y="393"/>
                  </a:cubicBezTo>
                  <a:cubicBezTo>
                    <a:pt x="7468" y="224"/>
                    <a:pt x="5991" y="1"/>
                    <a:pt x="4770" y="1"/>
                  </a:cubicBezTo>
                  <a:close/>
                </a:path>
              </a:pathLst>
            </a:custGeom>
            <a:solidFill>
              <a:srgbClr val="0B1F2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8" name="Google Shape;1348;p52"/>
            <p:cNvSpPr/>
            <p:nvPr/>
          </p:nvSpPr>
          <p:spPr>
            <a:xfrm>
              <a:off x="3400390" y="1506090"/>
              <a:ext cx="608918" cy="589688"/>
            </a:xfrm>
            <a:custGeom>
              <a:avLst/>
              <a:gdLst/>
              <a:ahLst/>
              <a:cxnLst/>
              <a:rect l="l" t="t" r="r" b="b"/>
              <a:pathLst>
                <a:path w="18999" h="18399" extrusionOk="0">
                  <a:moveTo>
                    <a:pt x="5114" y="0"/>
                  </a:moveTo>
                  <a:lnTo>
                    <a:pt x="1" y="1120"/>
                  </a:lnTo>
                  <a:cubicBezTo>
                    <a:pt x="1" y="1120"/>
                    <a:pt x="1605" y="16224"/>
                    <a:pt x="3443" y="17895"/>
                  </a:cubicBezTo>
                  <a:cubicBezTo>
                    <a:pt x="3842" y="18251"/>
                    <a:pt x="4664" y="18398"/>
                    <a:pt x="5720" y="18398"/>
                  </a:cubicBezTo>
                  <a:cubicBezTo>
                    <a:pt x="9566" y="18398"/>
                    <a:pt x="16517" y="16447"/>
                    <a:pt x="17461" y="15556"/>
                  </a:cubicBezTo>
                  <a:cubicBezTo>
                    <a:pt x="18815" y="14269"/>
                    <a:pt x="18998" y="10276"/>
                    <a:pt x="16609" y="9959"/>
                  </a:cubicBezTo>
                  <a:cubicBezTo>
                    <a:pt x="16320" y="9923"/>
                    <a:pt x="15976" y="9907"/>
                    <a:pt x="15594" y="9907"/>
                  </a:cubicBezTo>
                  <a:cubicBezTo>
                    <a:pt x="12789" y="9907"/>
                    <a:pt x="7937" y="10761"/>
                    <a:pt x="7937" y="10761"/>
                  </a:cubicBezTo>
                  <a:lnTo>
                    <a:pt x="5114"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49" name="Google Shape;1349;p52"/>
            <p:cNvSpPr/>
            <p:nvPr/>
          </p:nvSpPr>
          <p:spPr>
            <a:xfrm>
              <a:off x="3620477" y="1796303"/>
              <a:ext cx="941469" cy="1082841"/>
            </a:xfrm>
            <a:custGeom>
              <a:avLst/>
              <a:gdLst/>
              <a:ahLst/>
              <a:cxnLst/>
              <a:rect l="l" t="t" r="r" b="b"/>
              <a:pathLst>
                <a:path w="29375" h="33786" extrusionOk="0">
                  <a:moveTo>
                    <a:pt x="12581" y="1"/>
                  </a:moveTo>
                  <a:cubicBezTo>
                    <a:pt x="11538" y="1"/>
                    <a:pt x="9125" y="364"/>
                    <a:pt x="8422" y="904"/>
                  </a:cubicBezTo>
                  <a:cubicBezTo>
                    <a:pt x="7353" y="1706"/>
                    <a:pt x="586" y="22959"/>
                    <a:pt x="1" y="33786"/>
                  </a:cubicBezTo>
                  <a:lnTo>
                    <a:pt x="23543" y="33786"/>
                  </a:lnTo>
                  <a:lnTo>
                    <a:pt x="20903" y="24897"/>
                  </a:lnTo>
                  <a:cubicBezTo>
                    <a:pt x="20903" y="24897"/>
                    <a:pt x="29375" y="8773"/>
                    <a:pt x="28606" y="6451"/>
                  </a:cubicBezTo>
                  <a:cubicBezTo>
                    <a:pt x="27720" y="3727"/>
                    <a:pt x="25097" y="3059"/>
                    <a:pt x="22825" y="2140"/>
                  </a:cubicBezTo>
                  <a:cubicBezTo>
                    <a:pt x="22507" y="2023"/>
                    <a:pt x="22190" y="1889"/>
                    <a:pt x="21889" y="1739"/>
                  </a:cubicBezTo>
                  <a:cubicBezTo>
                    <a:pt x="19299" y="1171"/>
                    <a:pt x="13919" y="118"/>
                    <a:pt x="13752" y="68"/>
                  </a:cubicBezTo>
                  <a:cubicBezTo>
                    <a:pt x="13752" y="68"/>
                    <a:pt x="13284" y="18"/>
                    <a:pt x="12649" y="1"/>
                  </a:cubicBezTo>
                  <a:cubicBezTo>
                    <a:pt x="12627" y="1"/>
                    <a:pt x="12605" y="1"/>
                    <a:pt x="12581"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0" name="Google Shape;1350;p52"/>
            <p:cNvSpPr/>
            <p:nvPr/>
          </p:nvSpPr>
          <p:spPr>
            <a:xfrm>
              <a:off x="4056389" y="2607616"/>
              <a:ext cx="178358" cy="198357"/>
            </a:xfrm>
            <a:custGeom>
              <a:avLst/>
              <a:gdLst/>
              <a:ahLst/>
              <a:cxnLst/>
              <a:rect l="l" t="t" r="r" b="b"/>
              <a:pathLst>
                <a:path w="5565" h="6189" extrusionOk="0">
                  <a:moveTo>
                    <a:pt x="5314" y="1"/>
                  </a:moveTo>
                  <a:lnTo>
                    <a:pt x="1" y="68"/>
                  </a:lnTo>
                  <a:lnTo>
                    <a:pt x="168" y="4412"/>
                  </a:lnTo>
                  <a:cubicBezTo>
                    <a:pt x="168" y="4412"/>
                    <a:pt x="335" y="5665"/>
                    <a:pt x="2039" y="6083"/>
                  </a:cubicBezTo>
                  <a:cubicBezTo>
                    <a:pt x="2336" y="6155"/>
                    <a:pt x="2628" y="6188"/>
                    <a:pt x="2908" y="6188"/>
                  </a:cubicBezTo>
                  <a:cubicBezTo>
                    <a:pt x="4236" y="6188"/>
                    <a:pt x="5304" y="5453"/>
                    <a:pt x="5414" y="4763"/>
                  </a:cubicBezTo>
                  <a:cubicBezTo>
                    <a:pt x="5565" y="3844"/>
                    <a:pt x="5331" y="84"/>
                    <a:pt x="5314"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1" name="Google Shape;1351;p52"/>
            <p:cNvSpPr/>
            <p:nvPr/>
          </p:nvSpPr>
          <p:spPr>
            <a:xfrm>
              <a:off x="3707237" y="2609764"/>
              <a:ext cx="178358" cy="198325"/>
            </a:xfrm>
            <a:custGeom>
              <a:avLst/>
              <a:gdLst/>
              <a:ahLst/>
              <a:cxnLst/>
              <a:rect l="l" t="t" r="r" b="b"/>
              <a:pathLst>
                <a:path w="5565" h="6188" extrusionOk="0">
                  <a:moveTo>
                    <a:pt x="5314" y="1"/>
                  </a:moveTo>
                  <a:lnTo>
                    <a:pt x="1" y="67"/>
                  </a:lnTo>
                  <a:lnTo>
                    <a:pt x="151" y="4395"/>
                  </a:lnTo>
                  <a:cubicBezTo>
                    <a:pt x="151" y="4395"/>
                    <a:pt x="318" y="5665"/>
                    <a:pt x="2022" y="6082"/>
                  </a:cubicBezTo>
                  <a:cubicBezTo>
                    <a:pt x="2319" y="6155"/>
                    <a:pt x="2612" y="6188"/>
                    <a:pt x="2893" y="6188"/>
                  </a:cubicBezTo>
                  <a:cubicBezTo>
                    <a:pt x="4225" y="6188"/>
                    <a:pt x="5304" y="5452"/>
                    <a:pt x="5414" y="4763"/>
                  </a:cubicBezTo>
                  <a:cubicBezTo>
                    <a:pt x="5565" y="3844"/>
                    <a:pt x="5331" y="84"/>
                    <a:pt x="5314"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2" name="Google Shape;1352;p52"/>
            <p:cNvSpPr/>
            <p:nvPr/>
          </p:nvSpPr>
          <p:spPr>
            <a:xfrm>
              <a:off x="4025878" y="1796335"/>
              <a:ext cx="326141" cy="244061"/>
            </a:xfrm>
            <a:custGeom>
              <a:avLst/>
              <a:gdLst/>
              <a:ahLst/>
              <a:cxnLst/>
              <a:rect l="l" t="t" r="r" b="b"/>
              <a:pathLst>
                <a:path w="10176" h="7615" extrusionOk="0">
                  <a:moveTo>
                    <a:pt x="0" y="0"/>
                  </a:moveTo>
                  <a:cubicBezTo>
                    <a:pt x="101" y="2273"/>
                    <a:pt x="418" y="6784"/>
                    <a:pt x="1571" y="7603"/>
                  </a:cubicBezTo>
                  <a:cubicBezTo>
                    <a:pt x="1644" y="7611"/>
                    <a:pt x="1720" y="7615"/>
                    <a:pt x="1798" y="7615"/>
                  </a:cubicBezTo>
                  <a:cubicBezTo>
                    <a:pt x="3972" y="7615"/>
                    <a:pt x="8257" y="4558"/>
                    <a:pt x="10176" y="2139"/>
                  </a:cubicBezTo>
                  <a:cubicBezTo>
                    <a:pt x="9858" y="2022"/>
                    <a:pt x="9541" y="1872"/>
                    <a:pt x="9240" y="1738"/>
                  </a:cubicBezTo>
                  <a:cubicBezTo>
                    <a:pt x="6650" y="1153"/>
                    <a:pt x="1270" y="117"/>
                    <a:pt x="1103" y="67"/>
                  </a:cubicBezTo>
                  <a:cubicBezTo>
                    <a:pt x="1103" y="67"/>
                    <a:pt x="635" y="17"/>
                    <a:pt x="0"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3" name="Google Shape;1353;p52"/>
            <p:cNvSpPr/>
            <p:nvPr/>
          </p:nvSpPr>
          <p:spPr>
            <a:xfrm>
              <a:off x="3683744" y="1320745"/>
              <a:ext cx="101182" cy="154834"/>
            </a:xfrm>
            <a:custGeom>
              <a:avLst/>
              <a:gdLst/>
              <a:ahLst/>
              <a:cxnLst/>
              <a:rect l="l" t="t" r="r" b="b"/>
              <a:pathLst>
                <a:path w="3157" h="4831" extrusionOk="0">
                  <a:moveTo>
                    <a:pt x="277" y="1"/>
                  </a:moveTo>
                  <a:cubicBezTo>
                    <a:pt x="61" y="1"/>
                    <a:pt x="0" y="462"/>
                    <a:pt x="49" y="704"/>
                  </a:cubicBezTo>
                  <a:cubicBezTo>
                    <a:pt x="115" y="971"/>
                    <a:pt x="299" y="1322"/>
                    <a:pt x="516" y="1406"/>
                  </a:cubicBezTo>
                  <a:cubicBezTo>
                    <a:pt x="884" y="1489"/>
                    <a:pt x="1252" y="1556"/>
                    <a:pt x="1636" y="1606"/>
                  </a:cubicBezTo>
                  <a:lnTo>
                    <a:pt x="2806" y="4831"/>
                  </a:lnTo>
                  <a:cubicBezTo>
                    <a:pt x="2806" y="4831"/>
                    <a:pt x="3156" y="2993"/>
                    <a:pt x="2789" y="1589"/>
                  </a:cubicBezTo>
                  <a:cubicBezTo>
                    <a:pt x="2537" y="630"/>
                    <a:pt x="2364" y="436"/>
                    <a:pt x="2157" y="436"/>
                  </a:cubicBezTo>
                  <a:cubicBezTo>
                    <a:pt x="2061" y="436"/>
                    <a:pt x="1958" y="477"/>
                    <a:pt x="1836" y="503"/>
                  </a:cubicBezTo>
                  <a:cubicBezTo>
                    <a:pt x="1519" y="570"/>
                    <a:pt x="1218" y="620"/>
                    <a:pt x="901" y="654"/>
                  </a:cubicBezTo>
                  <a:cubicBezTo>
                    <a:pt x="901" y="654"/>
                    <a:pt x="533" y="52"/>
                    <a:pt x="299" y="2"/>
                  </a:cubicBezTo>
                  <a:cubicBezTo>
                    <a:pt x="292" y="1"/>
                    <a:pt x="284" y="1"/>
                    <a:pt x="277"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4" name="Google Shape;1354;p52"/>
            <p:cNvSpPr/>
            <p:nvPr/>
          </p:nvSpPr>
          <p:spPr>
            <a:xfrm>
              <a:off x="3344174" y="1128028"/>
              <a:ext cx="442354" cy="624430"/>
            </a:xfrm>
            <a:custGeom>
              <a:avLst/>
              <a:gdLst/>
              <a:ahLst/>
              <a:cxnLst/>
              <a:rect l="l" t="t" r="r" b="b"/>
              <a:pathLst>
                <a:path w="13802" h="19483" extrusionOk="0">
                  <a:moveTo>
                    <a:pt x="3392" y="0"/>
                  </a:moveTo>
                  <a:lnTo>
                    <a:pt x="0" y="16542"/>
                  </a:lnTo>
                  <a:lnTo>
                    <a:pt x="10226" y="19482"/>
                  </a:lnTo>
                  <a:lnTo>
                    <a:pt x="13802" y="2790"/>
                  </a:lnTo>
                  <a:lnTo>
                    <a:pt x="3392"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5" name="Google Shape;1355;p52"/>
            <p:cNvSpPr/>
            <p:nvPr/>
          </p:nvSpPr>
          <p:spPr>
            <a:xfrm>
              <a:off x="3617272" y="1343949"/>
              <a:ext cx="166596" cy="168198"/>
            </a:xfrm>
            <a:custGeom>
              <a:avLst/>
              <a:gdLst/>
              <a:ahLst/>
              <a:cxnLst/>
              <a:rect l="l" t="t" r="r" b="b"/>
              <a:pathLst>
                <a:path w="5198" h="5248" extrusionOk="0">
                  <a:moveTo>
                    <a:pt x="1065" y="0"/>
                  </a:moveTo>
                  <a:cubicBezTo>
                    <a:pt x="621" y="0"/>
                    <a:pt x="148" y="35"/>
                    <a:pt x="84" y="130"/>
                  </a:cubicBezTo>
                  <a:cubicBezTo>
                    <a:pt x="34" y="214"/>
                    <a:pt x="17" y="297"/>
                    <a:pt x="17" y="398"/>
                  </a:cubicBezTo>
                  <a:cubicBezTo>
                    <a:pt x="1" y="498"/>
                    <a:pt x="34" y="598"/>
                    <a:pt x="101" y="665"/>
                  </a:cubicBezTo>
                  <a:lnTo>
                    <a:pt x="652" y="799"/>
                  </a:lnTo>
                  <a:cubicBezTo>
                    <a:pt x="652" y="799"/>
                    <a:pt x="485" y="1250"/>
                    <a:pt x="569" y="1317"/>
                  </a:cubicBezTo>
                  <a:cubicBezTo>
                    <a:pt x="769" y="1417"/>
                    <a:pt x="953" y="1484"/>
                    <a:pt x="1154" y="1551"/>
                  </a:cubicBezTo>
                  <a:cubicBezTo>
                    <a:pt x="1137" y="1651"/>
                    <a:pt x="1120" y="1734"/>
                    <a:pt x="1103" y="1835"/>
                  </a:cubicBezTo>
                  <a:cubicBezTo>
                    <a:pt x="1087" y="1935"/>
                    <a:pt x="1087" y="2052"/>
                    <a:pt x="1137" y="2152"/>
                  </a:cubicBezTo>
                  <a:cubicBezTo>
                    <a:pt x="1187" y="2236"/>
                    <a:pt x="1254" y="2302"/>
                    <a:pt x="1337" y="2336"/>
                  </a:cubicBezTo>
                  <a:cubicBezTo>
                    <a:pt x="1237" y="2386"/>
                    <a:pt x="1137" y="2419"/>
                    <a:pt x="1037" y="2469"/>
                  </a:cubicBezTo>
                  <a:cubicBezTo>
                    <a:pt x="986" y="2503"/>
                    <a:pt x="970" y="2520"/>
                    <a:pt x="936" y="2553"/>
                  </a:cubicBezTo>
                  <a:cubicBezTo>
                    <a:pt x="886" y="2737"/>
                    <a:pt x="953" y="2937"/>
                    <a:pt x="1087" y="3054"/>
                  </a:cubicBezTo>
                  <a:cubicBezTo>
                    <a:pt x="1254" y="3155"/>
                    <a:pt x="2240" y="3522"/>
                    <a:pt x="2240" y="3522"/>
                  </a:cubicBezTo>
                  <a:cubicBezTo>
                    <a:pt x="2240" y="3522"/>
                    <a:pt x="3268" y="5247"/>
                    <a:pt x="4294" y="5247"/>
                  </a:cubicBezTo>
                  <a:cubicBezTo>
                    <a:pt x="4322" y="5247"/>
                    <a:pt x="4350" y="5246"/>
                    <a:pt x="4378" y="5243"/>
                  </a:cubicBezTo>
                  <a:cubicBezTo>
                    <a:pt x="5063" y="5176"/>
                    <a:pt x="5197" y="2269"/>
                    <a:pt x="4412" y="1400"/>
                  </a:cubicBezTo>
                  <a:cubicBezTo>
                    <a:pt x="3727" y="632"/>
                    <a:pt x="2139" y="80"/>
                    <a:pt x="1722" y="30"/>
                  </a:cubicBezTo>
                  <a:cubicBezTo>
                    <a:pt x="1569" y="12"/>
                    <a:pt x="1322" y="0"/>
                    <a:pt x="1065"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6" name="Google Shape;1356;p52"/>
            <p:cNvSpPr/>
            <p:nvPr/>
          </p:nvSpPr>
          <p:spPr>
            <a:xfrm>
              <a:off x="3617272" y="1356673"/>
              <a:ext cx="81439" cy="27883"/>
            </a:xfrm>
            <a:custGeom>
              <a:avLst/>
              <a:gdLst/>
              <a:ahLst/>
              <a:cxnLst/>
              <a:rect l="l" t="t" r="r" b="b"/>
              <a:pathLst>
                <a:path w="2541" h="870" extrusionOk="0">
                  <a:moveTo>
                    <a:pt x="17" y="1"/>
                  </a:moveTo>
                  <a:cubicBezTo>
                    <a:pt x="1" y="101"/>
                    <a:pt x="34" y="201"/>
                    <a:pt x="101" y="268"/>
                  </a:cubicBezTo>
                  <a:lnTo>
                    <a:pt x="652" y="402"/>
                  </a:lnTo>
                  <a:cubicBezTo>
                    <a:pt x="652" y="402"/>
                    <a:pt x="2273" y="786"/>
                    <a:pt x="2540" y="869"/>
                  </a:cubicBezTo>
                  <a:cubicBezTo>
                    <a:pt x="2323" y="585"/>
                    <a:pt x="2006" y="385"/>
                    <a:pt x="1655" y="285"/>
                  </a:cubicBezTo>
                  <a:cubicBezTo>
                    <a:pt x="1103" y="151"/>
                    <a:pt x="569" y="67"/>
                    <a:pt x="17"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7" name="Google Shape;1357;p52"/>
            <p:cNvSpPr/>
            <p:nvPr/>
          </p:nvSpPr>
          <p:spPr>
            <a:xfrm>
              <a:off x="3652623" y="1393626"/>
              <a:ext cx="48748" cy="17179"/>
            </a:xfrm>
            <a:custGeom>
              <a:avLst/>
              <a:gdLst/>
              <a:ahLst/>
              <a:cxnLst/>
              <a:rect l="l" t="t" r="r" b="b"/>
              <a:pathLst>
                <a:path w="1521" h="536" extrusionOk="0">
                  <a:moveTo>
                    <a:pt x="51" y="1"/>
                  </a:moveTo>
                  <a:cubicBezTo>
                    <a:pt x="34" y="101"/>
                    <a:pt x="17" y="184"/>
                    <a:pt x="0" y="285"/>
                  </a:cubicBezTo>
                  <a:cubicBezTo>
                    <a:pt x="502" y="418"/>
                    <a:pt x="1003" y="502"/>
                    <a:pt x="1521" y="535"/>
                  </a:cubicBezTo>
                  <a:lnTo>
                    <a:pt x="51"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8" name="Google Shape;1358;p52"/>
            <p:cNvSpPr/>
            <p:nvPr/>
          </p:nvSpPr>
          <p:spPr>
            <a:xfrm>
              <a:off x="3650476" y="1418786"/>
              <a:ext cx="39678" cy="11826"/>
            </a:xfrm>
            <a:custGeom>
              <a:avLst/>
              <a:gdLst/>
              <a:ahLst/>
              <a:cxnLst/>
              <a:rect l="l" t="t" r="r" b="b"/>
              <a:pathLst>
                <a:path w="1238" h="369" extrusionOk="0">
                  <a:moveTo>
                    <a:pt x="301" y="1"/>
                  </a:moveTo>
                  <a:cubicBezTo>
                    <a:pt x="201" y="34"/>
                    <a:pt x="101" y="84"/>
                    <a:pt x="1" y="134"/>
                  </a:cubicBezTo>
                  <a:cubicBezTo>
                    <a:pt x="402" y="251"/>
                    <a:pt x="819" y="318"/>
                    <a:pt x="1237" y="368"/>
                  </a:cubicBezTo>
                  <a:cubicBezTo>
                    <a:pt x="936" y="218"/>
                    <a:pt x="619" y="101"/>
                    <a:pt x="301"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59" name="Google Shape;1359;p52"/>
            <p:cNvSpPr/>
            <p:nvPr/>
          </p:nvSpPr>
          <p:spPr>
            <a:xfrm>
              <a:off x="3398243" y="1300393"/>
              <a:ext cx="84644" cy="37242"/>
            </a:xfrm>
            <a:custGeom>
              <a:avLst/>
              <a:gdLst/>
              <a:ahLst/>
              <a:cxnLst/>
              <a:rect l="l" t="t" r="r" b="b"/>
              <a:pathLst>
                <a:path w="2641" h="1162" extrusionOk="0">
                  <a:moveTo>
                    <a:pt x="1434" y="1"/>
                  </a:moveTo>
                  <a:cubicBezTo>
                    <a:pt x="1407" y="1"/>
                    <a:pt x="1380" y="1"/>
                    <a:pt x="1354" y="2"/>
                  </a:cubicBezTo>
                  <a:cubicBezTo>
                    <a:pt x="920" y="19"/>
                    <a:pt x="168" y="336"/>
                    <a:pt x="84" y="487"/>
                  </a:cubicBezTo>
                  <a:cubicBezTo>
                    <a:pt x="18" y="704"/>
                    <a:pt x="1" y="938"/>
                    <a:pt x="18" y="1155"/>
                  </a:cubicBezTo>
                  <a:cubicBezTo>
                    <a:pt x="35" y="1160"/>
                    <a:pt x="55" y="1162"/>
                    <a:pt x="78" y="1162"/>
                  </a:cubicBezTo>
                  <a:cubicBezTo>
                    <a:pt x="382" y="1162"/>
                    <a:pt x="1120" y="771"/>
                    <a:pt x="1120" y="771"/>
                  </a:cubicBezTo>
                  <a:cubicBezTo>
                    <a:pt x="1212" y="775"/>
                    <a:pt x="1304" y="777"/>
                    <a:pt x="1396" y="777"/>
                  </a:cubicBezTo>
                  <a:cubicBezTo>
                    <a:pt x="1672" y="777"/>
                    <a:pt x="1947" y="758"/>
                    <a:pt x="2223" y="721"/>
                  </a:cubicBezTo>
                  <a:cubicBezTo>
                    <a:pt x="2424" y="654"/>
                    <a:pt x="2641" y="437"/>
                    <a:pt x="2607" y="270"/>
                  </a:cubicBezTo>
                  <a:cubicBezTo>
                    <a:pt x="2560" y="128"/>
                    <a:pt x="1889" y="1"/>
                    <a:pt x="1434"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0" name="Google Shape;1360;p52"/>
            <p:cNvSpPr/>
            <p:nvPr/>
          </p:nvSpPr>
          <p:spPr>
            <a:xfrm>
              <a:off x="3380583" y="1333340"/>
              <a:ext cx="108201" cy="88170"/>
            </a:xfrm>
            <a:custGeom>
              <a:avLst/>
              <a:gdLst/>
              <a:ahLst/>
              <a:cxnLst/>
              <a:rect l="l" t="t" r="r" b="b"/>
              <a:pathLst>
                <a:path w="3376" h="2751" extrusionOk="0">
                  <a:moveTo>
                    <a:pt x="706" y="1"/>
                  </a:moveTo>
                  <a:cubicBezTo>
                    <a:pt x="489" y="1"/>
                    <a:pt x="324" y="21"/>
                    <a:pt x="301" y="77"/>
                  </a:cubicBezTo>
                  <a:cubicBezTo>
                    <a:pt x="268" y="278"/>
                    <a:pt x="234" y="461"/>
                    <a:pt x="251" y="662"/>
                  </a:cubicBezTo>
                  <a:cubicBezTo>
                    <a:pt x="151" y="829"/>
                    <a:pt x="67" y="996"/>
                    <a:pt x="0" y="1163"/>
                  </a:cubicBezTo>
                  <a:cubicBezTo>
                    <a:pt x="17" y="1280"/>
                    <a:pt x="67" y="1380"/>
                    <a:pt x="117" y="1481"/>
                  </a:cubicBezTo>
                  <a:cubicBezTo>
                    <a:pt x="67" y="1614"/>
                    <a:pt x="34" y="1748"/>
                    <a:pt x="17" y="1898"/>
                  </a:cubicBezTo>
                  <a:cubicBezTo>
                    <a:pt x="17" y="2216"/>
                    <a:pt x="1354" y="2750"/>
                    <a:pt x="1721" y="2750"/>
                  </a:cubicBezTo>
                  <a:cubicBezTo>
                    <a:pt x="1872" y="2750"/>
                    <a:pt x="2005" y="2650"/>
                    <a:pt x="2039" y="2500"/>
                  </a:cubicBezTo>
                  <a:cubicBezTo>
                    <a:pt x="2056" y="2466"/>
                    <a:pt x="2072" y="2433"/>
                    <a:pt x="2072" y="2399"/>
                  </a:cubicBezTo>
                  <a:cubicBezTo>
                    <a:pt x="2089" y="2333"/>
                    <a:pt x="2106" y="2249"/>
                    <a:pt x="2106" y="2182"/>
                  </a:cubicBezTo>
                  <a:cubicBezTo>
                    <a:pt x="2116" y="2182"/>
                    <a:pt x="2312" y="2237"/>
                    <a:pt x="2486" y="2237"/>
                  </a:cubicBezTo>
                  <a:cubicBezTo>
                    <a:pt x="2584" y="2237"/>
                    <a:pt x="2676" y="2220"/>
                    <a:pt x="2724" y="2166"/>
                  </a:cubicBezTo>
                  <a:cubicBezTo>
                    <a:pt x="2858" y="2015"/>
                    <a:pt x="2908" y="1547"/>
                    <a:pt x="2908" y="1547"/>
                  </a:cubicBezTo>
                  <a:cubicBezTo>
                    <a:pt x="2933" y="1553"/>
                    <a:pt x="2959" y="1556"/>
                    <a:pt x="2985" y="1556"/>
                  </a:cubicBezTo>
                  <a:cubicBezTo>
                    <a:pt x="3111" y="1556"/>
                    <a:pt x="3234" y="1489"/>
                    <a:pt x="3275" y="1364"/>
                  </a:cubicBezTo>
                  <a:cubicBezTo>
                    <a:pt x="3292" y="1347"/>
                    <a:pt x="3292" y="1330"/>
                    <a:pt x="3309" y="1313"/>
                  </a:cubicBezTo>
                  <a:cubicBezTo>
                    <a:pt x="3376" y="1146"/>
                    <a:pt x="3359" y="963"/>
                    <a:pt x="3275" y="795"/>
                  </a:cubicBezTo>
                  <a:cubicBezTo>
                    <a:pt x="3209" y="729"/>
                    <a:pt x="2072" y="194"/>
                    <a:pt x="1905" y="127"/>
                  </a:cubicBezTo>
                  <a:cubicBezTo>
                    <a:pt x="1783" y="83"/>
                    <a:pt x="1140" y="1"/>
                    <a:pt x="706"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1" name="Google Shape;1361;p52"/>
            <p:cNvSpPr/>
            <p:nvPr/>
          </p:nvSpPr>
          <p:spPr>
            <a:xfrm>
              <a:off x="3404140" y="1356673"/>
              <a:ext cx="82497" cy="26537"/>
            </a:xfrm>
            <a:custGeom>
              <a:avLst/>
              <a:gdLst/>
              <a:ahLst/>
              <a:cxnLst/>
              <a:rect l="l" t="t" r="r" b="b"/>
              <a:pathLst>
                <a:path w="2574" h="828" extrusionOk="0">
                  <a:moveTo>
                    <a:pt x="1170" y="1"/>
                  </a:moveTo>
                  <a:cubicBezTo>
                    <a:pt x="786" y="1"/>
                    <a:pt x="385" y="34"/>
                    <a:pt x="1" y="101"/>
                  </a:cubicBezTo>
                  <a:cubicBezTo>
                    <a:pt x="1" y="101"/>
                    <a:pt x="920" y="184"/>
                    <a:pt x="1103" y="235"/>
                  </a:cubicBezTo>
                  <a:cubicBezTo>
                    <a:pt x="1471" y="418"/>
                    <a:pt x="1822" y="602"/>
                    <a:pt x="2173" y="819"/>
                  </a:cubicBezTo>
                  <a:cubicBezTo>
                    <a:pt x="2198" y="825"/>
                    <a:pt x="2224" y="828"/>
                    <a:pt x="2250" y="828"/>
                  </a:cubicBezTo>
                  <a:cubicBezTo>
                    <a:pt x="2376" y="828"/>
                    <a:pt x="2499" y="761"/>
                    <a:pt x="2540" y="636"/>
                  </a:cubicBezTo>
                  <a:cubicBezTo>
                    <a:pt x="2557" y="619"/>
                    <a:pt x="2557" y="602"/>
                    <a:pt x="2574" y="585"/>
                  </a:cubicBezTo>
                  <a:cubicBezTo>
                    <a:pt x="2189" y="402"/>
                    <a:pt x="1454" y="51"/>
                    <a:pt x="1170"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2" name="Google Shape;1362;p52"/>
            <p:cNvSpPr/>
            <p:nvPr/>
          </p:nvSpPr>
          <p:spPr>
            <a:xfrm>
              <a:off x="3411095" y="1387729"/>
              <a:ext cx="36986" cy="22531"/>
            </a:xfrm>
            <a:custGeom>
              <a:avLst/>
              <a:gdLst/>
              <a:ahLst/>
              <a:cxnLst/>
              <a:rect l="l" t="t" r="r" b="b"/>
              <a:pathLst>
                <a:path w="1154" h="703" extrusionOk="0">
                  <a:moveTo>
                    <a:pt x="1" y="1"/>
                  </a:moveTo>
                  <a:lnTo>
                    <a:pt x="1" y="1"/>
                  </a:lnTo>
                  <a:cubicBezTo>
                    <a:pt x="135" y="201"/>
                    <a:pt x="302" y="368"/>
                    <a:pt x="502" y="502"/>
                  </a:cubicBezTo>
                  <a:cubicBezTo>
                    <a:pt x="703" y="586"/>
                    <a:pt x="903" y="652"/>
                    <a:pt x="1120" y="702"/>
                  </a:cubicBezTo>
                  <a:cubicBezTo>
                    <a:pt x="1137" y="636"/>
                    <a:pt x="1154" y="552"/>
                    <a:pt x="1154" y="485"/>
                  </a:cubicBezTo>
                  <a:lnTo>
                    <a:pt x="1"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3" name="Google Shape;1363;p52"/>
            <p:cNvSpPr/>
            <p:nvPr/>
          </p:nvSpPr>
          <p:spPr>
            <a:xfrm>
              <a:off x="4036038" y="1407536"/>
              <a:ext cx="333673" cy="597124"/>
            </a:xfrm>
            <a:custGeom>
              <a:avLst/>
              <a:gdLst/>
              <a:ahLst/>
              <a:cxnLst/>
              <a:rect l="l" t="t" r="r" b="b"/>
              <a:pathLst>
                <a:path w="10411" h="18631" extrusionOk="0">
                  <a:moveTo>
                    <a:pt x="2390" y="1"/>
                  </a:moveTo>
                  <a:cubicBezTo>
                    <a:pt x="1956" y="285"/>
                    <a:pt x="1588" y="887"/>
                    <a:pt x="1287" y="2156"/>
                  </a:cubicBezTo>
                  <a:cubicBezTo>
                    <a:pt x="870" y="4479"/>
                    <a:pt x="151" y="3777"/>
                    <a:pt x="51" y="4328"/>
                  </a:cubicBezTo>
                  <a:cubicBezTo>
                    <a:pt x="1" y="4562"/>
                    <a:pt x="636" y="4763"/>
                    <a:pt x="485" y="5448"/>
                  </a:cubicBezTo>
                  <a:cubicBezTo>
                    <a:pt x="352" y="6183"/>
                    <a:pt x="218" y="7303"/>
                    <a:pt x="418" y="7570"/>
                  </a:cubicBezTo>
                  <a:cubicBezTo>
                    <a:pt x="736" y="7988"/>
                    <a:pt x="1521" y="8238"/>
                    <a:pt x="2591" y="8288"/>
                  </a:cubicBezTo>
                  <a:cubicBezTo>
                    <a:pt x="2691" y="8288"/>
                    <a:pt x="2808" y="8288"/>
                    <a:pt x="2908" y="8305"/>
                  </a:cubicBezTo>
                  <a:cubicBezTo>
                    <a:pt x="3660" y="8405"/>
                    <a:pt x="3359" y="10076"/>
                    <a:pt x="3326" y="10360"/>
                  </a:cubicBezTo>
                  <a:cubicBezTo>
                    <a:pt x="3226" y="10978"/>
                    <a:pt x="2891" y="11547"/>
                    <a:pt x="2373" y="11931"/>
                  </a:cubicBezTo>
                  <a:cubicBezTo>
                    <a:pt x="2039" y="12170"/>
                    <a:pt x="1373" y="12204"/>
                    <a:pt x="1019" y="12204"/>
                  </a:cubicBezTo>
                  <a:cubicBezTo>
                    <a:pt x="877" y="12204"/>
                    <a:pt x="786" y="12198"/>
                    <a:pt x="786" y="12198"/>
                  </a:cubicBezTo>
                  <a:lnTo>
                    <a:pt x="786" y="12198"/>
                  </a:lnTo>
                  <a:cubicBezTo>
                    <a:pt x="786" y="12198"/>
                    <a:pt x="753" y="18113"/>
                    <a:pt x="1839" y="18631"/>
                  </a:cubicBezTo>
                  <a:cubicBezTo>
                    <a:pt x="3510" y="18347"/>
                    <a:pt x="7703" y="15657"/>
                    <a:pt x="9140" y="13986"/>
                  </a:cubicBezTo>
                  <a:cubicBezTo>
                    <a:pt x="8071" y="13351"/>
                    <a:pt x="7703" y="12649"/>
                    <a:pt x="7570" y="11463"/>
                  </a:cubicBezTo>
                  <a:cubicBezTo>
                    <a:pt x="7436" y="10260"/>
                    <a:pt x="8038" y="6083"/>
                    <a:pt x="8038" y="6083"/>
                  </a:cubicBezTo>
                  <a:cubicBezTo>
                    <a:pt x="8038" y="6083"/>
                    <a:pt x="8181" y="6217"/>
                    <a:pt x="8504" y="6217"/>
                  </a:cubicBezTo>
                  <a:cubicBezTo>
                    <a:pt x="8608" y="6217"/>
                    <a:pt x="8731" y="6203"/>
                    <a:pt x="8873" y="6166"/>
                  </a:cubicBezTo>
                  <a:cubicBezTo>
                    <a:pt x="9441" y="5999"/>
                    <a:pt x="10410" y="3677"/>
                    <a:pt x="9608" y="3293"/>
                  </a:cubicBezTo>
                  <a:cubicBezTo>
                    <a:pt x="9445" y="3215"/>
                    <a:pt x="9286" y="3177"/>
                    <a:pt x="9133" y="3177"/>
                  </a:cubicBezTo>
                  <a:cubicBezTo>
                    <a:pt x="8596" y="3177"/>
                    <a:pt x="8123" y="3636"/>
                    <a:pt x="7720" y="4429"/>
                  </a:cubicBezTo>
                  <a:cubicBezTo>
                    <a:pt x="7085" y="3593"/>
                    <a:pt x="6901" y="3293"/>
                    <a:pt x="5949" y="2708"/>
                  </a:cubicBezTo>
                  <a:cubicBezTo>
                    <a:pt x="5164" y="2223"/>
                    <a:pt x="3760" y="1856"/>
                    <a:pt x="2975" y="1070"/>
                  </a:cubicBezTo>
                  <a:cubicBezTo>
                    <a:pt x="2674" y="770"/>
                    <a:pt x="2474" y="402"/>
                    <a:pt x="2390"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4" name="Google Shape;1364;p52"/>
            <p:cNvSpPr/>
            <p:nvPr/>
          </p:nvSpPr>
          <p:spPr>
            <a:xfrm>
              <a:off x="4070331" y="1592977"/>
              <a:ext cx="63747" cy="25063"/>
            </a:xfrm>
            <a:custGeom>
              <a:avLst/>
              <a:gdLst/>
              <a:ahLst/>
              <a:cxnLst/>
              <a:rect l="l" t="t" r="r" b="b"/>
              <a:pathLst>
                <a:path w="1989" h="782" extrusionOk="0">
                  <a:moveTo>
                    <a:pt x="1059" y="0"/>
                  </a:moveTo>
                  <a:cubicBezTo>
                    <a:pt x="696" y="0"/>
                    <a:pt x="296" y="176"/>
                    <a:pt x="0" y="781"/>
                  </a:cubicBezTo>
                  <a:lnTo>
                    <a:pt x="1988" y="330"/>
                  </a:lnTo>
                  <a:cubicBezTo>
                    <a:pt x="1988" y="330"/>
                    <a:pt x="1558" y="0"/>
                    <a:pt x="1059"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5" name="Google Shape;1365;p52"/>
            <p:cNvSpPr/>
            <p:nvPr/>
          </p:nvSpPr>
          <p:spPr>
            <a:xfrm>
              <a:off x="4061229" y="1461540"/>
              <a:ext cx="225472" cy="99451"/>
            </a:xfrm>
            <a:custGeom>
              <a:avLst/>
              <a:gdLst/>
              <a:ahLst/>
              <a:cxnLst/>
              <a:rect l="l" t="t" r="r" b="b"/>
              <a:pathLst>
                <a:path w="7035" h="3103" extrusionOk="0">
                  <a:moveTo>
                    <a:pt x="2147" y="425"/>
                  </a:moveTo>
                  <a:cubicBezTo>
                    <a:pt x="2817" y="425"/>
                    <a:pt x="3408" y="1034"/>
                    <a:pt x="3242" y="1791"/>
                  </a:cubicBezTo>
                  <a:cubicBezTo>
                    <a:pt x="3126" y="2312"/>
                    <a:pt x="2659" y="2670"/>
                    <a:pt x="2146" y="2670"/>
                  </a:cubicBezTo>
                  <a:cubicBezTo>
                    <a:pt x="2066" y="2670"/>
                    <a:pt x="1986" y="2661"/>
                    <a:pt x="1905" y="2643"/>
                  </a:cubicBezTo>
                  <a:cubicBezTo>
                    <a:pt x="936" y="2426"/>
                    <a:pt x="702" y="1140"/>
                    <a:pt x="1537" y="605"/>
                  </a:cubicBezTo>
                  <a:cubicBezTo>
                    <a:pt x="1735" y="481"/>
                    <a:pt x="1945" y="425"/>
                    <a:pt x="2147" y="425"/>
                  </a:cubicBezTo>
                  <a:close/>
                  <a:moveTo>
                    <a:pt x="2133" y="1"/>
                  </a:moveTo>
                  <a:cubicBezTo>
                    <a:pt x="1577" y="1"/>
                    <a:pt x="1018" y="288"/>
                    <a:pt x="735" y="922"/>
                  </a:cubicBezTo>
                  <a:cubicBezTo>
                    <a:pt x="708" y="978"/>
                    <a:pt x="657" y="1010"/>
                    <a:pt x="602" y="1010"/>
                  </a:cubicBezTo>
                  <a:cubicBezTo>
                    <a:pt x="591" y="1010"/>
                    <a:pt x="580" y="1009"/>
                    <a:pt x="568" y="1006"/>
                  </a:cubicBezTo>
                  <a:lnTo>
                    <a:pt x="234" y="922"/>
                  </a:lnTo>
                  <a:cubicBezTo>
                    <a:pt x="221" y="920"/>
                    <a:pt x="209" y="919"/>
                    <a:pt x="197" y="919"/>
                  </a:cubicBezTo>
                  <a:cubicBezTo>
                    <a:pt x="113" y="919"/>
                    <a:pt x="46" y="969"/>
                    <a:pt x="17" y="1056"/>
                  </a:cubicBezTo>
                  <a:cubicBezTo>
                    <a:pt x="0" y="1140"/>
                    <a:pt x="50" y="1223"/>
                    <a:pt x="150" y="1257"/>
                  </a:cubicBezTo>
                  <a:lnTo>
                    <a:pt x="485" y="1323"/>
                  </a:lnTo>
                  <a:cubicBezTo>
                    <a:pt x="551" y="1340"/>
                    <a:pt x="602" y="1407"/>
                    <a:pt x="602" y="1491"/>
                  </a:cubicBezTo>
                  <a:cubicBezTo>
                    <a:pt x="562" y="2501"/>
                    <a:pt x="1370" y="3102"/>
                    <a:pt x="2175" y="3102"/>
                  </a:cubicBezTo>
                  <a:cubicBezTo>
                    <a:pt x="2741" y="3102"/>
                    <a:pt x="3307" y="2805"/>
                    <a:pt x="3576" y="2142"/>
                  </a:cubicBezTo>
                  <a:cubicBezTo>
                    <a:pt x="3609" y="2075"/>
                    <a:pt x="3676" y="2042"/>
                    <a:pt x="3759" y="2042"/>
                  </a:cubicBezTo>
                  <a:lnTo>
                    <a:pt x="6817" y="2727"/>
                  </a:lnTo>
                  <a:cubicBezTo>
                    <a:pt x="6830" y="2729"/>
                    <a:pt x="6842" y="2730"/>
                    <a:pt x="6854" y="2730"/>
                  </a:cubicBezTo>
                  <a:cubicBezTo>
                    <a:pt x="6938" y="2730"/>
                    <a:pt x="7003" y="2681"/>
                    <a:pt x="7018" y="2593"/>
                  </a:cubicBezTo>
                  <a:cubicBezTo>
                    <a:pt x="7034" y="2510"/>
                    <a:pt x="6984" y="2426"/>
                    <a:pt x="6884" y="2410"/>
                  </a:cubicBezTo>
                  <a:lnTo>
                    <a:pt x="3810" y="1724"/>
                  </a:lnTo>
                  <a:cubicBezTo>
                    <a:pt x="3743" y="1708"/>
                    <a:pt x="3693" y="1641"/>
                    <a:pt x="3693" y="1574"/>
                  </a:cubicBezTo>
                  <a:cubicBezTo>
                    <a:pt x="3712" y="583"/>
                    <a:pt x="2925" y="1"/>
                    <a:pt x="213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6" name="Google Shape;1366;p52"/>
            <p:cNvSpPr/>
            <p:nvPr/>
          </p:nvSpPr>
          <p:spPr>
            <a:xfrm>
              <a:off x="4060139" y="1576247"/>
              <a:ext cx="268867" cy="428412"/>
            </a:xfrm>
            <a:custGeom>
              <a:avLst/>
              <a:gdLst/>
              <a:ahLst/>
              <a:cxnLst/>
              <a:rect l="l" t="t" r="r" b="b"/>
              <a:pathLst>
                <a:path w="8389" h="13367" extrusionOk="0">
                  <a:moveTo>
                    <a:pt x="6935" y="0"/>
                  </a:moveTo>
                  <a:lnTo>
                    <a:pt x="6935" y="0"/>
                  </a:lnTo>
                  <a:cubicBezTo>
                    <a:pt x="6784" y="334"/>
                    <a:pt x="6651" y="552"/>
                    <a:pt x="6584" y="719"/>
                  </a:cubicBezTo>
                  <a:cubicBezTo>
                    <a:pt x="5378" y="2790"/>
                    <a:pt x="3328" y="3045"/>
                    <a:pt x="2366" y="3045"/>
                  </a:cubicBezTo>
                  <a:cubicBezTo>
                    <a:pt x="2289" y="3045"/>
                    <a:pt x="2218" y="3044"/>
                    <a:pt x="2156" y="3041"/>
                  </a:cubicBezTo>
                  <a:lnTo>
                    <a:pt x="2156" y="3041"/>
                  </a:lnTo>
                  <a:cubicBezTo>
                    <a:pt x="2908" y="3141"/>
                    <a:pt x="2607" y="4812"/>
                    <a:pt x="2574" y="5096"/>
                  </a:cubicBezTo>
                  <a:cubicBezTo>
                    <a:pt x="2474" y="5714"/>
                    <a:pt x="2139" y="6283"/>
                    <a:pt x="1621" y="6667"/>
                  </a:cubicBezTo>
                  <a:cubicBezTo>
                    <a:pt x="1287" y="6906"/>
                    <a:pt x="621" y="6940"/>
                    <a:pt x="267" y="6940"/>
                  </a:cubicBezTo>
                  <a:cubicBezTo>
                    <a:pt x="125" y="6940"/>
                    <a:pt x="34" y="6934"/>
                    <a:pt x="34" y="6934"/>
                  </a:cubicBezTo>
                  <a:lnTo>
                    <a:pt x="34" y="6934"/>
                  </a:lnTo>
                  <a:cubicBezTo>
                    <a:pt x="34" y="6934"/>
                    <a:pt x="1" y="12849"/>
                    <a:pt x="1087" y="13367"/>
                  </a:cubicBezTo>
                  <a:cubicBezTo>
                    <a:pt x="2758" y="13083"/>
                    <a:pt x="6951" y="10393"/>
                    <a:pt x="8388" y="8722"/>
                  </a:cubicBezTo>
                  <a:cubicBezTo>
                    <a:pt x="7319" y="8087"/>
                    <a:pt x="6951" y="7385"/>
                    <a:pt x="6818" y="6199"/>
                  </a:cubicBezTo>
                  <a:cubicBezTo>
                    <a:pt x="6684" y="4996"/>
                    <a:pt x="7286" y="819"/>
                    <a:pt x="7286" y="819"/>
                  </a:cubicBezTo>
                  <a:cubicBezTo>
                    <a:pt x="7286" y="819"/>
                    <a:pt x="6901" y="635"/>
                    <a:pt x="6935"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7" name="Google Shape;1367;p52"/>
            <p:cNvSpPr/>
            <p:nvPr/>
          </p:nvSpPr>
          <p:spPr>
            <a:xfrm>
              <a:off x="4289874" y="1526890"/>
              <a:ext cx="49838" cy="58812"/>
            </a:xfrm>
            <a:custGeom>
              <a:avLst/>
              <a:gdLst/>
              <a:ahLst/>
              <a:cxnLst/>
              <a:rect l="l" t="t" r="r" b="b"/>
              <a:pathLst>
                <a:path w="1555" h="1835" extrusionOk="0">
                  <a:moveTo>
                    <a:pt x="1230" y="1"/>
                  </a:moveTo>
                  <a:cubicBezTo>
                    <a:pt x="1154" y="1"/>
                    <a:pt x="1062" y="20"/>
                    <a:pt x="953" y="70"/>
                  </a:cubicBezTo>
                  <a:cubicBezTo>
                    <a:pt x="368" y="320"/>
                    <a:pt x="1" y="1707"/>
                    <a:pt x="519" y="1824"/>
                  </a:cubicBezTo>
                  <a:cubicBezTo>
                    <a:pt x="551" y="1832"/>
                    <a:pt x="582" y="1835"/>
                    <a:pt x="612" y="1835"/>
                  </a:cubicBezTo>
                  <a:cubicBezTo>
                    <a:pt x="1062" y="1835"/>
                    <a:pt x="1233" y="1062"/>
                    <a:pt x="920" y="905"/>
                  </a:cubicBezTo>
                  <a:cubicBezTo>
                    <a:pt x="853" y="872"/>
                    <a:pt x="769" y="838"/>
                    <a:pt x="686" y="805"/>
                  </a:cubicBezTo>
                  <a:cubicBezTo>
                    <a:pt x="686" y="805"/>
                    <a:pt x="908" y="151"/>
                    <a:pt x="1404" y="151"/>
                  </a:cubicBezTo>
                  <a:cubicBezTo>
                    <a:pt x="1452" y="151"/>
                    <a:pt x="1502" y="157"/>
                    <a:pt x="1555" y="170"/>
                  </a:cubicBezTo>
                  <a:cubicBezTo>
                    <a:pt x="1555" y="170"/>
                    <a:pt x="1461" y="1"/>
                    <a:pt x="1230"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8" name="Google Shape;1368;p52"/>
            <p:cNvSpPr/>
            <p:nvPr/>
          </p:nvSpPr>
          <p:spPr>
            <a:xfrm>
              <a:off x="4129239" y="1444810"/>
              <a:ext cx="45094" cy="28653"/>
            </a:xfrm>
            <a:custGeom>
              <a:avLst/>
              <a:gdLst/>
              <a:ahLst/>
              <a:cxnLst/>
              <a:rect l="l" t="t" r="r" b="b"/>
              <a:pathLst>
                <a:path w="1407" h="894" extrusionOk="0">
                  <a:moveTo>
                    <a:pt x="662" y="0"/>
                  </a:moveTo>
                  <a:cubicBezTo>
                    <a:pt x="404" y="0"/>
                    <a:pt x="143" y="121"/>
                    <a:pt x="0" y="325"/>
                  </a:cubicBezTo>
                  <a:cubicBezTo>
                    <a:pt x="518" y="342"/>
                    <a:pt x="1003" y="542"/>
                    <a:pt x="1387" y="893"/>
                  </a:cubicBezTo>
                  <a:cubicBezTo>
                    <a:pt x="1407" y="258"/>
                    <a:pt x="1038" y="0"/>
                    <a:pt x="66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69" name="Google Shape;1369;p52"/>
            <p:cNvSpPr/>
            <p:nvPr/>
          </p:nvSpPr>
          <p:spPr>
            <a:xfrm>
              <a:off x="4106195" y="1497116"/>
              <a:ext cx="23589" cy="23845"/>
            </a:xfrm>
            <a:custGeom>
              <a:avLst/>
              <a:gdLst/>
              <a:ahLst/>
              <a:cxnLst/>
              <a:rect l="l" t="t" r="r" b="b"/>
              <a:pathLst>
                <a:path w="736" h="744" extrusionOk="0">
                  <a:moveTo>
                    <a:pt x="374" y="0"/>
                  </a:moveTo>
                  <a:cubicBezTo>
                    <a:pt x="351" y="0"/>
                    <a:pt x="326" y="5"/>
                    <a:pt x="301" y="13"/>
                  </a:cubicBezTo>
                  <a:cubicBezTo>
                    <a:pt x="251" y="13"/>
                    <a:pt x="201" y="30"/>
                    <a:pt x="168" y="63"/>
                  </a:cubicBezTo>
                  <a:cubicBezTo>
                    <a:pt x="84" y="113"/>
                    <a:pt x="34" y="197"/>
                    <a:pt x="17" y="297"/>
                  </a:cubicBezTo>
                  <a:cubicBezTo>
                    <a:pt x="1" y="330"/>
                    <a:pt x="1" y="364"/>
                    <a:pt x="1" y="397"/>
                  </a:cubicBezTo>
                  <a:cubicBezTo>
                    <a:pt x="1" y="464"/>
                    <a:pt x="34" y="514"/>
                    <a:pt x="67" y="581"/>
                  </a:cubicBezTo>
                  <a:cubicBezTo>
                    <a:pt x="84" y="598"/>
                    <a:pt x="118" y="631"/>
                    <a:pt x="134" y="648"/>
                  </a:cubicBezTo>
                  <a:cubicBezTo>
                    <a:pt x="184" y="698"/>
                    <a:pt x="235" y="715"/>
                    <a:pt x="301" y="731"/>
                  </a:cubicBezTo>
                  <a:cubicBezTo>
                    <a:pt x="326" y="740"/>
                    <a:pt x="351" y="744"/>
                    <a:pt x="374" y="744"/>
                  </a:cubicBezTo>
                  <a:cubicBezTo>
                    <a:pt x="397" y="744"/>
                    <a:pt x="418" y="740"/>
                    <a:pt x="435" y="731"/>
                  </a:cubicBezTo>
                  <a:cubicBezTo>
                    <a:pt x="485" y="731"/>
                    <a:pt x="535" y="698"/>
                    <a:pt x="569" y="681"/>
                  </a:cubicBezTo>
                  <a:cubicBezTo>
                    <a:pt x="652" y="614"/>
                    <a:pt x="702" y="531"/>
                    <a:pt x="736" y="447"/>
                  </a:cubicBezTo>
                  <a:cubicBezTo>
                    <a:pt x="736" y="414"/>
                    <a:pt x="736" y="381"/>
                    <a:pt x="736" y="347"/>
                  </a:cubicBezTo>
                  <a:cubicBezTo>
                    <a:pt x="736" y="280"/>
                    <a:pt x="719" y="213"/>
                    <a:pt x="686" y="163"/>
                  </a:cubicBezTo>
                  <a:lnTo>
                    <a:pt x="619" y="97"/>
                  </a:lnTo>
                  <a:cubicBezTo>
                    <a:pt x="569" y="46"/>
                    <a:pt x="502" y="30"/>
                    <a:pt x="435" y="13"/>
                  </a:cubicBezTo>
                  <a:cubicBezTo>
                    <a:pt x="418" y="5"/>
                    <a:pt x="397" y="0"/>
                    <a:pt x="37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0" name="Google Shape;1370;p52"/>
            <p:cNvSpPr/>
            <p:nvPr/>
          </p:nvSpPr>
          <p:spPr>
            <a:xfrm>
              <a:off x="3641919" y="1458816"/>
              <a:ext cx="885221" cy="721862"/>
            </a:xfrm>
            <a:custGeom>
              <a:avLst/>
              <a:gdLst/>
              <a:ahLst/>
              <a:cxnLst/>
              <a:rect l="l" t="t" r="r" b="b"/>
              <a:pathLst>
                <a:path w="27620" h="22523" extrusionOk="0">
                  <a:moveTo>
                    <a:pt x="5533" y="1"/>
                  </a:moveTo>
                  <a:cubicBezTo>
                    <a:pt x="5223" y="1"/>
                    <a:pt x="0" y="1542"/>
                    <a:pt x="0" y="1542"/>
                  </a:cubicBezTo>
                  <a:cubicBezTo>
                    <a:pt x="0" y="1542"/>
                    <a:pt x="1086" y="14725"/>
                    <a:pt x="3275" y="20206"/>
                  </a:cubicBezTo>
                  <a:cubicBezTo>
                    <a:pt x="6328" y="21957"/>
                    <a:pt x="11822" y="22522"/>
                    <a:pt x="16421" y="22522"/>
                  </a:cubicBezTo>
                  <a:cubicBezTo>
                    <a:pt x="19676" y="22522"/>
                    <a:pt x="22483" y="22239"/>
                    <a:pt x="23660" y="21893"/>
                  </a:cubicBezTo>
                  <a:cubicBezTo>
                    <a:pt x="26500" y="21041"/>
                    <a:pt x="27352" y="19270"/>
                    <a:pt x="27469" y="18568"/>
                  </a:cubicBezTo>
                  <a:cubicBezTo>
                    <a:pt x="27603" y="17883"/>
                    <a:pt x="27620" y="16379"/>
                    <a:pt x="26400" y="15360"/>
                  </a:cubicBezTo>
                  <a:cubicBezTo>
                    <a:pt x="25197" y="14324"/>
                    <a:pt x="8672" y="13789"/>
                    <a:pt x="8672" y="13789"/>
                  </a:cubicBezTo>
                  <a:cubicBezTo>
                    <a:pt x="8672" y="13789"/>
                    <a:pt x="5548" y="105"/>
                    <a:pt x="5548" y="5"/>
                  </a:cubicBezTo>
                  <a:cubicBezTo>
                    <a:pt x="5548" y="2"/>
                    <a:pt x="5543" y="1"/>
                    <a:pt x="5533"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371" name="Google Shape;1371;p52"/>
          <p:cNvGrpSpPr/>
          <p:nvPr/>
        </p:nvGrpSpPr>
        <p:grpSpPr>
          <a:xfrm>
            <a:off x="5939738" y="1821590"/>
            <a:ext cx="1889327" cy="4655540"/>
            <a:chOff x="4454803" y="1366192"/>
            <a:chExt cx="1416995" cy="3491655"/>
          </a:xfrm>
        </p:grpSpPr>
        <p:sp>
          <p:nvSpPr>
            <p:cNvPr id="1372" name="Google Shape;1372;p52"/>
            <p:cNvSpPr/>
            <p:nvPr/>
          </p:nvSpPr>
          <p:spPr>
            <a:xfrm>
              <a:off x="4788443" y="1366192"/>
              <a:ext cx="629782" cy="560490"/>
            </a:xfrm>
            <a:custGeom>
              <a:avLst/>
              <a:gdLst/>
              <a:ahLst/>
              <a:cxnLst/>
              <a:rect l="l" t="t" r="r" b="b"/>
              <a:pathLst>
                <a:path w="19650" h="17488" extrusionOk="0">
                  <a:moveTo>
                    <a:pt x="15500" y="1"/>
                  </a:moveTo>
                  <a:cubicBezTo>
                    <a:pt x="15198" y="1"/>
                    <a:pt x="14899" y="20"/>
                    <a:pt x="14620" y="55"/>
                  </a:cubicBezTo>
                  <a:cubicBezTo>
                    <a:pt x="10761" y="589"/>
                    <a:pt x="8104" y="873"/>
                    <a:pt x="7670" y="3998"/>
                  </a:cubicBezTo>
                  <a:cubicBezTo>
                    <a:pt x="7536" y="5000"/>
                    <a:pt x="6684" y="5769"/>
                    <a:pt x="5748" y="6203"/>
                  </a:cubicBezTo>
                  <a:cubicBezTo>
                    <a:pt x="4829" y="6621"/>
                    <a:pt x="3810" y="6805"/>
                    <a:pt x="2874" y="7189"/>
                  </a:cubicBezTo>
                  <a:cubicBezTo>
                    <a:pt x="1922" y="7573"/>
                    <a:pt x="953" y="8158"/>
                    <a:pt x="635" y="9127"/>
                  </a:cubicBezTo>
                  <a:cubicBezTo>
                    <a:pt x="0" y="11116"/>
                    <a:pt x="385" y="13288"/>
                    <a:pt x="1638" y="14959"/>
                  </a:cubicBezTo>
                  <a:cubicBezTo>
                    <a:pt x="2933" y="16632"/>
                    <a:pt x="5046" y="17488"/>
                    <a:pt x="7141" y="17488"/>
                  </a:cubicBezTo>
                  <a:cubicBezTo>
                    <a:pt x="8100" y="17488"/>
                    <a:pt x="9055" y="17309"/>
                    <a:pt x="9925" y="16947"/>
                  </a:cubicBezTo>
                  <a:cubicBezTo>
                    <a:pt x="11112" y="16446"/>
                    <a:pt x="12198" y="15761"/>
                    <a:pt x="13167" y="14892"/>
                  </a:cubicBezTo>
                  <a:cubicBezTo>
                    <a:pt x="14370" y="13806"/>
                    <a:pt x="15389" y="12419"/>
                    <a:pt x="16893" y="11784"/>
                  </a:cubicBezTo>
                  <a:cubicBezTo>
                    <a:pt x="17444" y="11533"/>
                    <a:pt x="18062" y="11400"/>
                    <a:pt x="18564" y="11049"/>
                  </a:cubicBezTo>
                  <a:cubicBezTo>
                    <a:pt x="19249" y="10547"/>
                    <a:pt x="19583" y="9662"/>
                    <a:pt x="19616" y="8810"/>
                  </a:cubicBezTo>
                  <a:cubicBezTo>
                    <a:pt x="19650" y="7874"/>
                    <a:pt x="19466" y="6955"/>
                    <a:pt x="19299" y="6053"/>
                  </a:cubicBezTo>
                  <a:cubicBezTo>
                    <a:pt x="18831" y="3513"/>
                    <a:pt x="19265" y="1742"/>
                    <a:pt x="18112" y="706"/>
                  </a:cubicBezTo>
                  <a:cubicBezTo>
                    <a:pt x="17548" y="206"/>
                    <a:pt x="16500" y="1"/>
                    <a:pt x="15500" y="1"/>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3" name="Google Shape;1373;p52"/>
            <p:cNvSpPr/>
            <p:nvPr/>
          </p:nvSpPr>
          <p:spPr>
            <a:xfrm>
              <a:off x="4882702" y="1438625"/>
              <a:ext cx="490557" cy="464981"/>
            </a:xfrm>
            <a:custGeom>
              <a:avLst/>
              <a:gdLst/>
              <a:ahLst/>
              <a:cxnLst/>
              <a:rect l="l" t="t" r="r" b="b"/>
              <a:pathLst>
                <a:path w="15306" h="14508" extrusionOk="0">
                  <a:moveTo>
                    <a:pt x="14770" y="0"/>
                  </a:moveTo>
                  <a:cubicBezTo>
                    <a:pt x="14770" y="0"/>
                    <a:pt x="14587" y="485"/>
                    <a:pt x="12899" y="535"/>
                  </a:cubicBezTo>
                  <a:cubicBezTo>
                    <a:pt x="11228" y="568"/>
                    <a:pt x="7719" y="401"/>
                    <a:pt x="7268" y="2840"/>
                  </a:cubicBezTo>
                  <a:cubicBezTo>
                    <a:pt x="6834" y="5280"/>
                    <a:pt x="5998" y="6299"/>
                    <a:pt x="4578" y="6600"/>
                  </a:cubicBezTo>
                  <a:cubicBezTo>
                    <a:pt x="3141" y="6917"/>
                    <a:pt x="986" y="6867"/>
                    <a:pt x="485" y="8638"/>
                  </a:cubicBezTo>
                  <a:cubicBezTo>
                    <a:pt x="0" y="10426"/>
                    <a:pt x="2573" y="14319"/>
                    <a:pt x="6249" y="14503"/>
                  </a:cubicBezTo>
                  <a:cubicBezTo>
                    <a:pt x="6312" y="14506"/>
                    <a:pt x="6375" y="14507"/>
                    <a:pt x="6436" y="14507"/>
                  </a:cubicBezTo>
                  <a:cubicBezTo>
                    <a:pt x="9966" y="14507"/>
                    <a:pt x="10669" y="9877"/>
                    <a:pt x="12114" y="9039"/>
                  </a:cubicBezTo>
                  <a:cubicBezTo>
                    <a:pt x="13567" y="8204"/>
                    <a:pt x="14687" y="7669"/>
                    <a:pt x="14988" y="6333"/>
                  </a:cubicBezTo>
                  <a:cubicBezTo>
                    <a:pt x="15305" y="5013"/>
                    <a:pt x="14770" y="0"/>
                    <a:pt x="14770" y="0"/>
                  </a:cubicBezTo>
                  <a:close/>
                </a:path>
              </a:pathLst>
            </a:custGeom>
            <a:solidFill>
              <a:srgbClr val="CD2027"/>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4" name="Google Shape;1374;p52"/>
            <p:cNvSpPr/>
            <p:nvPr/>
          </p:nvSpPr>
          <p:spPr>
            <a:xfrm>
              <a:off x="5346434" y="4644682"/>
              <a:ext cx="518954" cy="213165"/>
            </a:xfrm>
            <a:custGeom>
              <a:avLst/>
              <a:gdLst/>
              <a:ahLst/>
              <a:cxnLst/>
              <a:rect l="l" t="t" r="r" b="b"/>
              <a:pathLst>
                <a:path w="16192" h="6651" extrusionOk="0">
                  <a:moveTo>
                    <a:pt x="6417" y="1"/>
                  </a:moveTo>
                  <a:lnTo>
                    <a:pt x="1" y="502"/>
                  </a:lnTo>
                  <a:lnTo>
                    <a:pt x="118" y="3660"/>
                  </a:lnTo>
                  <a:lnTo>
                    <a:pt x="235" y="6651"/>
                  </a:lnTo>
                  <a:lnTo>
                    <a:pt x="16191" y="6651"/>
                  </a:lnTo>
                  <a:cubicBezTo>
                    <a:pt x="16191" y="6651"/>
                    <a:pt x="15272" y="4679"/>
                    <a:pt x="12682" y="4111"/>
                  </a:cubicBezTo>
                  <a:cubicBezTo>
                    <a:pt x="11563" y="3877"/>
                    <a:pt x="10477" y="3526"/>
                    <a:pt x="9441" y="3075"/>
                  </a:cubicBezTo>
                  <a:cubicBezTo>
                    <a:pt x="6333" y="1672"/>
                    <a:pt x="6417" y="1"/>
                    <a:pt x="6417" y="1"/>
                  </a:cubicBezTo>
                  <a:close/>
                </a:path>
              </a:pathLst>
            </a:custGeom>
            <a:solidFill>
              <a:srgbClr val="F3805D"/>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5" name="Google Shape;1375;p52"/>
            <p:cNvSpPr/>
            <p:nvPr/>
          </p:nvSpPr>
          <p:spPr>
            <a:xfrm>
              <a:off x="5146698" y="2814339"/>
              <a:ext cx="449309" cy="1905373"/>
            </a:xfrm>
            <a:custGeom>
              <a:avLst/>
              <a:gdLst/>
              <a:ahLst/>
              <a:cxnLst/>
              <a:rect l="l" t="t" r="r" b="b"/>
              <a:pathLst>
                <a:path w="14019" h="59450" extrusionOk="0">
                  <a:moveTo>
                    <a:pt x="0" y="0"/>
                  </a:moveTo>
                  <a:cubicBezTo>
                    <a:pt x="0" y="0"/>
                    <a:pt x="318" y="2640"/>
                    <a:pt x="769" y="6400"/>
                  </a:cubicBezTo>
                  <a:cubicBezTo>
                    <a:pt x="1705" y="14169"/>
                    <a:pt x="3208" y="26717"/>
                    <a:pt x="3626" y="30493"/>
                  </a:cubicBezTo>
                  <a:cubicBezTo>
                    <a:pt x="3626" y="35907"/>
                    <a:pt x="4578" y="59449"/>
                    <a:pt x="4578" y="59449"/>
                  </a:cubicBezTo>
                  <a:lnTo>
                    <a:pt x="14019" y="57244"/>
                  </a:lnTo>
                  <a:cubicBezTo>
                    <a:pt x="14019" y="57244"/>
                    <a:pt x="13969" y="35957"/>
                    <a:pt x="13818" y="29507"/>
                  </a:cubicBezTo>
                  <a:cubicBezTo>
                    <a:pt x="13718" y="25230"/>
                    <a:pt x="12766" y="13451"/>
                    <a:pt x="11680" y="6400"/>
                  </a:cubicBezTo>
                  <a:cubicBezTo>
                    <a:pt x="11128" y="2824"/>
                    <a:pt x="10727" y="334"/>
                    <a:pt x="10727" y="33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6" name="Google Shape;1376;p52"/>
            <p:cNvSpPr/>
            <p:nvPr/>
          </p:nvSpPr>
          <p:spPr>
            <a:xfrm>
              <a:off x="5350184" y="4743236"/>
              <a:ext cx="515204" cy="114611"/>
            </a:xfrm>
            <a:custGeom>
              <a:avLst/>
              <a:gdLst/>
              <a:ahLst/>
              <a:cxnLst/>
              <a:rect l="l" t="t" r="r" b="b"/>
              <a:pathLst>
                <a:path w="16075" h="3576" extrusionOk="0">
                  <a:moveTo>
                    <a:pt x="9324" y="0"/>
                  </a:moveTo>
                  <a:cubicBezTo>
                    <a:pt x="8622" y="685"/>
                    <a:pt x="7904" y="1521"/>
                    <a:pt x="7503" y="2373"/>
                  </a:cubicBezTo>
                  <a:cubicBezTo>
                    <a:pt x="3710" y="2022"/>
                    <a:pt x="1471" y="1036"/>
                    <a:pt x="1" y="585"/>
                  </a:cubicBezTo>
                  <a:lnTo>
                    <a:pt x="1" y="585"/>
                  </a:lnTo>
                  <a:lnTo>
                    <a:pt x="118" y="3576"/>
                  </a:lnTo>
                  <a:lnTo>
                    <a:pt x="16074" y="3576"/>
                  </a:lnTo>
                  <a:cubicBezTo>
                    <a:pt x="16074" y="3576"/>
                    <a:pt x="15155" y="1604"/>
                    <a:pt x="12565" y="1036"/>
                  </a:cubicBezTo>
                  <a:cubicBezTo>
                    <a:pt x="11446" y="802"/>
                    <a:pt x="10360" y="451"/>
                    <a:pt x="932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7" name="Google Shape;1377;p52"/>
            <p:cNvSpPr/>
            <p:nvPr/>
          </p:nvSpPr>
          <p:spPr>
            <a:xfrm>
              <a:off x="4886965" y="4644682"/>
              <a:ext cx="511454" cy="213165"/>
            </a:xfrm>
            <a:custGeom>
              <a:avLst/>
              <a:gdLst/>
              <a:ahLst/>
              <a:cxnLst/>
              <a:rect l="l" t="t" r="r" b="b"/>
              <a:pathLst>
                <a:path w="15958" h="6651" extrusionOk="0">
                  <a:moveTo>
                    <a:pt x="6784" y="1"/>
                  </a:moveTo>
                  <a:lnTo>
                    <a:pt x="335" y="502"/>
                  </a:lnTo>
                  <a:lnTo>
                    <a:pt x="168" y="3660"/>
                  </a:lnTo>
                  <a:lnTo>
                    <a:pt x="1" y="6651"/>
                  </a:lnTo>
                  <a:lnTo>
                    <a:pt x="15957" y="6651"/>
                  </a:lnTo>
                  <a:cubicBezTo>
                    <a:pt x="15957" y="6651"/>
                    <a:pt x="15222" y="4679"/>
                    <a:pt x="12682" y="4111"/>
                  </a:cubicBezTo>
                  <a:cubicBezTo>
                    <a:pt x="11596" y="3877"/>
                    <a:pt x="10544" y="3543"/>
                    <a:pt x="9541" y="3075"/>
                  </a:cubicBezTo>
                  <a:cubicBezTo>
                    <a:pt x="6567" y="1672"/>
                    <a:pt x="6784" y="1"/>
                    <a:pt x="6784"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8" name="Google Shape;1378;p52"/>
            <p:cNvSpPr/>
            <p:nvPr/>
          </p:nvSpPr>
          <p:spPr>
            <a:xfrm>
              <a:off x="4838762" y="2814339"/>
              <a:ext cx="415592" cy="1905373"/>
            </a:xfrm>
            <a:custGeom>
              <a:avLst/>
              <a:gdLst/>
              <a:ahLst/>
              <a:cxnLst/>
              <a:rect l="l" t="t" r="r" b="b"/>
              <a:pathLst>
                <a:path w="12967" h="59450" extrusionOk="0">
                  <a:moveTo>
                    <a:pt x="803" y="0"/>
                  </a:moveTo>
                  <a:cubicBezTo>
                    <a:pt x="803" y="0"/>
                    <a:pt x="886" y="2640"/>
                    <a:pt x="987" y="6400"/>
                  </a:cubicBezTo>
                  <a:cubicBezTo>
                    <a:pt x="1221" y="14169"/>
                    <a:pt x="1588" y="26717"/>
                    <a:pt x="1672" y="30493"/>
                  </a:cubicBezTo>
                  <a:cubicBezTo>
                    <a:pt x="1187" y="35907"/>
                    <a:pt x="1" y="59449"/>
                    <a:pt x="1" y="59449"/>
                  </a:cubicBezTo>
                  <a:lnTo>
                    <a:pt x="9658" y="57244"/>
                  </a:lnTo>
                  <a:cubicBezTo>
                    <a:pt x="9658" y="57244"/>
                    <a:pt x="12265" y="35406"/>
                    <a:pt x="12683" y="28956"/>
                  </a:cubicBezTo>
                  <a:cubicBezTo>
                    <a:pt x="12967" y="24679"/>
                    <a:pt x="12332" y="13451"/>
                    <a:pt x="11897" y="6400"/>
                  </a:cubicBezTo>
                  <a:cubicBezTo>
                    <a:pt x="11664" y="2824"/>
                    <a:pt x="11480" y="334"/>
                    <a:pt x="11480" y="334"/>
                  </a:cubicBezTo>
                  <a:lnTo>
                    <a:pt x="803"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79" name="Google Shape;1379;p52"/>
            <p:cNvSpPr/>
            <p:nvPr/>
          </p:nvSpPr>
          <p:spPr>
            <a:xfrm>
              <a:off x="4866101" y="2814339"/>
              <a:ext cx="382357" cy="205120"/>
            </a:xfrm>
            <a:custGeom>
              <a:avLst/>
              <a:gdLst/>
              <a:ahLst/>
              <a:cxnLst/>
              <a:rect l="l" t="t" r="r" b="b"/>
              <a:pathLst>
                <a:path w="11930" h="6400" extrusionOk="0">
                  <a:moveTo>
                    <a:pt x="0" y="0"/>
                  </a:moveTo>
                  <a:cubicBezTo>
                    <a:pt x="0" y="0"/>
                    <a:pt x="84" y="2640"/>
                    <a:pt x="217" y="6400"/>
                  </a:cubicBezTo>
                  <a:lnTo>
                    <a:pt x="11930" y="6400"/>
                  </a:lnTo>
                  <a:cubicBezTo>
                    <a:pt x="11696" y="2824"/>
                    <a:pt x="11496" y="334"/>
                    <a:pt x="11496" y="33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0" name="Google Shape;1380;p52"/>
            <p:cNvSpPr/>
            <p:nvPr/>
          </p:nvSpPr>
          <p:spPr>
            <a:xfrm>
              <a:off x="4886965" y="4743236"/>
              <a:ext cx="511454" cy="114611"/>
            </a:xfrm>
            <a:custGeom>
              <a:avLst/>
              <a:gdLst/>
              <a:ahLst/>
              <a:cxnLst/>
              <a:rect l="l" t="t" r="r" b="b"/>
              <a:pathLst>
                <a:path w="15958" h="3576" extrusionOk="0">
                  <a:moveTo>
                    <a:pt x="9541" y="0"/>
                  </a:moveTo>
                  <a:cubicBezTo>
                    <a:pt x="8773" y="685"/>
                    <a:pt x="7971" y="1521"/>
                    <a:pt x="7503" y="2373"/>
                  </a:cubicBezTo>
                  <a:cubicBezTo>
                    <a:pt x="3743" y="2022"/>
                    <a:pt x="1588" y="1036"/>
                    <a:pt x="168" y="585"/>
                  </a:cubicBezTo>
                  <a:lnTo>
                    <a:pt x="1" y="3576"/>
                  </a:lnTo>
                  <a:lnTo>
                    <a:pt x="15957" y="3576"/>
                  </a:lnTo>
                  <a:cubicBezTo>
                    <a:pt x="15957" y="3576"/>
                    <a:pt x="15222" y="1604"/>
                    <a:pt x="12682" y="1036"/>
                  </a:cubicBezTo>
                  <a:cubicBezTo>
                    <a:pt x="11596" y="802"/>
                    <a:pt x="10544" y="468"/>
                    <a:pt x="954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1" name="Google Shape;1381;p52"/>
            <p:cNvSpPr/>
            <p:nvPr/>
          </p:nvSpPr>
          <p:spPr>
            <a:xfrm>
              <a:off x="5704689" y="1612111"/>
              <a:ext cx="115188" cy="133905"/>
            </a:xfrm>
            <a:custGeom>
              <a:avLst/>
              <a:gdLst/>
              <a:ahLst/>
              <a:cxnLst/>
              <a:rect l="l" t="t" r="r" b="b"/>
              <a:pathLst>
                <a:path w="3594" h="4178" extrusionOk="0">
                  <a:moveTo>
                    <a:pt x="836" y="1"/>
                  </a:moveTo>
                  <a:lnTo>
                    <a:pt x="1" y="3810"/>
                  </a:lnTo>
                  <a:lnTo>
                    <a:pt x="3593" y="4178"/>
                  </a:lnTo>
                  <a:lnTo>
                    <a:pt x="3326" y="602"/>
                  </a:lnTo>
                  <a:lnTo>
                    <a:pt x="836" y="1"/>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2" name="Google Shape;1382;p52"/>
            <p:cNvSpPr/>
            <p:nvPr/>
          </p:nvSpPr>
          <p:spPr>
            <a:xfrm>
              <a:off x="5179357" y="1675314"/>
              <a:ext cx="685485" cy="626449"/>
            </a:xfrm>
            <a:custGeom>
              <a:avLst/>
              <a:gdLst/>
              <a:ahLst/>
              <a:cxnLst/>
              <a:rect l="l" t="t" r="r" b="b"/>
              <a:pathLst>
                <a:path w="21388" h="19546" extrusionOk="0">
                  <a:moveTo>
                    <a:pt x="21204" y="0"/>
                  </a:moveTo>
                  <a:lnTo>
                    <a:pt x="15055" y="17"/>
                  </a:lnTo>
                  <a:cubicBezTo>
                    <a:pt x="15055" y="17"/>
                    <a:pt x="14236" y="4996"/>
                    <a:pt x="13635" y="9541"/>
                  </a:cubicBezTo>
                  <a:cubicBezTo>
                    <a:pt x="11663" y="8171"/>
                    <a:pt x="9675" y="6968"/>
                    <a:pt x="8422" y="6199"/>
                  </a:cubicBezTo>
                  <a:cubicBezTo>
                    <a:pt x="7223" y="5454"/>
                    <a:pt x="6057" y="5121"/>
                    <a:pt x="5007" y="5121"/>
                  </a:cubicBezTo>
                  <a:cubicBezTo>
                    <a:pt x="3348" y="5121"/>
                    <a:pt x="1977" y="5951"/>
                    <a:pt x="1220" y="7302"/>
                  </a:cubicBezTo>
                  <a:cubicBezTo>
                    <a:pt x="1" y="9491"/>
                    <a:pt x="4579" y="13334"/>
                    <a:pt x="6417" y="14436"/>
                  </a:cubicBezTo>
                  <a:cubicBezTo>
                    <a:pt x="8505" y="15690"/>
                    <a:pt x="10577" y="16976"/>
                    <a:pt x="12783" y="17995"/>
                  </a:cubicBezTo>
                  <a:cubicBezTo>
                    <a:pt x="13981" y="18562"/>
                    <a:pt x="15258" y="19546"/>
                    <a:pt x="16561" y="19546"/>
                  </a:cubicBezTo>
                  <a:cubicBezTo>
                    <a:pt x="16948" y="19546"/>
                    <a:pt x="17338" y="19459"/>
                    <a:pt x="17728" y="19248"/>
                  </a:cubicBezTo>
                  <a:cubicBezTo>
                    <a:pt x="20435" y="17795"/>
                    <a:pt x="21154" y="12348"/>
                    <a:pt x="21254" y="9791"/>
                  </a:cubicBezTo>
                  <a:cubicBezTo>
                    <a:pt x="21388" y="6533"/>
                    <a:pt x="21354" y="3258"/>
                    <a:pt x="2120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3" name="Google Shape;1383;p52"/>
            <p:cNvSpPr/>
            <p:nvPr/>
          </p:nvSpPr>
          <p:spPr>
            <a:xfrm>
              <a:off x="4778252" y="1823641"/>
              <a:ext cx="829005" cy="1100501"/>
            </a:xfrm>
            <a:custGeom>
              <a:avLst/>
              <a:gdLst/>
              <a:ahLst/>
              <a:cxnLst/>
              <a:rect l="l" t="t" r="r" b="b"/>
              <a:pathLst>
                <a:path w="25866" h="34337" extrusionOk="0">
                  <a:moveTo>
                    <a:pt x="8739" y="0"/>
                  </a:moveTo>
                  <a:cubicBezTo>
                    <a:pt x="8422" y="84"/>
                    <a:pt x="8088" y="151"/>
                    <a:pt x="7754" y="201"/>
                  </a:cubicBezTo>
                  <a:cubicBezTo>
                    <a:pt x="5364" y="602"/>
                    <a:pt x="2674" y="686"/>
                    <a:pt x="1237" y="3125"/>
                  </a:cubicBezTo>
                  <a:cubicBezTo>
                    <a:pt x="1" y="5214"/>
                    <a:pt x="1070" y="11262"/>
                    <a:pt x="2140" y="16392"/>
                  </a:cubicBezTo>
                  <a:cubicBezTo>
                    <a:pt x="2741" y="19265"/>
                    <a:pt x="2758" y="22223"/>
                    <a:pt x="2173" y="25097"/>
                  </a:cubicBezTo>
                  <a:cubicBezTo>
                    <a:pt x="1371" y="29090"/>
                    <a:pt x="569" y="34336"/>
                    <a:pt x="569" y="34336"/>
                  </a:cubicBezTo>
                  <a:lnTo>
                    <a:pt x="25866" y="34336"/>
                  </a:lnTo>
                  <a:cubicBezTo>
                    <a:pt x="24730" y="29123"/>
                    <a:pt x="21221" y="18848"/>
                    <a:pt x="21187" y="18764"/>
                  </a:cubicBezTo>
                  <a:cubicBezTo>
                    <a:pt x="21187" y="18764"/>
                    <a:pt x="21889" y="2674"/>
                    <a:pt x="20937" y="1571"/>
                  </a:cubicBezTo>
                  <a:cubicBezTo>
                    <a:pt x="20369" y="886"/>
                    <a:pt x="19015" y="502"/>
                    <a:pt x="18046" y="318"/>
                  </a:cubicBezTo>
                  <a:cubicBezTo>
                    <a:pt x="17428" y="184"/>
                    <a:pt x="16960" y="134"/>
                    <a:pt x="16960" y="134"/>
                  </a:cubicBezTo>
                  <a:cubicBezTo>
                    <a:pt x="16793" y="134"/>
                    <a:pt x="11379" y="0"/>
                    <a:pt x="8739"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4" name="Google Shape;1384;p52"/>
            <p:cNvSpPr/>
            <p:nvPr/>
          </p:nvSpPr>
          <p:spPr>
            <a:xfrm>
              <a:off x="4946418" y="2631718"/>
              <a:ext cx="158007" cy="181339"/>
            </a:xfrm>
            <a:custGeom>
              <a:avLst/>
              <a:gdLst/>
              <a:ahLst/>
              <a:cxnLst/>
              <a:rect l="l" t="t" r="r" b="b"/>
              <a:pathLst>
                <a:path w="4930" h="5658" extrusionOk="0">
                  <a:moveTo>
                    <a:pt x="4929" y="1"/>
                  </a:moveTo>
                  <a:lnTo>
                    <a:pt x="117" y="118"/>
                  </a:lnTo>
                  <a:cubicBezTo>
                    <a:pt x="101" y="201"/>
                    <a:pt x="0" y="3610"/>
                    <a:pt x="167" y="4445"/>
                  </a:cubicBezTo>
                  <a:cubicBezTo>
                    <a:pt x="288" y="5046"/>
                    <a:pt x="1229" y="5657"/>
                    <a:pt x="2387" y="5657"/>
                  </a:cubicBezTo>
                  <a:cubicBezTo>
                    <a:pt x="2678" y="5657"/>
                    <a:pt x="2983" y="5618"/>
                    <a:pt x="3292" y="5531"/>
                  </a:cubicBezTo>
                  <a:cubicBezTo>
                    <a:pt x="4812" y="5097"/>
                    <a:pt x="4929" y="3944"/>
                    <a:pt x="4929" y="3944"/>
                  </a:cubicBezTo>
                  <a:lnTo>
                    <a:pt x="4929"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5" name="Google Shape;1385;p52"/>
            <p:cNvSpPr/>
            <p:nvPr/>
          </p:nvSpPr>
          <p:spPr>
            <a:xfrm>
              <a:off x="5312172" y="2631718"/>
              <a:ext cx="158007" cy="181339"/>
            </a:xfrm>
            <a:custGeom>
              <a:avLst/>
              <a:gdLst/>
              <a:ahLst/>
              <a:cxnLst/>
              <a:rect l="l" t="t" r="r" b="b"/>
              <a:pathLst>
                <a:path w="4930" h="5658" extrusionOk="0">
                  <a:moveTo>
                    <a:pt x="4929" y="1"/>
                  </a:moveTo>
                  <a:lnTo>
                    <a:pt x="101" y="118"/>
                  </a:lnTo>
                  <a:cubicBezTo>
                    <a:pt x="84" y="201"/>
                    <a:pt x="0" y="3610"/>
                    <a:pt x="167" y="4445"/>
                  </a:cubicBezTo>
                  <a:cubicBezTo>
                    <a:pt x="288" y="5046"/>
                    <a:pt x="1229" y="5657"/>
                    <a:pt x="2378" y="5657"/>
                  </a:cubicBezTo>
                  <a:cubicBezTo>
                    <a:pt x="2667" y="5657"/>
                    <a:pt x="2969" y="5618"/>
                    <a:pt x="3275" y="5531"/>
                  </a:cubicBezTo>
                  <a:cubicBezTo>
                    <a:pt x="4812" y="5097"/>
                    <a:pt x="4929" y="3944"/>
                    <a:pt x="4929" y="3944"/>
                  </a:cubicBezTo>
                  <a:lnTo>
                    <a:pt x="4929"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6" name="Google Shape;1386;p52"/>
            <p:cNvSpPr/>
            <p:nvPr/>
          </p:nvSpPr>
          <p:spPr>
            <a:xfrm>
              <a:off x="5026735" y="1823641"/>
              <a:ext cx="329923" cy="234574"/>
            </a:xfrm>
            <a:custGeom>
              <a:avLst/>
              <a:gdLst/>
              <a:ahLst/>
              <a:cxnLst/>
              <a:rect l="l" t="t" r="r" b="b"/>
              <a:pathLst>
                <a:path w="10294" h="7319" extrusionOk="0">
                  <a:moveTo>
                    <a:pt x="986" y="0"/>
                  </a:moveTo>
                  <a:cubicBezTo>
                    <a:pt x="669" y="84"/>
                    <a:pt x="335" y="151"/>
                    <a:pt x="1" y="201"/>
                  </a:cubicBezTo>
                  <a:cubicBezTo>
                    <a:pt x="1387" y="3041"/>
                    <a:pt x="5080" y="7085"/>
                    <a:pt x="7152" y="7319"/>
                  </a:cubicBezTo>
                  <a:cubicBezTo>
                    <a:pt x="8438" y="6767"/>
                    <a:pt x="9708" y="2473"/>
                    <a:pt x="10293" y="301"/>
                  </a:cubicBezTo>
                  <a:cubicBezTo>
                    <a:pt x="9675" y="184"/>
                    <a:pt x="9207" y="134"/>
                    <a:pt x="9207" y="134"/>
                  </a:cubicBezTo>
                  <a:cubicBezTo>
                    <a:pt x="9040" y="134"/>
                    <a:pt x="3626" y="0"/>
                    <a:pt x="98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7" name="Google Shape;1387;p52"/>
            <p:cNvSpPr/>
            <p:nvPr/>
          </p:nvSpPr>
          <p:spPr>
            <a:xfrm>
              <a:off x="4483199" y="2977121"/>
              <a:ext cx="175538" cy="319122"/>
            </a:xfrm>
            <a:custGeom>
              <a:avLst/>
              <a:gdLst/>
              <a:ahLst/>
              <a:cxnLst/>
              <a:rect l="l" t="t" r="r" b="b"/>
              <a:pathLst>
                <a:path w="5477" h="9957" extrusionOk="0">
                  <a:moveTo>
                    <a:pt x="752" y="1"/>
                  </a:moveTo>
                  <a:lnTo>
                    <a:pt x="468" y="4679"/>
                  </a:lnTo>
                  <a:cubicBezTo>
                    <a:pt x="0" y="5899"/>
                    <a:pt x="518" y="9007"/>
                    <a:pt x="736" y="9207"/>
                  </a:cubicBezTo>
                  <a:cubicBezTo>
                    <a:pt x="757" y="9225"/>
                    <a:pt x="776" y="9234"/>
                    <a:pt x="794" y="9234"/>
                  </a:cubicBezTo>
                  <a:cubicBezTo>
                    <a:pt x="1139" y="9234"/>
                    <a:pt x="903" y="6081"/>
                    <a:pt x="1112" y="6081"/>
                  </a:cubicBezTo>
                  <a:cubicBezTo>
                    <a:pt x="1115" y="6081"/>
                    <a:pt x="1117" y="6082"/>
                    <a:pt x="1120" y="6083"/>
                  </a:cubicBezTo>
                  <a:cubicBezTo>
                    <a:pt x="1335" y="6149"/>
                    <a:pt x="1042" y="9642"/>
                    <a:pt x="1491" y="9642"/>
                  </a:cubicBezTo>
                  <a:cubicBezTo>
                    <a:pt x="1496" y="9642"/>
                    <a:pt x="1500" y="9642"/>
                    <a:pt x="1504" y="9641"/>
                  </a:cubicBezTo>
                  <a:cubicBezTo>
                    <a:pt x="1966" y="9575"/>
                    <a:pt x="1858" y="6231"/>
                    <a:pt x="2048" y="6231"/>
                  </a:cubicBezTo>
                  <a:cubicBezTo>
                    <a:pt x="2051" y="6231"/>
                    <a:pt x="2053" y="6232"/>
                    <a:pt x="2056" y="6233"/>
                  </a:cubicBezTo>
                  <a:cubicBezTo>
                    <a:pt x="2256" y="6316"/>
                    <a:pt x="2022" y="9040"/>
                    <a:pt x="2106" y="9458"/>
                  </a:cubicBezTo>
                  <a:cubicBezTo>
                    <a:pt x="2173" y="9737"/>
                    <a:pt x="2262" y="9956"/>
                    <a:pt x="2399" y="9956"/>
                  </a:cubicBezTo>
                  <a:cubicBezTo>
                    <a:pt x="2467" y="9956"/>
                    <a:pt x="2546" y="9902"/>
                    <a:pt x="2640" y="9775"/>
                  </a:cubicBezTo>
                  <a:cubicBezTo>
                    <a:pt x="2924" y="9374"/>
                    <a:pt x="2791" y="6400"/>
                    <a:pt x="3025" y="6350"/>
                  </a:cubicBezTo>
                  <a:cubicBezTo>
                    <a:pt x="3026" y="6350"/>
                    <a:pt x="3028" y="6349"/>
                    <a:pt x="3029" y="6349"/>
                  </a:cubicBezTo>
                  <a:cubicBezTo>
                    <a:pt x="3227" y="6349"/>
                    <a:pt x="2815" y="9526"/>
                    <a:pt x="3292" y="9526"/>
                  </a:cubicBezTo>
                  <a:cubicBezTo>
                    <a:pt x="3313" y="9526"/>
                    <a:pt x="3335" y="9520"/>
                    <a:pt x="3359" y="9508"/>
                  </a:cubicBezTo>
                  <a:cubicBezTo>
                    <a:pt x="3827" y="9274"/>
                    <a:pt x="4127" y="5147"/>
                    <a:pt x="4127" y="5147"/>
                  </a:cubicBezTo>
                  <a:lnTo>
                    <a:pt x="4445" y="5915"/>
                  </a:lnTo>
                  <a:cubicBezTo>
                    <a:pt x="4445" y="5915"/>
                    <a:pt x="4445" y="7603"/>
                    <a:pt x="4846" y="7753"/>
                  </a:cubicBezTo>
                  <a:cubicBezTo>
                    <a:pt x="4864" y="7761"/>
                    <a:pt x="4882" y="7765"/>
                    <a:pt x="4900" y="7765"/>
                  </a:cubicBezTo>
                  <a:cubicBezTo>
                    <a:pt x="5268" y="7765"/>
                    <a:pt x="5477" y="6179"/>
                    <a:pt x="5397" y="5765"/>
                  </a:cubicBezTo>
                  <a:cubicBezTo>
                    <a:pt x="5297" y="5331"/>
                    <a:pt x="5063" y="4044"/>
                    <a:pt x="4061" y="3392"/>
                  </a:cubicBezTo>
                  <a:lnTo>
                    <a:pt x="4729" y="1"/>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8" name="Google Shape;1388;p52"/>
            <p:cNvSpPr/>
            <p:nvPr/>
          </p:nvSpPr>
          <p:spPr>
            <a:xfrm>
              <a:off x="4454803" y="1875819"/>
              <a:ext cx="564465" cy="1160787"/>
            </a:xfrm>
            <a:custGeom>
              <a:avLst/>
              <a:gdLst/>
              <a:ahLst/>
              <a:cxnLst/>
              <a:rect l="l" t="t" r="r" b="b"/>
              <a:pathLst>
                <a:path w="17612" h="36218" extrusionOk="0">
                  <a:moveTo>
                    <a:pt x="13359" y="1"/>
                  </a:moveTo>
                  <a:cubicBezTo>
                    <a:pt x="10084" y="1"/>
                    <a:pt x="1970" y="14142"/>
                    <a:pt x="1003" y="18122"/>
                  </a:cubicBezTo>
                  <a:cubicBezTo>
                    <a:pt x="1" y="22249"/>
                    <a:pt x="1" y="36217"/>
                    <a:pt x="1" y="36217"/>
                  </a:cubicBezTo>
                  <a:lnTo>
                    <a:pt x="7052" y="36217"/>
                  </a:lnTo>
                  <a:lnTo>
                    <a:pt x="9775" y="19659"/>
                  </a:lnTo>
                  <a:cubicBezTo>
                    <a:pt x="9775" y="19659"/>
                    <a:pt x="15607" y="10319"/>
                    <a:pt x="16609" y="6760"/>
                  </a:cubicBezTo>
                  <a:cubicBezTo>
                    <a:pt x="17612" y="3185"/>
                    <a:pt x="16342" y="1046"/>
                    <a:pt x="13702" y="60"/>
                  </a:cubicBezTo>
                  <a:cubicBezTo>
                    <a:pt x="13595" y="20"/>
                    <a:pt x="13480" y="1"/>
                    <a:pt x="1335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89" name="Google Shape;1389;p52"/>
            <p:cNvSpPr/>
            <p:nvPr/>
          </p:nvSpPr>
          <p:spPr>
            <a:xfrm>
              <a:off x="5689177" y="1380069"/>
              <a:ext cx="152109" cy="272233"/>
            </a:xfrm>
            <a:custGeom>
              <a:avLst/>
              <a:gdLst/>
              <a:ahLst/>
              <a:cxnLst/>
              <a:rect l="l" t="t" r="r" b="b"/>
              <a:pathLst>
                <a:path w="4746" h="8494" extrusionOk="0">
                  <a:moveTo>
                    <a:pt x="2008" y="1"/>
                  </a:moveTo>
                  <a:cubicBezTo>
                    <a:pt x="1870" y="1"/>
                    <a:pt x="1738" y="94"/>
                    <a:pt x="1704" y="240"/>
                  </a:cubicBezTo>
                  <a:cubicBezTo>
                    <a:pt x="1337" y="1643"/>
                    <a:pt x="234" y="5353"/>
                    <a:pt x="334" y="5386"/>
                  </a:cubicBezTo>
                  <a:cubicBezTo>
                    <a:pt x="334" y="5386"/>
                    <a:pt x="0" y="6138"/>
                    <a:pt x="1103" y="7491"/>
                  </a:cubicBezTo>
                  <a:cubicBezTo>
                    <a:pt x="1489" y="7957"/>
                    <a:pt x="2255" y="8493"/>
                    <a:pt x="3016" y="8493"/>
                  </a:cubicBezTo>
                  <a:cubicBezTo>
                    <a:pt x="3373" y="8493"/>
                    <a:pt x="3729" y="8375"/>
                    <a:pt x="4044" y="8076"/>
                  </a:cubicBezTo>
                  <a:cubicBezTo>
                    <a:pt x="4745" y="7424"/>
                    <a:pt x="4562" y="5837"/>
                    <a:pt x="4127" y="4851"/>
                  </a:cubicBezTo>
                  <a:cubicBezTo>
                    <a:pt x="3960" y="4434"/>
                    <a:pt x="3175" y="3849"/>
                    <a:pt x="2757" y="3665"/>
                  </a:cubicBezTo>
                  <a:cubicBezTo>
                    <a:pt x="2735" y="3654"/>
                    <a:pt x="2703" y="3650"/>
                    <a:pt x="2664" y="3650"/>
                  </a:cubicBezTo>
                  <a:cubicBezTo>
                    <a:pt x="2570" y="3650"/>
                    <a:pt x="2440" y="3672"/>
                    <a:pt x="2332" y="3672"/>
                  </a:cubicBezTo>
                  <a:cubicBezTo>
                    <a:pt x="2275" y="3672"/>
                    <a:pt x="2225" y="3666"/>
                    <a:pt x="2189" y="3648"/>
                  </a:cubicBezTo>
                  <a:cubicBezTo>
                    <a:pt x="2222" y="3314"/>
                    <a:pt x="2423" y="1944"/>
                    <a:pt x="2523" y="1276"/>
                  </a:cubicBezTo>
                  <a:cubicBezTo>
                    <a:pt x="2590" y="858"/>
                    <a:pt x="2540" y="340"/>
                    <a:pt x="2206" y="73"/>
                  </a:cubicBezTo>
                  <a:cubicBezTo>
                    <a:pt x="2145" y="23"/>
                    <a:pt x="2076" y="1"/>
                    <a:pt x="2008"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0" name="Google Shape;1390;p52"/>
            <p:cNvSpPr/>
            <p:nvPr/>
          </p:nvSpPr>
          <p:spPr>
            <a:xfrm>
              <a:off x="5765199" y="1605156"/>
              <a:ext cx="39678" cy="59998"/>
            </a:xfrm>
            <a:custGeom>
              <a:avLst/>
              <a:gdLst/>
              <a:ahLst/>
              <a:cxnLst/>
              <a:rect l="l" t="t" r="r" b="b"/>
              <a:pathLst>
                <a:path w="1238" h="1872" extrusionOk="0">
                  <a:moveTo>
                    <a:pt x="251" y="0"/>
                  </a:moveTo>
                  <a:lnTo>
                    <a:pt x="1" y="1855"/>
                  </a:lnTo>
                  <a:lnTo>
                    <a:pt x="1237" y="1872"/>
                  </a:lnTo>
                  <a:lnTo>
                    <a:pt x="1204" y="101"/>
                  </a:lnTo>
                  <a:lnTo>
                    <a:pt x="251"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1" name="Google Shape;1391;p52"/>
            <p:cNvSpPr/>
            <p:nvPr/>
          </p:nvSpPr>
          <p:spPr>
            <a:xfrm>
              <a:off x="5730393" y="1510417"/>
              <a:ext cx="129867" cy="119643"/>
            </a:xfrm>
            <a:custGeom>
              <a:avLst/>
              <a:gdLst/>
              <a:ahLst/>
              <a:cxnLst/>
              <a:rect l="l" t="t" r="r" b="b"/>
              <a:pathLst>
                <a:path w="4052" h="3733" extrusionOk="0">
                  <a:moveTo>
                    <a:pt x="2072" y="0"/>
                  </a:moveTo>
                  <a:cubicBezTo>
                    <a:pt x="1564" y="0"/>
                    <a:pt x="1050" y="208"/>
                    <a:pt x="669" y="667"/>
                  </a:cubicBezTo>
                  <a:cubicBezTo>
                    <a:pt x="1" y="1453"/>
                    <a:pt x="101" y="2622"/>
                    <a:pt x="886" y="3291"/>
                  </a:cubicBezTo>
                  <a:cubicBezTo>
                    <a:pt x="1250" y="3597"/>
                    <a:pt x="1668" y="3733"/>
                    <a:pt x="2076" y="3733"/>
                  </a:cubicBezTo>
                  <a:cubicBezTo>
                    <a:pt x="3094" y="3733"/>
                    <a:pt x="4051" y="2884"/>
                    <a:pt x="3944" y="1703"/>
                  </a:cubicBezTo>
                  <a:cubicBezTo>
                    <a:pt x="3848" y="647"/>
                    <a:pt x="2969" y="0"/>
                    <a:pt x="207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2" name="Google Shape;1392;p52"/>
            <p:cNvSpPr/>
            <p:nvPr/>
          </p:nvSpPr>
          <p:spPr>
            <a:xfrm>
              <a:off x="5765744" y="1539871"/>
              <a:ext cx="69645" cy="62850"/>
            </a:xfrm>
            <a:custGeom>
              <a:avLst/>
              <a:gdLst/>
              <a:ahLst/>
              <a:cxnLst/>
              <a:rect l="l" t="t" r="r" b="b"/>
              <a:pathLst>
                <a:path w="2173" h="1961" extrusionOk="0">
                  <a:moveTo>
                    <a:pt x="1100" y="1"/>
                  </a:moveTo>
                  <a:cubicBezTo>
                    <a:pt x="911" y="1"/>
                    <a:pt x="716" y="57"/>
                    <a:pt x="535" y="183"/>
                  </a:cubicBezTo>
                  <a:cubicBezTo>
                    <a:pt x="101" y="500"/>
                    <a:pt x="0" y="1102"/>
                    <a:pt x="301" y="1553"/>
                  </a:cubicBezTo>
                  <a:cubicBezTo>
                    <a:pt x="500" y="1832"/>
                    <a:pt x="797" y="1960"/>
                    <a:pt x="1092" y="1960"/>
                  </a:cubicBezTo>
                  <a:cubicBezTo>
                    <a:pt x="1539" y="1960"/>
                    <a:pt x="1982" y="1665"/>
                    <a:pt x="2072" y="1152"/>
                  </a:cubicBezTo>
                  <a:cubicBezTo>
                    <a:pt x="2172" y="501"/>
                    <a:pt x="1664" y="1"/>
                    <a:pt x="1100"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3" name="Google Shape;1393;p52"/>
            <p:cNvSpPr/>
            <p:nvPr/>
          </p:nvSpPr>
          <p:spPr>
            <a:xfrm>
              <a:off x="5678985" y="1527499"/>
              <a:ext cx="112880" cy="102624"/>
            </a:xfrm>
            <a:custGeom>
              <a:avLst/>
              <a:gdLst/>
              <a:ahLst/>
              <a:cxnLst/>
              <a:rect l="l" t="t" r="r" b="b"/>
              <a:pathLst>
                <a:path w="3522" h="3202" extrusionOk="0">
                  <a:moveTo>
                    <a:pt x="786" y="1"/>
                  </a:moveTo>
                  <a:lnTo>
                    <a:pt x="786" y="1"/>
                  </a:lnTo>
                  <a:cubicBezTo>
                    <a:pt x="1" y="2156"/>
                    <a:pt x="736" y="3008"/>
                    <a:pt x="1354" y="3192"/>
                  </a:cubicBezTo>
                  <a:cubicBezTo>
                    <a:pt x="1378" y="3199"/>
                    <a:pt x="1403" y="3202"/>
                    <a:pt x="1431" y="3202"/>
                  </a:cubicBezTo>
                  <a:cubicBezTo>
                    <a:pt x="1947" y="3202"/>
                    <a:pt x="3104" y="2057"/>
                    <a:pt x="3326" y="1772"/>
                  </a:cubicBezTo>
                  <a:cubicBezTo>
                    <a:pt x="3521" y="1520"/>
                    <a:pt x="3425" y="1351"/>
                    <a:pt x="3134" y="1351"/>
                  </a:cubicBezTo>
                  <a:cubicBezTo>
                    <a:pt x="3077" y="1351"/>
                    <a:pt x="3013" y="1357"/>
                    <a:pt x="2941" y="1371"/>
                  </a:cubicBezTo>
                  <a:cubicBezTo>
                    <a:pt x="2507" y="1454"/>
                    <a:pt x="1788" y="1989"/>
                    <a:pt x="1788" y="1989"/>
                  </a:cubicBezTo>
                  <a:cubicBezTo>
                    <a:pt x="1788" y="1989"/>
                    <a:pt x="1454" y="1237"/>
                    <a:pt x="786"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4" name="Google Shape;1394;p52"/>
            <p:cNvSpPr/>
            <p:nvPr/>
          </p:nvSpPr>
          <p:spPr>
            <a:xfrm>
              <a:off x="5748085" y="1462053"/>
              <a:ext cx="123713" cy="91919"/>
            </a:xfrm>
            <a:custGeom>
              <a:avLst/>
              <a:gdLst/>
              <a:ahLst/>
              <a:cxnLst/>
              <a:rect l="l" t="t" r="r" b="b"/>
              <a:pathLst>
                <a:path w="3860" h="2868" extrusionOk="0">
                  <a:moveTo>
                    <a:pt x="1604" y="0"/>
                  </a:moveTo>
                  <a:cubicBezTo>
                    <a:pt x="1316" y="0"/>
                    <a:pt x="1134" y="402"/>
                    <a:pt x="1086" y="639"/>
                  </a:cubicBezTo>
                  <a:cubicBezTo>
                    <a:pt x="1028" y="628"/>
                    <a:pt x="970" y="623"/>
                    <a:pt x="912" y="623"/>
                  </a:cubicBezTo>
                  <a:cubicBezTo>
                    <a:pt x="706" y="623"/>
                    <a:pt x="508" y="692"/>
                    <a:pt x="351" y="823"/>
                  </a:cubicBezTo>
                  <a:cubicBezTo>
                    <a:pt x="0" y="1241"/>
                    <a:pt x="434" y="1592"/>
                    <a:pt x="434" y="1592"/>
                  </a:cubicBezTo>
                  <a:cubicBezTo>
                    <a:pt x="434" y="1592"/>
                    <a:pt x="836" y="1725"/>
                    <a:pt x="1019" y="1775"/>
                  </a:cubicBezTo>
                  <a:cubicBezTo>
                    <a:pt x="1203" y="1842"/>
                    <a:pt x="2022" y="2477"/>
                    <a:pt x="2122" y="2477"/>
                  </a:cubicBezTo>
                  <a:cubicBezTo>
                    <a:pt x="2144" y="2481"/>
                    <a:pt x="2167" y="2482"/>
                    <a:pt x="2189" y="2482"/>
                  </a:cubicBezTo>
                  <a:cubicBezTo>
                    <a:pt x="2379" y="2482"/>
                    <a:pt x="2543" y="2356"/>
                    <a:pt x="2573" y="2176"/>
                  </a:cubicBezTo>
                  <a:cubicBezTo>
                    <a:pt x="2577" y="2177"/>
                    <a:pt x="2582" y="2178"/>
                    <a:pt x="2587" y="2178"/>
                  </a:cubicBezTo>
                  <a:cubicBezTo>
                    <a:pt x="2669" y="2178"/>
                    <a:pt x="2891" y="2059"/>
                    <a:pt x="2891" y="2059"/>
                  </a:cubicBezTo>
                  <a:cubicBezTo>
                    <a:pt x="2891" y="2059"/>
                    <a:pt x="2924" y="2611"/>
                    <a:pt x="3041" y="2728"/>
                  </a:cubicBezTo>
                  <a:cubicBezTo>
                    <a:pt x="3115" y="2793"/>
                    <a:pt x="3189" y="2868"/>
                    <a:pt x="3289" y="2868"/>
                  </a:cubicBezTo>
                  <a:cubicBezTo>
                    <a:pt x="3369" y="2868"/>
                    <a:pt x="3466" y="2819"/>
                    <a:pt x="3592" y="2678"/>
                  </a:cubicBezTo>
                  <a:cubicBezTo>
                    <a:pt x="3860" y="2360"/>
                    <a:pt x="3726" y="1408"/>
                    <a:pt x="3509" y="1090"/>
                  </a:cubicBezTo>
                  <a:cubicBezTo>
                    <a:pt x="3292" y="790"/>
                    <a:pt x="3225" y="706"/>
                    <a:pt x="2673" y="706"/>
                  </a:cubicBezTo>
                  <a:cubicBezTo>
                    <a:pt x="2289" y="255"/>
                    <a:pt x="1955" y="54"/>
                    <a:pt x="1654" y="4"/>
                  </a:cubicBezTo>
                  <a:cubicBezTo>
                    <a:pt x="1637" y="2"/>
                    <a:pt x="1620" y="0"/>
                    <a:pt x="1604"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5" name="Google Shape;1395;p52"/>
            <p:cNvSpPr/>
            <p:nvPr/>
          </p:nvSpPr>
          <p:spPr>
            <a:xfrm>
              <a:off x="5028883" y="1763131"/>
              <a:ext cx="341685" cy="335051"/>
            </a:xfrm>
            <a:custGeom>
              <a:avLst/>
              <a:gdLst/>
              <a:ahLst/>
              <a:cxnLst/>
              <a:rect l="l" t="t" r="r" b="b"/>
              <a:pathLst>
                <a:path w="10661" h="10454" extrusionOk="0">
                  <a:moveTo>
                    <a:pt x="2189" y="0"/>
                  </a:moveTo>
                  <a:cubicBezTo>
                    <a:pt x="1955" y="0"/>
                    <a:pt x="1721" y="51"/>
                    <a:pt x="1504" y="134"/>
                  </a:cubicBezTo>
                  <a:cubicBezTo>
                    <a:pt x="602" y="502"/>
                    <a:pt x="151" y="1454"/>
                    <a:pt x="67" y="2356"/>
                  </a:cubicBezTo>
                  <a:cubicBezTo>
                    <a:pt x="0" y="3292"/>
                    <a:pt x="134" y="4211"/>
                    <a:pt x="435" y="5097"/>
                  </a:cubicBezTo>
                  <a:cubicBezTo>
                    <a:pt x="986" y="6734"/>
                    <a:pt x="2039" y="8171"/>
                    <a:pt x="3442" y="9190"/>
                  </a:cubicBezTo>
                  <a:cubicBezTo>
                    <a:pt x="4399" y="9885"/>
                    <a:pt x="5665" y="10454"/>
                    <a:pt x="6890" y="10454"/>
                  </a:cubicBezTo>
                  <a:cubicBezTo>
                    <a:pt x="7548" y="10454"/>
                    <a:pt x="8194" y="10289"/>
                    <a:pt x="8772" y="9892"/>
                  </a:cubicBezTo>
                  <a:cubicBezTo>
                    <a:pt x="9508" y="9357"/>
                    <a:pt x="10042" y="8605"/>
                    <a:pt x="10293" y="7753"/>
                  </a:cubicBezTo>
                  <a:cubicBezTo>
                    <a:pt x="10627" y="6717"/>
                    <a:pt x="10661" y="5614"/>
                    <a:pt x="10627" y="4545"/>
                  </a:cubicBezTo>
                  <a:cubicBezTo>
                    <a:pt x="10610" y="3526"/>
                    <a:pt x="10544" y="2440"/>
                    <a:pt x="10026" y="1538"/>
                  </a:cubicBezTo>
                  <a:cubicBezTo>
                    <a:pt x="9580" y="762"/>
                    <a:pt x="8776" y="100"/>
                    <a:pt x="7838" y="100"/>
                  </a:cubicBezTo>
                  <a:cubicBezTo>
                    <a:pt x="7827" y="100"/>
                    <a:pt x="7815" y="100"/>
                    <a:pt x="7803" y="101"/>
                  </a:cubicBezTo>
                  <a:cubicBezTo>
                    <a:pt x="7519" y="101"/>
                    <a:pt x="7469" y="518"/>
                    <a:pt x="7770" y="552"/>
                  </a:cubicBezTo>
                  <a:cubicBezTo>
                    <a:pt x="7954" y="552"/>
                    <a:pt x="8121" y="585"/>
                    <a:pt x="8288" y="652"/>
                  </a:cubicBezTo>
                  <a:cubicBezTo>
                    <a:pt x="9040" y="886"/>
                    <a:pt x="9574" y="1571"/>
                    <a:pt x="9825" y="2289"/>
                  </a:cubicBezTo>
                  <a:cubicBezTo>
                    <a:pt x="10159" y="3208"/>
                    <a:pt x="10143" y="4228"/>
                    <a:pt x="10143" y="5180"/>
                  </a:cubicBezTo>
                  <a:cubicBezTo>
                    <a:pt x="10126" y="6116"/>
                    <a:pt x="10059" y="7102"/>
                    <a:pt x="9658" y="7987"/>
                  </a:cubicBezTo>
                  <a:cubicBezTo>
                    <a:pt x="9357" y="8689"/>
                    <a:pt x="8839" y="9357"/>
                    <a:pt x="8104" y="9691"/>
                  </a:cubicBezTo>
                  <a:cubicBezTo>
                    <a:pt x="7717" y="9869"/>
                    <a:pt x="7305" y="9943"/>
                    <a:pt x="6890" y="9943"/>
                  </a:cubicBezTo>
                  <a:cubicBezTo>
                    <a:pt x="6408" y="9943"/>
                    <a:pt x="5922" y="9844"/>
                    <a:pt x="5464" y="9691"/>
                  </a:cubicBezTo>
                  <a:cubicBezTo>
                    <a:pt x="4696" y="9424"/>
                    <a:pt x="3977" y="9006"/>
                    <a:pt x="3342" y="8488"/>
                  </a:cubicBezTo>
                  <a:cubicBezTo>
                    <a:pt x="2122" y="7486"/>
                    <a:pt x="1237" y="6132"/>
                    <a:pt x="819" y="4612"/>
                  </a:cubicBezTo>
                  <a:cubicBezTo>
                    <a:pt x="585" y="3793"/>
                    <a:pt x="452" y="2858"/>
                    <a:pt x="635" y="2022"/>
                  </a:cubicBezTo>
                  <a:cubicBezTo>
                    <a:pt x="819" y="1270"/>
                    <a:pt x="1387" y="518"/>
                    <a:pt x="2223" y="518"/>
                  </a:cubicBezTo>
                  <a:cubicBezTo>
                    <a:pt x="2557" y="518"/>
                    <a:pt x="2523" y="0"/>
                    <a:pt x="2189"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6" name="Google Shape;1396;p52"/>
            <p:cNvSpPr/>
            <p:nvPr/>
          </p:nvSpPr>
          <p:spPr>
            <a:xfrm>
              <a:off x="5083496" y="1747202"/>
              <a:ext cx="47658" cy="36505"/>
            </a:xfrm>
            <a:custGeom>
              <a:avLst/>
              <a:gdLst/>
              <a:ahLst/>
              <a:cxnLst/>
              <a:rect l="l" t="t" r="r" b="b"/>
              <a:pathLst>
                <a:path w="1487" h="1139" extrusionOk="0">
                  <a:moveTo>
                    <a:pt x="667" y="0"/>
                  </a:moveTo>
                  <a:cubicBezTo>
                    <a:pt x="636" y="0"/>
                    <a:pt x="602" y="5"/>
                    <a:pt x="569" y="13"/>
                  </a:cubicBezTo>
                  <a:cubicBezTo>
                    <a:pt x="385" y="46"/>
                    <a:pt x="235" y="147"/>
                    <a:pt x="134" y="314"/>
                  </a:cubicBezTo>
                  <a:cubicBezTo>
                    <a:pt x="17" y="497"/>
                    <a:pt x="1" y="748"/>
                    <a:pt x="134" y="949"/>
                  </a:cubicBezTo>
                  <a:cubicBezTo>
                    <a:pt x="218" y="1083"/>
                    <a:pt x="336" y="1139"/>
                    <a:pt x="463" y="1139"/>
                  </a:cubicBezTo>
                  <a:cubicBezTo>
                    <a:pt x="918" y="1139"/>
                    <a:pt x="1487" y="427"/>
                    <a:pt x="1003" y="113"/>
                  </a:cubicBezTo>
                  <a:cubicBezTo>
                    <a:pt x="953" y="80"/>
                    <a:pt x="903" y="46"/>
                    <a:pt x="853" y="30"/>
                  </a:cubicBezTo>
                  <a:cubicBezTo>
                    <a:pt x="819" y="13"/>
                    <a:pt x="786" y="13"/>
                    <a:pt x="753" y="13"/>
                  </a:cubicBezTo>
                  <a:cubicBezTo>
                    <a:pt x="728" y="5"/>
                    <a:pt x="698" y="0"/>
                    <a:pt x="66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7" name="Google Shape;1397;p52"/>
            <p:cNvSpPr/>
            <p:nvPr/>
          </p:nvSpPr>
          <p:spPr>
            <a:xfrm>
              <a:off x="5257014" y="1755407"/>
              <a:ext cx="47626" cy="36569"/>
            </a:xfrm>
            <a:custGeom>
              <a:avLst/>
              <a:gdLst/>
              <a:ahLst/>
              <a:cxnLst/>
              <a:rect l="l" t="t" r="r" b="b"/>
              <a:pathLst>
                <a:path w="1486" h="1141" extrusionOk="0">
                  <a:moveTo>
                    <a:pt x="690" y="0"/>
                  </a:moveTo>
                  <a:cubicBezTo>
                    <a:pt x="650" y="0"/>
                    <a:pt x="613" y="7"/>
                    <a:pt x="568" y="7"/>
                  </a:cubicBezTo>
                  <a:cubicBezTo>
                    <a:pt x="385" y="41"/>
                    <a:pt x="234" y="141"/>
                    <a:pt x="134" y="308"/>
                  </a:cubicBezTo>
                  <a:cubicBezTo>
                    <a:pt x="0" y="492"/>
                    <a:pt x="0" y="743"/>
                    <a:pt x="134" y="943"/>
                  </a:cubicBezTo>
                  <a:cubicBezTo>
                    <a:pt x="215" y="1083"/>
                    <a:pt x="332" y="1140"/>
                    <a:pt x="459" y="1140"/>
                  </a:cubicBezTo>
                  <a:cubicBezTo>
                    <a:pt x="910" y="1140"/>
                    <a:pt x="1485" y="421"/>
                    <a:pt x="1003" y="108"/>
                  </a:cubicBezTo>
                  <a:cubicBezTo>
                    <a:pt x="953" y="74"/>
                    <a:pt x="903" y="41"/>
                    <a:pt x="836" y="24"/>
                  </a:cubicBezTo>
                  <a:cubicBezTo>
                    <a:pt x="819" y="7"/>
                    <a:pt x="786" y="7"/>
                    <a:pt x="752" y="7"/>
                  </a:cubicBezTo>
                  <a:cubicBezTo>
                    <a:pt x="730" y="2"/>
                    <a:pt x="709" y="0"/>
                    <a:pt x="69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8" name="Google Shape;1398;p52"/>
            <p:cNvSpPr/>
            <p:nvPr/>
          </p:nvSpPr>
          <p:spPr>
            <a:xfrm>
              <a:off x="5165960" y="2049401"/>
              <a:ext cx="169801" cy="56248"/>
            </a:xfrm>
            <a:custGeom>
              <a:avLst/>
              <a:gdLst/>
              <a:ahLst/>
              <a:cxnLst/>
              <a:rect l="l" t="t" r="r" b="b"/>
              <a:pathLst>
                <a:path w="5298" h="1755" extrusionOk="0">
                  <a:moveTo>
                    <a:pt x="4681" y="0"/>
                  </a:moveTo>
                  <a:cubicBezTo>
                    <a:pt x="4588" y="0"/>
                    <a:pt x="4495" y="24"/>
                    <a:pt x="4412" y="74"/>
                  </a:cubicBezTo>
                  <a:cubicBezTo>
                    <a:pt x="4145" y="241"/>
                    <a:pt x="3861" y="375"/>
                    <a:pt x="3560" y="459"/>
                  </a:cubicBezTo>
                  <a:cubicBezTo>
                    <a:pt x="3393" y="509"/>
                    <a:pt x="3226" y="542"/>
                    <a:pt x="3059" y="576"/>
                  </a:cubicBezTo>
                  <a:cubicBezTo>
                    <a:pt x="2975" y="592"/>
                    <a:pt x="2891" y="609"/>
                    <a:pt x="2825" y="609"/>
                  </a:cubicBezTo>
                  <a:cubicBezTo>
                    <a:pt x="2791" y="609"/>
                    <a:pt x="2741" y="626"/>
                    <a:pt x="2708" y="626"/>
                  </a:cubicBezTo>
                  <a:lnTo>
                    <a:pt x="2674" y="626"/>
                  </a:lnTo>
                  <a:cubicBezTo>
                    <a:pt x="2591" y="634"/>
                    <a:pt x="2507" y="638"/>
                    <a:pt x="2424" y="638"/>
                  </a:cubicBezTo>
                  <a:cubicBezTo>
                    <a:pt x="2340" y="638"/>
                    <a:pt x="2257" y="634"/>
                    <a:pt x="2173" y="626"/>
                  </a:cubicBezTo>
                  <a:cubicBezTo>
                    <a:pt x="2106" y="609"/>
                    <a:pt x="2023" y="609"/>
                    <a:pt x="1939" y="592"/>
                  </a:cubicBezTo>
                  <a:cubicBezTo>
                    <a:pt x="1906" y="592"/>
                    <a:pt x="1856" y="592"/>
                    <a:pt x="1805" y="576"/>
                  </a:cubicBezTo>
                  <a:lnTo>
                    <a:pt x="1789" y="576"/>
                  </a:lnTo>
                  <a:cubicBezTo>
                    <a:pt x="1622" y="542"/>
                    <a:pt x="1455" y="492"/>
                    <a:pt x="1304" y="442"/>
                  </a:cubicBezTo>
                  <a:cubicBezTo>
                    <a:pt x="1221" y="425"/>
                    <a:pt x="1154" y="392"/>
                    <a:pt x="1070" y="358"/>
                  </a:cubicBezTo>
                  <a:cubicBezTo>
                    <a:pt x="1037" y="342"/>
                    <a:pt x="987" y="325"/>
                    <a:pt x="953" y="308"/>
                  </a:cubicBezTo>
                  <a:lnTo>
                    <a:pt x="953" y="308"/>
                  </a:lnTo>
                  <a:cubicBezTo>
                    <a:pt x="953" y="308"/>
                    <a:pt x="970" y="325"/>
                    <a:pt x="970" y="325"/>
                  </a:cubicBezTo>
                  <a:cubicBezTo>
                    <a:pt x="953" y="308"/>
                    <a:pt x="937" y="292"/>
                    <a:pt x="920" y="292"/>
                  </a:cubicBezTo>
                  <a:cubicBezTo>
                    <a:pt x="835" y="241"/>
                    <a:pt x="739" y="217"/>
                    <a:pt x="643" y="217"/>
                  </a:cubicBezTo>
                  <a:cubicBezTo>
                    <a:pt x="453" y="217"/>
                    <a:pt x="262" y="309"/>
                    <a:pt x="151" y="475"/>
                  </a:cubicBezTo>
                  <a:cubicBezTo>
                    <a:pt x="1" y="726"/>
                    <a:pt x="68" y="1077"/>
                    <a:pt x="335" y="1244"/>
                  </a:cubicBezTo>
                  <a:cubicBezTo>
                    <a:pt x="1003" y="1585"/>
                    <a:pt x="1729" y="1755"/>
                    <a:pt x="2454" y="1755"/>
                  </a:cubicBezTo>
                  <a:cubicBezTo>
                    <a:pt x="3326" y="1755"/>
                    <a:pt x="4197" y="1510"/>
                    <a:pt x="4963" y="1027"/>
                  </a:cubicBezTo>
                  <a:cubicBezTo>
                    <a:pt x="5214" y="860"/>
                    <a:pt x="5297" y="525"/>
                    <a:pt x="5164" y="275"/>
                  </a:cubicBezTo>
                  <a:cubicBezTo>
                    <a:pt x="5052" y="97"/>
                    <a:pt x="4867" y="0"/>
                    <a:pt x="468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399" name="Google Shape;1399;p52"/>
            <p:cNvSpPr/>
            <p:nvPr/>
          </p:nvSpPr>
          <p:spPr>
            <a:xfrm>
              <a:off x="5244419" y="1648360"/>
              <a:ext cx="554561" cy="664461"/>
            </a:xfrm>
            <a:custGeom>
              <a:avLst/>
              <a:gdLst/>
              <a:ahLst/>
              <a:cxnLst/>
              <a:rect l="l" t="t" r="r" b="b"/>
              <a:pathLst>
                <a:path w="17303" h="20732" extrusionOk="0">
                  <a:moveTo>
                    <a:pt x="17004" y="0"/>
                  </a:moveTo>
                  <a:cubicBezTo>
                    <a:pt x="16987" y="0"/>
                    <a:pt x="16969" y="2"/>
                    <a:pt x="16952" y="6"/>
                  </a:cubicBezTo>
                  <a:cubicBezTo>
                    <a:pt x="16784" y="39"/>
                    <a:pt x="16684" y="173"/>
                    <a:pt x="16701" y="323"/>
                  </a:cubicBezTo>
                  <a:cubicBezTo>
                    <a:pt x="16734" y="657"/>
                    <a:pt x="16751" y="992"/>
                    <a:pt x="16734" y="1309"/>
                  </a:cubicBezTo>
                  <a:cubicBezTo>
                    <a:pt x="16634" y="3899"/>
                    <a:pt x="16667" y="6405"/>
                    <a:pt x="16300" y="8945"/>
                  </a:cubicBezTo>
                  <a:cubicBezTo>
                    <a:pt x="15966" y="11251"/>
                    <a:pt x="15632" y="13540"/>
                    <a:pt x="14445" y="15545"/>
                  </a:cubicBezTo>
                  <a:cubicBezTo>
                    <a:pt x="13376" y="17316"/>
                    <a:pt x="11872" y="18970"/>
                    <a:pt x="9900" y="19705"/>
                  </a:cubicBezTo>
                  <a:cubicBezTo>
                    <a:pt x="9079" y="20013"/>
                    <a:pt x="8208" y="20164"/>
                    <a:pt x="7333" y="20164"/>
                  </a:cubicBezTo>
                  <a:cubicBezTo>
                    <a:pt x="7069" y="20164"/>
                    <a:pt x="6805" y="20150"/>
                    <a:pt x="6542" y="20123"/>
                  </a:cubicBezTo>
                  <a:cubicBezTo>
                    <a:pt x="6007" y="20039"/>
                    <a:pt x="5473" y="19922"/>
                    <a:pt x="4955" y="19739"/>
                  </a:cubicBezTo>
                  <a:cubicBezTo>
                    <a:pt x="4420" y="19555"/>
                    <a:pt x="3919" y="19304"/>
                    <a:pt x="3468" y="18970"/>
                  </a:cubicBezTo>
                  <a:cubicBezTo>
                    <a:pt x="1763" y="17750"/>
                    <a:pt x="677" y="15862"/>
                    <a:pt x="460" y="13774"/>
                  </a:cubicBezTo>
                  <a:cubicBezTo>
                    <a:pt x="444" y="13634"/>
                    <a:pt x="330" y="13563"/>
                    <a:pt x="221" y="13563"/>
                  </a:cubicBezTo>
                  <a:cubicBezTo>
                    <a:pt x="108" y="13563"/>
                    <a:pt x="1" y="13638"/>
                    <a:pt x="9" y="13790"/>
                  </a:cubicBezTo>
                  <a:cubicBezTo>
                    <a:pt x="26" y="14074"/>
                    <a:pt x="59" y="14342"/>
                    <a:pt x="109" y="14626"/>
                  </a:cubicBezTo>
                  <a:cubicBezTo>
                    <a:pt x="527" y="16798"/>
                    <a:pt x="1880" y="18686"/>
                    <a:pt x="3819" y="19772"/>
                  </a:cubicBezTo>
                  <a:cubicBezTo>
                    <a:pt x="4086" y="19906"/>
                    <a:pt x="4353" y="20006"/>
                    <a:pt x="4621" y="20140"/>
                  </a:cubicBezTo>
                  <a:cubicBezTo>
                    <a:pt x="4888" y="20273"/>
                    <a:pt x="5172" y="20373"/>
                    <a:pt x="5456" y="20440"/>
                  </a:cubicBezTo>
                  <a:cubicBezTo>
                    <a:pt x="6024" y="20591"/>
                    <a:pt x="6609" y="20691"/>
                    <a:pt x="7194" y="20724"/>
                  </a:cubicBezTo>
                  <a:cubicBezTo>
                    <a:pt x="7302" y="20729"/>
                    <a:pt x="7410" y="20731"/>
                    <a:pt x="7518" y="20731"/>
                  </a:cubicBezTo>
                  <a:cubicBezTo>
                    <a:pt x="8565" y="20731"/>
                    <a:pt x="9615" y="20512"/>
                    <a:pt x="10569" y="20073"/>
                  </a:cubicBezTo>
                  <a:cubicBezTo>
                    <a:pt x="12591" y="19170"/>
                    <a:pt x="14128" y="17399"/>
                    <a:pt x="15180" y="15495"/>
                  </a:cubicBezTo>
                  <a:cubicBezTo>
                    <a:pt x="16400" y="13306"/>
                    <a:pt x="16701" y="10866"/>
                    <a:pt x="16985" y="8393"/>
                  </a:cubicBezTo>
                  <a:cubicBezTo>
                    <a:pt x="17302" y="5687"/>
                    <a:pt x="17236" y="3331"/>
                    <a:pt x="17269" y="240"/>
                  </a:cubicBezTo>
                  <a:cubicBezTo>
                    <a:pt x="17254" y="107"/>
                    <a:pt x="17135" y="0"/>
                    <a:pt x="1700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00" name="Google Shape;1400;p52"/>
            <p:cNvSpPr/>
            <p:nvPr/>
          </p:nvSpPr>
          <p:spPr>
            <a:xfrm>
              <a:off x="5050837" y="1439137"/>
              <a:ext cx="348640" cy="581066"/>
            </a:xfrm>
            <a:custGeom>
              <a:avLst/>
              <a:gdLst/>
              <a:ahLst/>
              <a:cxnLst/>
              <a:rect l="l" t="t" r="r" b="b"/>
              <a:pathLst>
                <a:path w="10878" h="18130" extrusionOk="0">
                  <a:moveTo>
                    <a:pt x="9524" y="1"/>
                  </a:moveTo>
                  <a:cubicBezTo>
                    <a:pt x="9341" y="368"/>
                    <a:pt x="9073" y="686"/>
                    <a:pt x="8722" y="920"/>
                  </a:cubicBezTo>
                  <a:cubicBezTo>
                    <a:pt x="7787" y="1488"/>
                    <a:pt x="6350" y="1555"/>
                    <a:pt x="5498" y="1855"/>
                  </a:cubicBezTo>
                  <a:cubicBezTo>
                    <a:pt x="4445" y="2223"/>
                    <a:pt x="4211" y="2457"/>
                    <a:pt x="3409" y="3142"/>
                  </a:cubicBezTo>
                  <a:cubicBezTo>
                    <a:pt x="3174" y="2186"/>
                    <a:pt x="2744" y="1605"/>
                    <a:pt x="2098" y="1605"/>
                  </a:cubicBezTo>
                  <a:cubicBezTo>
                    <a:pt x="2010" y="1605"/>
                    <a:pt x="1918" y="1616"/>
                    <a:pt x="1822" y="1638"/>
                  </a:cubicBezTo>
                  <a:cubicBezTo>
                    <a:pt x="970" y="1839"/>
                    <a:pt x="1421" y="4295"/>
                    <a:pt x="1939" y="4562"/>
                  </a:cubicBezTo>
                  <a:cubicBezTo>
                    <a:pt x="2177" y="4693"/>
                    <a:pt x="2369" y="4728"/>
                    <a:pt x="2507" y="4728"/>
                  </a:cubicBezTo>
                  <a:cubicBezTo>
                    <a:pt x="2670" y="4728"/>
                    <a:pt x="2757" y="4679"/>
                    <a:pt x="2757" y="4679"/>
                  </a:cubicBezTo>
                  <a:lnTo>
                    <a:pt x="2757" y="4679"/>
                  </a:lnTo>
                  <a:cubicBezTo>
                    <a:pt x="2757" y="4679"/>
                    <a:pt x="3092" y="8823"/>
                    <a:pt x="2707" y="9942"/>
                  </a:cubicBezTo>
                  <a:cubicBezTo>
                    <a:pt x="2323" y="11062"/>
                    <a:pt x="1170" y="11697"/>
                    <a:pt x="1" y="12081"/>
                  </a:cubicBezTo>
                  <a:cubicBezTo>
                    <a:pt x="1036" y="13986"/>
                    <a:pt x="4512" y="17495"/>
                    <a:pt x="6066" y="18129"/>
                  </a:cubicBezTo>
                  <a:cubicBezTo>
                    <a:pt x="7219" y="17845"/>
                    <a:pt x="8455" y="12131"/>
                    <a:pt x="8455" y="12131"/>
                  </a:cubicBezTo>
                  <a:cubicBezTo>
                    <a:pt x="8455" y="12131"/>
                    <a:pt x="7369" y="11964"/>
                    <a:pt x="6968" y="11530"/>
                  </a:cubicBezTo>
                  <a:cubicBezTo>
                    <a:pt x="6567" y="11045"/>
                    <a:pt x="6350" y="10427"/>
                    <a:pt x="6400" y="9809"/>
                  </a:cubicBezTo>
                  <a:cubicBezTo>
                    <a:pt x="6416" y="9547"/>
                    <a:pt x="6481" y="7919"/>
                    <a:pt x="7192" y="7919"/>
                  </a:cubicBezTo>
                  <a:cubicBezTo>
                    <a:pt x="7206" y="7919"/>
                    <a:pt x="7221" y="7919"/>
                    <a:pt x="7235" y="7921"/>
                  </a:cubicBezTo>
                  <a:cubicBezTo>
                    <a:pt x="7336" y="7921"/>
                    <a:pt x="7453" y="7937"/>
                    <a:pt x="7553" y="7954"/>
                  </a:cubicBezTo>
                  <a:cubicBezTo>
                    <a:pt x="7926" y="8026"/>
                    <a:pt x="8272" y="8062"/>
                    <a:pt x="8579" y="8062"/>
                  </a:cubicBezTo>
                  <a:cubicBezTo>
                    <a:pt x="9123" y="8062"/>
                    <a:pt x="9546" y="7950"/>
                    <a:pt x="9792" y="7737"/>
                  </a:cubicBezTo>
                  <a:cubicBezTo>
                    <a:pt x="10042" y="7520"/>
                    <a:pt x="10176" y="6400"/>
                    <a:pt x="10176" y="5682"/>
                  </a:cubicBezTo>
                  <a:cubicBezTo>
                    <a:pt x="10193" y="4980"/>
                    <a:pt x="10844" y="4930"/>
                    <a:pt x="10844" y="4679"/>
                  </a:cubicBezTo>
                  <a:cubicBezTo>
                    <a:pt x="10878" y="4128"/>
                    <a:pt x="10026" y="4646"/>
                    <a:pt x="10126" y="2323"/>
                  </a:cubicBezTo>
                  <a:cubicBezTo>
                    <a:pt x="10092" y="1037"/>
                    <a:pt x="9875" y="368"/>
                    <a:pt x="9524"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01" name="Google Shape;1401;p52"/>
            <p:cNvSpPr/>
            <p:nvPr/>
          </p:nvSpPr>
          <p:spPr>
            <a:xfrm>
              <a:off x="5050837" y="1565511"/>
              <a:ext cx="271015" cy="454693"/>
            </a:xfrm>
            <a:custGeom>
              <a:avLst/>
              <a:gdLst/>
              <a:ahLst/>
              <a:cxnLst/>
              <a:rect l="l" t="t" r="r" b="b"/>
              <a:pathLst>
                <a:path w="8456" h="14187" extrusionOk="0">
                  <a:moveTo>
                    <a:pt x="3275" y="1"/>
                  </a:moveTo>
                  <a:cubicBezTo>
                    <a:pt x="3175" y="619"/>
                    <a:pt x="2757" y="736"/>
                    <a:pt x="2757" y="736"/>
                  </a:cubicBezTo>
                  <a:cubicBezTo>
                    <a:pt x="2757" y="736"/>
                    <a:pt x="3092" y="4880"/>
                    <a:pt x="2707" y="5999"/>
                  </a:cubicBezTo>
                  <a:cubicBezTo>
                    <a:pt x="2323" y="7119"/>
                    <a:pt x="1170" y="7754"/>
                    <a:pt x="1" y="8138"/>
                  </a:cubicBezTo>
                  <a:cubicBezTo>
                    <a:pt x="1036" y="10043"/>
                    <a:pt x="4512" y="13552"/>
                    <a:pt x="6066" y="14186"/>
                  </a:cubicBezTo>
                  <a:cubicBezTo>
                    <a:pt x="7219" y="13902"/>
                    <a:pt x="8455" y="8188"/>
                    <a:pt x="8455" y="8188"/>
                  </a:cubicBezTo>
                  <a:cubicBezTo>
                    <a:pt x="8455" y="8188"/>
                    <a:pt x="7369" y="8021"/>
                    <a:pt x="6968" y="7587"/>
                  </a:cubicBezTo>
                  <a:cubicBezTo>
                    <a:pt x="6567" y="7102"/>
                    <a:pt x="6350" y="6484"/>
                    <a:pt x="6400" y="5866"/>
                  </a:cubicBezTo>
                  <a:cubicBezTo>
                    <a:pt x="6416" y="5604"/>
                    <a:pt x="6481" y="3976"/>
                    <a:pt x="7192" y="3976"/>
                  </a:cubicBezTo>
                  <a:cubicBezTo>
                    <a:pt x="7206" y="3976"/>
                    <a:pt x="7221" y="3976"/>
                    <a:pt x="7235" y="3978"/>
                  </a:cubicBezTo>
                  <a:cubicBezTo>
                    <a:pt x="6433" y="3827"/>
                    <a:pt x="4244" y="3226"/>
                    <a:pt x="3459" y="770"/>
                  </a:cubicBezTo>
                  <a:cubicBezTo>
                    <a:pt x="3426" y="602"/>
                    <a:pt x="3342" y="369"/>
                    <a:pt x="3275"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02" name="Google Shape;1402;p52"/>
            <p:cNvSpPr/>
            <p:nvPr/>
          </p:nvSpPr>
          <p:spPr>
            <a:xfrm>
              <a:off x="5109745" y="1507628"/>
              <a:ext cx="37531" cy="62209"/>
            </a:xfrm>
            <a:custGeom>
              <a:avLst/>
              <a:gdLst/>
              <a:ahLst/>
              <a:cxnLst/>
              <a:rect l="l" t="t" r="r" b="b"/>
              <a:pathLst>
                <a:path w="1171" h="1941" extrusionOk="0">
                  <a:moveTo>
                    <a:pt x="253" y="1"/>
                  </a:moveTo>
                  <a:cubicBezTo>
                    <a:pt x="89" y="1"/>
                    <a:pt x="0" y="103"/>
                    <a:pt x="0" y="103"/>
                  </a:cubicBezTo>
                  <a:cubicBezTo>
                    <a:pt x="6" y="103"/>
                    <a:pt x="12" y="102"/>
                    <a:pt x="18" y="102"/>
                  </a:cubicBezTo>
                  <a:cubicBezTo>
                    <a:pt x="604" y="102"/>
                    <a:pt x="686" y="921"/>
                    <a:pt x="686" y="921"/>
                  </a:cubicBezTo>
                  <a:cubicBezTo>
                    <a:pt x="619" y="921"/>
                    <a:pt x="535" y="938"/>
                    <a:pt x="452" y="955"/>
                  </a:cubicBezTo>
                  <a:cubicBezTo>
                    <a:pt x="84" y="1055"/>
                    <a:pt x="117" y="1941"/>
                    <a:pt x="652" y="1941"/>
                  </a:cubicBezTo>
                  <a:cubicBezTo>
                    <a:pt x="1170" y="1941"/>
                    <a:pt x="1103" y="504"/>
                    <a:pt x="602" y="136"/>
                  </a:cubicBezTo>
                  <a:cubicBezTo>
                    <a:pt x="463" y="33"/>
                    <a:pt x="346" y="1"/>
                    <a:pt x="253"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03" name="Google Shape;1403;p52"/>
            <p:cNvSpPr/>
            <p:nvPr/>
          </p:nvSpPr>
          <p:spPr>
            <a:xfrm>
              <a:off x="5285924" y="1489071"/>
              <a:ext cx="51985" cy="25608"/>
            </a:xfrm>
            <a:custGeom>
              <a:avLst/>
              <a:gdLst/>
              <a:ahLst/>
              <a:cxnLst/>
              <a:rect l="l" t="t" r="r" b="b"/>
              <a:pathLst>
                <a:path w="1622" h="799" extrusionOk="0">
                  <a:moveTo>
                    <a:pt x="792" y="1"/>
                  </a:moveTo>
                  <a:cubicBezTo>
                    <a:pt x="448" y="1"/>
                    <a:pt x="109" y="222"/>
                    <a:pt x="1" y="799"/>
                  </a:cubicBezTo>
                  <a:cubicBezTo>
                    <a:pt x="355" y="591"/>
                    <a:pt x="762" y="491"/>
                    <a:pt x="1171" y="491"/>
                  </a:cubicBezTo>
                  <a:cubicBezTo>
                    <a:pt x="1322" y="491"/>
                    <a:pt x="1473" y="504"/>
                    <a:pt x="1621" y="531"/>
                  </a:cubicBezTo>
                  <a:cubicBezTo>
                    <a:pt x="1488" y="222"/>
                    <a:pt x="1137" y="1"/>
                    <a:pt x="792"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04" name="Google Shape;1404;p52"/>
            <p:cNvSpPr/>
            <p:nvPr/>
          </p:nvSpPr>
          <p:spPr>
            <a:xfrm>
              <a:off x="5308967" y="1536057"/>
              <a:ext cx="28941" cy="28973"/>
            </a:xfrm>
            <a:custGeom>
              <a:avLst/>
              <a:gdLst/>
              <a:ahLst/>
              <a:cxnLst/>
              <a:rect l="l" t="t" r="r" b="b"/>
              <a:pathLst>
                <a:path w="903" h="904" extrusionOk="0">
                  <a:moveTo>
                    <a:pt x="468" y="1"/>
                  </a:moveTo>
                  <a:cubicBezTo>
                    <a:pt x="384" y="1"/>
                    <a:pt x="301" y="18"/>
                    <a:pt x="234" y="51"/>
                  </a:cubicBezTo>
                  <a:cubicBezTo>
                    <a:pt x="201" y="85"/>
                    <a:pt x="167" y="101"/>
                    <a:pt x="134" y="135"/>
                  </a:cubicBezTo>
                  <a:cubicBezTo>
                    <a:pt x="84" y="185"/>
                    <a:pt x="33" y="252"/>
                    <a:pt x="17" y="335"/>
                  </a:cubicBezTo>
                  <a:cubicBezTo>
                    <a:pt x="17" y="369"/>
                    <a:pt x="0" y="402"/>
                    <a:pt x="0" y="435"/>
                  </a:cubicBezTo>
                  <a:cubicBezTo>
                    <a:pt x="0" y="686"/>
                    <a:pt x="201" y="887"/>
                    <a:pt x="434" y="903"/>
                  </a:cubicBezTo>
                  <a:cubicBezTo>
                    <a:pt x="518" y="903"/>
                    <a:pt x="602" y="887"/>
                    <a:pt x="668" y="853"/>
                  </a:cubicBezTo>
                  <a:cubicBezTo>
                    <a:pt x="702" y="820"/>
                    <a:pt x="735" y="803"/>
                    <a:pt x="769" y="786"/>
                  </a:cubicBezTo>
                  <a:cubicBezTo>
                    <a:pt x="819" y="719"/>
                    <a:pt x="869" y="653"/>
                    <a:pt x="886" y="569"/>
                  </a:cubicBezTo>
                  <a:cubicBezTo>
                    <a:pt x="886" y="536"/>
                    <a:pt x="902" y="502"/>
                    <a:pt x="902" y="469"/>
                  </a:cubicBezTo>
                  <a:cubicBezTo>
                    <a:pt x="902" y="285"/>
                    <a:pt x="802" y="118"/>
                    <a:pt x="635" y="34"/>
                  </a:cubicBezTo>
                  <a:cubicBezTo>
                    <a:pt x="585" y="18"/>
                    <a:pt x="518" y="1"/>
                    <a:pt x="46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05" name="Google Shape;1405;p52"/>
            <p:cNvSpPr/>
            <p:nvPr/>
          </p:nvSpPr>
          <p:spPr>
            <a:xfrm>
              <a:off x="5295571" y="1624418"/>
              <a:ext cx="61600" cy="29742"/>
            </a:xfrm>
            <a:custGeom>
              <a:avLst/>
              <a:gdLst/>
              <a:ahLst/>
              <a:cxnLst/>
              <a:rect l="l" t="t" r="r" b="b"/>
              <a:pathLst>
                <a:path w="1922" h="928" extrusionOk="0">
                  <a:moveTo>
                    <a:pt x="0" y="1"/>
                  </a:moveTo>
                  <a:lnTo>
                    <a:pt x="0" y="1"/>
                  </a:lnTo>
                  <a:cubicBezTo>
                    <a:pt x="50" y="469"/>
                    <a:pt x="401" y="836"/>
                    <a:pt x="869" y="920"/>
                  </a:cubicBezTo>
                  <a:cubicBezTo>
                    <a:pt x="906" y="925"/>
                    <a:pt x="941" y="927"/>
                    <a:pt x="976" y="927"/>
                  </a:cubicBezTo>
                  <a:cubicBezTo>
                    <a:pt x="1537" y="927"/>
                    <a:pt x="1922" y="335"/>
                    <a:pt x="1922" y="335"/>
                  </a:cubicBezTo>
                  <a:cubicBezTo>
                    <a:pt x="1922" y="335"/>
                    <a:pt x="1504" y="302"/>
                    <a:pt x="936" y="235"/>
                  </a:cubicBezTo>
                  <a:cubicBezTo>
                    <a:pt x="602" y="201"/>
                    <a:pt x="301" y="118"/>
                    <a:pt x="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sp>
        <p:nvSpPr>
          <p:cNvPr id="1245" name="Google Shape;1245;p33"/>
          <p:cNvSpPr txBox="1">
            <a:spLocks noGrp="1"/>
          </p:cNvSpPr>
          <p:nvPr>
            <p:ph type="title"/>
          </p:nvPr>
        </p:nvSpPr>
        <p:spPr>
          <a:xfrm>
            <a:off x="960000" y="274517"/>
            <a:ext cx="10272000" cy="780400"/>
          </a:xfrm>
          <a:prstGeom prst="rect">
            <a:avLst/>
          </a:prstGeom>
        </p:spPr>
        <p:txBody>
          <a:bodyPr spcFirstLastPara="1" wrap="square" lIns="121900" tIns="121900" rIns="121900" bIns="121900" anchor="t" anchorCtr="0">
            <a:noAutofit/>
          </a:bodyPr>
          <a:lstStyle/>
          <a:p>
            <a:r>
              <a:rPr lang="en-US" dirty="0"/>
              <a:t>Implementation Plan</a:t>
            </a:r>
            <a:endParaRPr dirty="0"/>
          </a:p>
        </p:txBody>
      </p:sp>
      <p:sp>
        <p:nvSpPr>
          <p:cNvPr id="1246" name="Google Shape;1246;p33"/>
          <p:cNvSpPr txBox="1">
            <a:spLocks noGrp="1"/>
          </p:cNvSpPr>
          <p:nvPr>
            <p:ph type="title" idx="2"/>
          </p:nvPr>
        </p:nvSpPr>
        <p:spPr>
          <a:xfrm>
            <a:off x="6073633" y="1159008"/>
            <a:ext cx="979600" cy="596800"/>
          </a:xfrm>
          <a:prstGeom prst="rect">
            <a:avLst/>
          </a:prstGeom>
        </p:spPr>
        <p:txBody>
          <a:bodyPr spcFirstLastPara="1" wrap="square" lIns="121900" tIns="121900" rIns="121900" bIns="121900" anchor="ctr" anchorCtr="0">
            <a:noAutofit/>
          </a:bodyPr>
          <a:lstStyle/>
          <a:p>
            <a:r>
              <a:rPr lang="en" dirty="0"/>
              <a:t>01</a:t>
            </a:r>
            <a:endParaRPr dirty="0"/>
          </a:p>
        </p:txBody>
      </p:sp>
      <p:sp>
        <p:nvSpPr>
          <p:cNvPr id="1247" name="Google Shape;1247;p33"/>
          <p:cNvSpPr txBox="1">
            <a:spLocks noGrp="1"/>
          </p:cNvSpPr>
          <p:nvPr>
            <p:ph type="title" idx="3"/>
          </p:nvPr>
        </p:nvSpPr>
        <p:spPr>
          <a:xfrm>
            <a:off x="6096000" y="2676483"/>
            <a:ext cx="979600" cy="596800"/>
          </a:xfrm>
          <a:prstGeom prst="rect">
            <a:avLst/>
          </a:prstGeom>
        </p:spPr>
        <p:txBody>
          <a:bodyPr spcFirstLastPara="1" wrap="square" lIns="121900" tIns="121900" rIns="121900" bIns="121900" anchor="ctr" anchorCtr="0">
            <a:noAutofit/>
          </a:bodyPr>
          <a:lstStyle/>
          <a:p>
            <a:r>
              <a:rPr lang="en" dirty="0"/>
              <a:t>03</a:t>
            </a:r>
            <a:endParaRPr dirty="0"/>
          </a:p>
        </p:txBody>
      </p:sp>
      <p:sp>
        <p:nvSpPr>
          <p:cNvPr id="1248" name="Google Shape;1248;p33"/>
          <p:cNvSpPr txBox="1">
            <a:spLocks noGrp="1"/>
          </p:cNvSpPr>
          <p:nvPr>
            <p:ph type="title" idx="4"/>
          </p:nvPr>
        </p:nvSpPr>
        <p:spPr>
          <a:xfrm>
            <a:off x="6073633" y="1923821"/>
            <a:ext cx="979600" cy="596800"/>
          </a:xfrm>
          <a:prstGeom prst="rect">
            <a:avLst/>
          </a:prstGeom>
        </p:spPr>
        <p:txBody>
          <a:bodyPr spcFirstLastPara="1" wrap="square" lIns="121900" tIns="121900" rIns="121900" bIns="121900" anchor="ctr" anchorCtr="0">
            <a:noAutofit/>
          </a:bodyPr>
          <a:lstStyle/>
          <a:p>
            <a:r>
              <a:rPr lang="en" dirty="0"/>
              <a:t>02</a:t>
            </a:r>
            <a:endParaRPr dirty="0"/>
          </a:p>
        </p:txBody>
      </p:sp>
      <p:sp>
        <p:nvSpPr>
          <p:cNvPr id="1249" name="Google Shape;1249;p33"/>
          <p:cNvSpPr txBox="1">
            <a:spLocks noGrp="1"/>
          </p:cNvSpPr>
          <p:nvPr>
            <p:ph type="title" idx="5"/>
          </p:nvPr>
        </p:nvSpPr>
        <p:spPr>
          <a:xfrm>
            <a:off x="6109588" y="3443300"/>
            <a:ext cx="979600" cy="596800"/>
          </a:xfrm>
          <a:prstGeom prst="rect">
            <a:avLst/>
          </a:prstGeom>
        </p:spPr>
        <p:txBody>
          <a:bodyPr spcFirstLastPara="1" wrap="square" lIns="121900" tIns="121900" rIns="121900" bIns="121900" anchor="ctr" anchorCtr="0">
            <a:noAutofit/>
          </a:bodyPr>
          <a:lstStyle/>
          <a:p>
            <a:r>
              <a:rPr lang="en" dirty="0"/>
              <a:t>04</a:t>
            </a:r>
            <a:endParaRPr dirty="0"/>
          </a:p>
        </p:txBody>
      </p:sp>
      <p:sp>
        <p:nvSpPr>
          <p:cNvPr id="1250" name="Google Shape;1250;p33"/>
          <p:cNvSpPr txBox="1">
            <a:spLocks noGrp="1"/>
          </p:cNvSpPr>
          <p:nvPr>
            <p:ph type="subTitle" idx="1"/>
          </p:nvPr>
        </p:nvSpPr>
        <p:spPr>
          <a:xfrm>
            <a:off x="7144567" y="1180040"/>
            <a:ext cx="3893600" cy="596800"/>
          </a:xfrm>
          <a:prstGeom prst="rect">
            <a:avLst/>
          </a:prstGeom>
        </p:spPr>
        <p:txBody>
          <a:bodyPr spcFirstLastPara="1" wrap="square" lIns="121900" tIns="121900" rIns="121900" bIns="121900" anchor="ctr" anchorCtr="0">
            <a:noAutofit/>
          </a:bodyPr>
          <a:lstStyle/>
          <a:p>
            <a:pPr marL="0" indent="0"/>
            <a:r>
              <a:rPr lang="en-US" dirty="0"/>
              <a:t>Requirement</a:t>
            </a:r>
            <a:endParaRPr dirty="0"/>
          </a:p>
        </p:txBody>
      </p:sp>
      <p:sp>
        <p:nvSpPr>
          <p:cNvPr id="1251" name="Google Shape;1251;p33"/>
          <p:cNvSpPr txBox="1">
            <a:spLocks noGrp="1"/>
          </p:cNvSpPr>
          <p:nvPr>
            <p:ph type="subTitle" idx="6"/>
          </p:nvPr>
        </p:nvSpPr>
        <p:spPr>
          <a:xfrm>
            <a:off x="7214671" y="1909606"/>
            <a:ext cx="3893600" cy="596800"/>
          </a:xfrm>
          <a:prstGeom prst="rect">
            <a:avLst/>
          </a:prstGeom>
        </p:spPr>
        <p:txBody>
          <a:bodyPr spcFirstLastPara="1" wrap="square" lIns="121900" tIns="121900" rIns="121900" bIns="121900" anchor="ctr" anchorCtr="0">
            <a:noAutofit/>
          </a:bodyPr>
          <a:lstStyle/>
          <a:p>
            <a:pPr marL="0" indent="0"/>
            <a:r>
              <a:rPr lang="en-US" dirty="0"/>
              <a:t>Design </a:t>
            </a:r>
            <a:endParaRPr dirty="0"/>
          </a:p>
        </p:txBody>
      </p:sp>
      <p:sp>
        <p:nvSpPr>
          <p:cNvPr id="1252" name="Google Shape;1252;p33"/>
          <p:cNvSpPr txBox="1">
            <a:spLocks noGrp="1"/>
          </p:cNvSpPr>
          <p:nvPr>
            <p:ph type="subTitle" idx="7"/>
          </p:nvPr>
        </p:nvSpPr>
        <p:spPr>
          <a:xfrm>
            <a:off x="7214671" y="2663230"/>
            <a:ext cx="3893600" cy="596800"/>
          </a:xfrm>
          <a:prstGeom prst="rect">
            <a:avLst/>
          </a:prstGeom>
        </p:spPr>
        <p:txBody>
          <a:bodyPr spcFirstLastPara="1" wrap="square" lIns="121900" tIns="121900" rIns="121900" bIns="121900" anchor="ctr" anchorCtr="0">
            <a:noAutofit/>
          </a:bodyPr>
          <a:lstStyle/>
          <a:p>
            <a:pPr marL="0" indent="0"/>
            <a:r>
              <a:rPr lang="en-US" dirty="0"/>
              <a:t>ML</a:t>
            </a:r>
            <a:endParaRPr dirty="0"/>
          </a:p>
        </p:txBody>
      </p:sp>
      <p:sp>
        <p:nvSpPr>
          <p:cNvPr id="1253" name="Google Shape;1253;p33"/>
          <p:cNvSpPr txBox="1">
            <a:spLocks noGrp="1"/>
          </p:cNvSpPr>
          <p:nvPr>
            <p:ph type="subTitle" idx="8"/>
          </p:nvPr>
        </p:nvSpPr>
        <p:spPr>
          <a:xfrm>
            <a:off x="7214671" y="3439938"/>
            <a:ext cx="3893600" cy="596800"/>
          </a:xfrm>
          <a:prstGeom prst="rect">
            <a:avLst/>
          </a:prstGeom>
        </p:spPr>
        <p:txBody>
          <a:bodyPr spcFirstLastPara="1" wrap="square" lIns="121900" tIns="121900" rIns="121900" bIns="121900" anchor="ctr" anchorCtr="0">
            <a:noAutofit/>
          </a:bodyPr>
          <a:lstStyle/>
          <a:p>
            <a:pPr marL="0" indent="0"/>
            <a:r>
              <a:rPr lang="en-US" dirty="0"/>
              <a:t>Frontend/Backend </a:t>
            </a:r>
            <a:endParaRPr dirty="0"/>
          </a:p>
        </p:txBody>
      </p:sp>
      <p:grpSp>
        <p:nvGrpSpPr>
          <p:cNvPr id="1254" name="Google Shape;1254;p33"/>
          <p:cNvGrpSpPr/>
          <p:nvPr/>
        </p:nvGrpSpPr>
        <p:grpSpPr>
          <a:xfrm>
            <a:off x="1675144" y="2437205"/>
            <a:ext cx="1990273" cy="3932603"/>
            <a:chOff x="1256357" y="1827904"/>
            <a:chExt cx="1492705" cy="2949452"/>
          </a:xfrm>
        </p:grpSpPr>
        <p:grpSp>
          <p:nvGrpSpPr>
            <p:cNvPr id="1255" name="Google Shape;1255;p33"/>
            <p:cNvGrpSpPr/>
            <p:nvPr/>
          </p:nvGrpSpPr>
          <p:grpSpPr>
            <a:xfrm>
              <a:off x="1256357" y="1827904"/>
              <a:ext cx="1492705" cy="2949452"/>
              <a:chOff x="465682" y="1868654"/>
              <a:chExt cx="1492705" cy="2949452"/>
            </a:xfrm>
          </p:grpSpPr>
          <p:sp>
            <p:nvSpPr>
              <p:cNvPr id="1256" name="Google Shape;1256;p33"/>
              <p:cNvSpPr/>
              <p:nvPr/>
            </p:nvSpPr>
            <p:spPr>
              <a:xfrm>
                <a:off x="531655" y="3161960"/>
                <a:ext cx="1360760" cy="1477001"/>
              </a:xfrm>
              <a:custGeom>
                <a:avLst/>
                <a:gdLst/>
                <a:ahLst/>
                <a:cxnLst/>
                <a:rect l="l" t="t" r="r" b="b"/>
                <a:pathLst>
                  <a:path w="78070" h="84739" extrusionOk="0">
                    <a:moveTo>
                      <a:pt x="1" y="1"/>
                    </a:moveTo>
                    <a:lnTo>
                      <a:pt x="1" y="84738"/>
                    </a:lnTo>
                    <a:lnTo>
                      <a:pt x="78069" y="84738"/>
                    </a:lnTo>
                    <a:lnTo>
                      <a:pt x="78069"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7" name="Google Shape;1257;p33"/>
              <p:cNvSpPr/>
              <p:nvPr/>
            </p:nvSpPr>
            <p:spPr>
              <a:xfrm>
                <a:off x="1028706" y="3830732"/>
                <a:ext cx="136459" cy="69703"/>
              </a:xfrm>
              <a:custGeom>
                <a:avLst/>
                <a:gdLst/>
                <a:ahLst/>
                <a:cxnLst/>
                <a:rect l="l" t="t" r="r" b="b"/>
                <a:pathLst>
                  <a:path w="7829" h="3999" extrusionOk="0">
                    <a:moveTo>
                      <a:pt x="3916" y="0"/>
                    </a:moveTo>
                    <a:cubicBezTo>
                      <a:pt x="1766" y="0"/>
                      <a:pt x="0" y="902"/>
                      <a:pt x="0" y="2020"/>
                    </a:cubicBezTo>
                    <a:cubicBezTo>
                      <a:pt x="0" y="3097"/>
                      <a:pt x="1766" y="3999"/>
                      <a:pt x="3916" y="3999"/>
                    </a:cubicBezTo>
                    <a:cubicBezTo>
                      <a:pt x="6067" y="3999"/>
                      <a:pt x="7829" y="3097"/>
                      <a:pt x="7829" y="2020"/>
                    </a:cubicBezTo>
                    <a:cubicBezTo>
                      <a:pt x="7829" y="902"/>
                      <a:pt x="6067" y="0"/>
                      <a:pt x="391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8" name="Google Shape;1258;p33"/>
              <p:cNvSpPr/>
              <p:nvPr/>
            </p:nvSpPr>
            <p:spPr>
              <a:xfrm>
                <a:off x="1296379" y="3830732"/>
                <a:ext cx="131196" cy="69703"/>
              </a:xfrm>
              <a:custGeom>
                <a:avLst/>
                <a:gdLst/>
                <a:ahLst/>
                <a:cxnLst/>
                <a:rect l="l" t="t" r="r" b="b"/>
                <a:pathLst>
                  <a:path w="7527" h="3999" extrusionOk="0">
                    <a:moveTo>
                      <a:pt x="3786" y="0"/>
                    </a:moveTo>
                    <a:cubicBezTo>
                      <a:pt x="1677" y="0"/>
                      <a:pt x="1" y="902"/>
                      <a:pt x="1" y="2020"/>
                    </a:cubicBezTo>
                    <a:cubicBezTo>
                      <a:pt x="1" y="3097"/>
                      <a:pt x="1677" y="3999"/>
                      <a:pt x="3786" y="3999"/>
                    </a:cubicBezTo>
                    <a:cubicBezTo>
                      <a:pt x="5851" y="3999"/>
                      <a:pt x="7527" y="3097"/>
                      <a:pt x="7527" y="2020"/>
                    </a:cubicBezTo>
                    <a:cubicBezTo>
                      <a:pt x="7527" y="902"/>
                      <a:pt x="5851" y="0"/>
                      <a:pt x="378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59" name="Google Shape;1259;p33"/>
              <p:cNvSpPr/>
              <p:nvPr/>
            </p:nvSpPr>
            <p:spPr>
              <a:xfrm>
                <a:off x="465682" y="1868654"/>
                <a:ext cx="1492705" cy="2760529"/>
              </a:xfrm>
              <a:custGeom>
                <a:avLst/>
                <a:gdLst/>
                <a:ahLst/>
                <a:cxnLst/>
                <a:rect l="l" t="t" r="r" b="b"/>
                <a:pathLst>
                  <a:path w="85640" h="158378" extrusionOk="0">
                    <a:moveTo>
                      <a:pt x="75918" y="4732"/>
                    </a:moveTo>
                    <a:lnTo>
                      <a:pt x="75918" y="23616"/>
                    </a:lnTo>
                    <a:lnTo>
                      <a:pt x="10926" y="23616"/>
                    </a:lnTo>
                    <a:lnTo>
                      <a:pt x="10926" y="4732"/>
                    </a:lnTo>
                    <a:close/>
                    <a:moveTo>
                      <a:pt x="75918" y="31658"/>
                    </a:moveTo>
                    <a:lnTo>
                      <a:pt x="75918" y="51575"/>
                    </a:lnTo>
                    <a:lnTo>
                      <a:pt x="10926" y="51575"/>
                    </a:lnTo>
                    <a:lnTo>
                      <a:pt x="10926" y="31658"/>
                    </a:lnTo>
                    <a:close/>
                    <a:moveTo>
                      <a:pt x="75918" y="56135"/>
                    </a:moveTo>
                    <a:lnTo>
                      <a:pt x="75918" y="71403"/>
                    </a:lnTo>
                    <a:lnTo>
                      <a:pt x="10926" y="71403"/>
                    </a:lnTo>
                    <a:lnTo>
                      <a:pt x="10926" y="56135"/>
                    </a:lnTo>
                    <a:close/>
                    <a:moveTo>
                      <a:pt x="4560" y="0"/>
                    </a:moveTo>
                    <a:lnTo>
                      <a:pt x="4560" y="2367"/>
                    </a:lnTo>
                    <a:lnTo>
                      <a:pt x="4560" y="4732"/>
                    </a:lnTo>
                    <a:lnTo>
                      <a:pt x="4560" y="71403"/>
                    </a:lnTo>
                    <a:lnTo>
                      <a:pt x="1" y="71403"/>
                    </a:lnTo>
                    <a:lnTo>
                      <a:pt x="1" y="74201"/>
                    </a:lnTo>
                    <a:lnTo>
                      <a:pt x="42540" y="74201"/>
                    </a:lnTo>
                    <a:lnTo>
                      <a:pt x="42540" y="158377"/>
                    </a:lnTo>
                    <a:lnTo>
                      <a:pt x="44174" y="158377"/>
                    </a:lnTo>
                    <a:lnTo>
                      <a:pt x="44174" y="74201"/>
                    </a:lnTo>
                    <a:lnTo>
                      <a:pt x="85640" y="74201"/>
                    </a:lnTo>
                    <a:lnTo>
                      <a:pt x="85640" y="71403"/>
                    </a:lnTo>
                    <a:lnTo>
                      <a:pt x="81854" y="71403"/>
                    </a:lnTo>
                    <a:lnTo>
                      <a:pt x="81854" y="4732"/>
                    </a:lnTo>
                    <a:lnTo>
                      <a:pt x="81854" y="2367"/>
                    </a:lnTo>
                    <a:lnTo>
                      <a:pt x="81854"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0" name="Google Shape;1260;p33"/>
              <p:cNvSpPr/>
              <p:nvPr/>
            </p:nvSpPr>
            <p:spPr>
              <a:xfrm>
                <a:off x="503174" y="4638943"/>
                <a:ext cx="1422218" cy="179163"/>
              </a:xfrm>
              <a:custGeom>
                <a:avLst/>
                <a:gdLst/>
                <a:ahLst/>
                <a:cxnLst/>
                <a:rect l="l" t="t" r="r" b="b"/>
                <a:pathLst>
                  <a:path w="81596" h="10279" extrusionOk="0">
                    <a:moveTo>
                      <a:pt x="0" y="0"/>
                    </a:moveTo>
                    <a:lnTo>
                      <a:pt x="0" y="1762"/>
                    </a:lnTo>
                    <a:lnTo>
                      <a:pt x="7010" y="1762"/>
                    </a:lnTo>
                    <a:lnTo>
                      <a:pt x="7010" y="10279"/>
                    </a:lnTo>
                    <a:lnTo>
                      <a:pt x="12130" y="10279"/>
                    </a:lnTo>
                    <a:lnTo>
                      <a:pt x="12130" y="1762"/>
                    </a:lnTo>
                    <a:lnTo>
                      <a:pt x="68392" y="1762"/>
                    </a:lnTo>
                    <a:lnTo>
                      <a:pt x="68392" y="10279"/>
                    </a:lnTo>
                    <a:lnTo>
                      <a:pt x="73767" y="10279"/>
                    </a:lnTo>
                    <a:lnTo>
                      <a:pt x="73767" y="1762"/>
                    </a:lnTo>
                    <a:lnTo>
                      <a:pt x="81596" y="1762"/>
                    </a:lnTo>
                    <a:lnTo>
                      <a:pt x="81596"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1261" name="Google Shape;1261;p33"/>
            <p:cNvSpPr/>
            <p:nvPr/>
          </p:nvSpPr>
          <p:spPr>
            <a:xfrm>
              <a:off x="1523225" y="1953200"/>
              <a:ext cx="73200" cy="2874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2" name="Google Shape;1262;p33"/>
            <p:cNvSpPr/>
            <p:nvPr/>
          </p:nvSpPr>
          <p:spPr>
            <a:xfrm>
              <a:off x="1615850" y="2030325"/>
              <a:ext cx="73200" cy="2103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3" name="Google Shape;1263;p33"/>
            <p:cNvSpPr/>
            <p:nvPr/>
          </p:nvSpPr>
          <p:spPr>
            <a:xfrm>
              <a:off x="1708475" y="1984050"/>
              <a:ext cx="73200" cy="2565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4" name="Google Shape;1264;p33"/>
            <p:cNvSpPr/>
            <p:nvPr/>
          </p:nvSpPr>
          <p:spPr>
            <a:xfrm>
              <a:off x="2082475" y="2439613"/>
              <a:ext cx="73200" cy="2874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5" name="Google Shape;1265;p33"/>
            <p:cNvSpPr/>
            <p:nvPr/>
          </p:nvSpPr>
          <p:spPr>
            <a:xfrm>
              <a:off x="2175100" y="2516738"/>
              <a:ext cx="73200" cy="2103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6" name="Google Shape;1266;p33"/>
            <p:cNvSpPr/>
            <p:nvPr/>
          </p:nvSpPr>
          <p:spPr>
            <a:xfrm>
              <a:off x="2267725" y="2470463"/>
              <a:ext cx="73200" cy="2565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267" name="Google Shape;1267;p33"/>
          <p:cNvGrpSpPr/>
          <p:nvPr/>
        </p:nvGrpSpPr>
        <p:grpSpPr>
          <a:xfrm>
            <a:off x="3273136" y="1988820"/>
            <a:ext cx="1639557" cy="4557763"/>
            <a:chOff x="2063531" y="1695525"/>
            <a:chExt cx="1156247" cy="3214219"/>
          </a:xfrm>
        </p:grpSpPr>
        <p:sp>
          <p:nvSpPr>
            <p:cNvPr id="1268" name="Google Shape;1268;p33"/>
            <p:cNvSpPr/>
            <p:nvPr/>
          </p:nvSpPr>
          <p:spPr>
            <a:xfrm flipH="1">
              <a:off x="2169072" y="2359546"/>
              <a:ext cx="679044" cy="387745"/>
            </a:xfrm>
            <a:custGeom>
              <a:avLst/>
              <a:gdLst/>
              <a:ahLst/>
              <a:cxnLst/>
              <a:rect l="l" t="t" r="r" b="b"/>
              <a:pathLst>
                <a:path w="29078" h="16604" extrusionOk="0">
                  <a:moveTo>
                    <a:pt x="3442" y="1"/>
                  </a:moveTo>
                  <a:cubicBezTo>
                    <a:pt x="3442" y="1"/>
                    <a:pt x="1" y="5248"/>
                    <a:pt x="475" y="5850"/>
                  </a:cubicBezTo>
                  <a:cubicBezTo>
                    <a:pt x="947" y="6408"/>
                    <a:pt x="11012" y="16604"/>
                    <a:pt x="11012" y="16604"/>
                  </a:cubicBezTo>
                  <a:cubicBezTo>
                    <a:pt x="11012" y="16604"/>
                    <a:pt x="18197" y="15830"/>
                    <a:pt x="18669" y="15441"/>
                  </a:cubicBezTo>
                  <a:cubicBezTo>
                    <a:pt x="19099" y="15011"/>
                    <a:pt x="25596" y="10324"/>
                    <a:pt x="25596" y="10324"/>
                  </a:cubicBezTo>
                  <a:lnTo>
                    <a:pt x="28562" y="8300"/>
                  </a:lnTo>
                  <a:lnTo>
                    <a:pt x="29078" y="5720"/>
                  </a:lnTo>
                  <a:lnTo>
                    <a:pt x="27144" y="5850"/>
                  </a:lnTo>
                  <a:lnTo>
                    <a:pt x="14883" y="12000"/>
                  </a:lnTo>
                  <a:lnTo>
                    <a:pt x="3442"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69" name="Google Shape;1269;p33"/>
            <p:cNvSpPr/>
            <p:nvPr/>
          </p:nvSpPr>
          <p:spPr>
            <a:xfrm flipH="1">
              <a:off x="2837120" y="4679699"/>
              <a:ext cx="179744" cy="202583"/>
            </a:xfrm>
            <a:custGeom>
              <a:avLst/>
              <a:gdLst/>
              <a:ahLst/>
              <a:cxnLst/>
              <a:rect l="l" t="t" r="r" b="b"/>
              <a:pathLst>
                <a:path w="7697" h="8675" extrusionOk="0">
                  <a:moveTo>
                    <a:pt x="7566" y="8513"/>
                  </a:moveTo>
                  <a:cubicBezTo>
                    <a:pt x="7555" y="8541"/>
                    <a:pt x="7543" y="8561"/>
                    <a:pt x="7529" y="8570"/>
                  </a:cubicBezTo>
                  <a:lnTo>
                    <a:pt x="7615" y="8528"/>
                  </a:lnTo>
                  <a:cubicBezTo>
                    <a:pt x="7599" y="8523"/>
                    <a:pt x="7583" y="8518"/>
                    <a:pt x="7566" y="8513"/>
                  </a:cubicBezTo>
                  <a:close/>
                  <a:moveTo>
                    <a:pt x="3587" y="0"/>
                  </a:moveTo>
                  <a:cubicBezTo>
                    <a:pt x="3187" y="0"/>
                    <a:pt x="2777" y="54"/>
                    <a:pt x="2454" y="98"/>
                  </a:cubicBezTo>
                  <a:cubicBezTo>
                    <a:pt x="1377" y="270"/>
                    <a:pt x="1852" y="1343"/>
                    <a:pt x="1721" y="2118"/>
                  </a:cubicBezTo>
                  <a:cubicBezTo>
                    <a:pt x="1635" y="2506"/>
                    <a:pt x="1291" y="2806"/>
                    <a:pt x="1119" y="3150"/>
                  </a:cubicBezTo>
                  <a:cubicBezTo>
                    <a:pt x="947" y="3453"/>
                    <a:pt x="860" y="3752"/>
                    <a:pt x="688" y="4055"/>
                  </a:cubicBezTo>
                  <a:cubicBezTo>
                    <a:pt x="516" y="4440"/>
                    <a:pt x="258" y="4657"/>
                    <a:pt x="172" y="5087"/>
                  </a:cubicBezTo>
                  <a:cubicBezTo>
                    <a:pt x="131" y="5387"/>
                    <a:pt x="172" y="5731"/>
                    <a:pt x="172" y="6075"/>
                  </a:cubicBezTo>
                  <a:cubicBezTo>
                    <a:pt x="172" y="6935"/>
                    <a:pt x="0" y="8054"/>
                    <a:pt x="947" y="8398"/>
                  </a:cubicBezTo>
                  <a:cubicBezTo>
                    <a:pt x="1578" y="8608"/>
                    <a:pt x="2307" y="8674"/>
                    <a:pt x="3024" y="8674"/>
                  </a:cubicBezTo>
                  <a:cubicBezTo>
                    <a:pt x="3478" y="8674"/>
                    <a:pt x="3928" y="8648"/>
                    <a:pt x="4346" y="8614"/>
                  </a:cubicBezTo>
                  <a:cubicBezTo>
                    <a:pt x="5019" y="8556"/>
                    <a:pt x="5852" y="8397"/>
                    <a:pt x="6614" y="8397"/>
                  </a:cubicBezTo>
                  <a:cubicBezTo>
                    <a:pt x="6952" y="8397"/>
                    <a:pt x="7276" y="8428"/>
                    <a:pt x="7566" y="8513"/>
                  </a:cubicBezTo>
                  <a:lnTo>
                    <a:pt x="7566" y="8513"/>
                  </a:lnTo>
                  <a:cubicBezTo>
                    <a:pt x="7665" y="8270"/>
                    <a:pt x="7697" y="7379"/>
                    <a:pt x="7657" y="7107"/>
                  </a:cubicBezTo>
                  <a:cubicBezTo>
                    <a:pt x="7443" y="5431"/>
                    <a:pt x="6841" y="3924"/>
                    <a:pt x="6239" y="2376"/>
                  </a:cubicBezTo>
                  <a:cubicBezTo>
                    <a:pt x="5936" y="1560"/>
                    <a:pt x="5379" y="655"/>
                    <a:pt x="4646" y="225"/>
                  </a:cubicBezTo>
                  <a:cubicBezTo>
                    <a:pt x="4368" y="54"/>
                    <a:pt x="3983" y="0"/>
                    <a:pt x="3587"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0" name="Google Shape;1270;p33"/>
            <p:cNvSpPr/>
            <p:nvPr/>
          </p:nvSpPr>
          <p:spPr>
            <a:xfrm flipH="1">
              <a:off x="2806877" y="4577505"/>
              <a:ext cx="155761" cy="202933"/>
            </a:xfrm>
            <a:custGeom>
              <a:avLst/>
              <a:gdLst/>
              <a:ahLst/>
              <a:cxnLst/>
              <a:rect l="l" t="t" r="r" b="b"/>
              <a:pathLst>
                <a:path w="6670" h="8690" extrusionOk="0">
                  <a:moveTo>
                    <a:pt x="6498" y="0"/>
                  </a:moveTo>
                  <a:lnTo>
                    <a:pt x="1" y="172"/>
                  </a:lnTo>
                  <a:lnTo>
                    <a:pt x="173" y="8689"/>
                  </a:lnTo>
                  <a:lnTo>
                    <a:pt x="6670" y="8517"/>
                  </a:lnTo>
                  <a:lnTo>
                    <a:pt x="6498" y="0"/>
                  </a:lnTo>
                  <a:close/>
                </a:path>
              </a:pathLst>
            </a:custGeom>
            <a:solidFill>
              <a:srgbClr val="D4927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1" name="Google Shape;1271;p33"/>
            <p:cNvSpPr/>
            <p:nvPr/>
          </p:nvSpPr>
          <p:spPr>
            <a:xfrm flipH="1">
              <a:off x="2612002" y="3421271"/>
              <a:ext cx="400846" cy="1307857"/>
            </a:xfrm>
            <a:custGeom>
              <a:avLst/>
              <a:gdLst/>
              <a:ahLst/>
              <a:cxnLst/>
              <a:rect l="l" t="t" r="r" b="b"/>
              <a:pathLst>
                <a:path w="17165" h="56005" extrusionOk="0">
                  <a:moveTo>
                    <a:pt x="14797" y="0"/>
                  </a:moveTo>
                  <a:lnTo>
                    <a:pt x="1507" y="87"/>
                  </a:lnTo>
                  <a:lnTo>
                    <a:pt x="7185" y="23830"/>
                  </a:lnTo>
                  <a:cubicBezTo>
                    <a:pt x="6153" y="26411"/>
                    <a:pt x="3830" y="32478"/>
                    <a:pt x="3269" y="34973"/>
                  </a:cubicBezTo>
                  <a:cubicBezTo>
                    <a:pt x="2110" y="39917"/>
                    <a:pt x="0" y="54501"/>
                    <a:pt x="0" y="54501"/>
                  </a:cubicBezTo>
                  <a:lnTo>
                    <a:pt x="12388" y="56005"/>
                  </a:lnTo>
                  <a:cubicBezTo>
                    <a:pt x="12388" y="56005"/>
                    <a:pt x="15055" y="33854"/>
                    <a:pt x="16992" y="26542"/>
                  </a:cubicBezTo>
                  <a:cubicBezTo>
                    <a:pt x="16992" y="26497"/>
                    <a:pt x="17165" y="23961"/>
                    <a:pt x="17165" y="23961"/>
                  </a:cubicBezTo>
                  <a:lnTo>
                    <a:pt x="14797"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2" name="Google Shape;1272;p33"/>
            <p:cNvSpPr/>
            <p:nvPr/>
          </p:nvSpPr>
          <p:spPr>
            <a:xfrm flipH="1">
              <a:off x="2651211" y="1900868"/>
              <a:ext cx="402784" cy="453552"/>
            </a:xfrm>
            <a:custGeom>
              <a:avLst/>
              <a:gdLst/>
              <a:ahLst/>
              <a:cxnLst/>
              <a:rect l="l" t="t" r="r" b="b"/>
              <a:pathLst>
                <a:path w="17248" h="19422" extrusionOk="0">
                  <a:moveTo>
                    <a:pt x="7513" y="0"/>
                  </a:moveTo>
                  <a:cubicBezTo>
                    <a:pt x="7184" y="0"/>
                    <a:pt x="6848" y="31"/>
                    <a:pt x="6494" y="113"/>
                  </a:cubicBezTo>
                  <a:cubicBezTo>
                    <a:pt x="5592" y="285"/>
                    <a:pt x="4601" y="327"/>
                    <a:pt x="3700" y="629"/>
                  </a:cubicBezTo>
                  <a:cubicBezTo>
                    <a:pt x="2581" y="973"/>
                    <a:pt x="1463" y="1576"/>
                    <a:pt x="816" y="2563"/>
                  </a:cubicBezTo>
                  <a:cubicBezTo>
                    <a:pt x="128" y="3682"/>
                    <a:pt x="0" y="5189"/>
                    <a:pt x="0" y="6479"/>
                  </a:cubicBezTo>
                  <a:cubicBezTo>
                    <a:pt x="0" y="7856"/>
                    <a:pt x="558" y="9101"/>
                    <a:pt x="1246" y="10264"/>
                  </a:cubicBezTo>
                  <a:cubicBezTo>
                    <a:pt x="1979" y="11469"/>
                    <a:pt x="3269" y="11940"/>
                    <a:pt x="4302" y="12759"/>
                  </a:cubicBezTo>
                  <a:cubicBezTo>
                    <a:pt x="5461" y="13620"/>
                    <a:pt x="5678" y="15168"/>
                    <a:pt x="6408" y="16372"/>
                  </a:cubicBezTo>
                  <a:cubicBezTo>
                    <a:pt x="7055" y="17405"/>
                    <a:pt x="7870" y="18265"/>
                    <a:pt x="8689" y="19211"/>
                  </a:cubicBezTo>
                  <a:cubicBezTo>
                    <a:pt x="8829" y="19373"/>
                    <a:pt x="9018" y="19410"/>
                    <a:pt x="9224" y="19410"/>
                  </a:cubicBezTo>
                  <a:cubicBezTo>
                    <a:pt x="9399" y="19410"/>
                    <a:pt x="9586" y="19383"/>
                    <a:pt x="9763" y="19383"/>
                  </a:cubicBezTo>
                  <a:cubicBezTo>
                    <a:pt x="10044" y="19383"/>
                    <a:pt x="10401" y="19421"/>
                    <a:pt x="10745" y="19421"/>
                  </a:cubicBezTo>
                  <a:cubicBezTo>
                    <a:pt x="11033" y="19421"/>
                    <a:pt x="11312" y="19395"/>
                    <a:pt x="11528" y="19297"/>
                  </a:cubicBezTo>
                  <a:cubicBezTo>
                    <a:pt x="11828" y="19167"/>
                    <a:pt x="11872" y="18695"/>
                    <a:pt x="11958" y="18392"/>
                  </a:cubicBezTo>
                  <a:cubicBezTo>
                    <a:pt x="12086" y="17921"/>
                    <a:pt x="12130" y="17405"/>
                    <a:pt x="12258" y="16889"/>
                  </a:cubicBezTo>
                  <a:cubicBezTo>
                    <a:pt x="12388" y="16286"/>
                    <a:pt x="12388" y="15467"/>
                    <a:pt x="12819" y="14951"/>
                  </a:cubicBezTo>
                  <a:cubicBezTo>
                    <a:pt x="13122" y="14571"/>
                    <a:pt x="13660" y="14428"/>
                    <a:pt x="14167" y="14428"/>
                  </a:cubicBezTo>
                  <a:cubicBezTo>
                    <a:pt x="14235" y="14428"/>
                    <a:pt x="14301" y="14430"/>
                    <a:pt x="14367" y="14435"/>
                  </a:cubicBezTo>
                  <a:cubicBezTo>
                    <a:pt x="14486" y="14446"/>
                    <a:pt x="14620" y="14455"/>
                    <a:pt x="14758" y="14455"/>
                  </a:cubicBezTo>
                  <a:cubicBezTo>
                    <a:pt x="15165" y="14455"/>
                    <a:pt x="15614" y="14381"/>
                    <a:pt x="15871" y="14091"/>
                  </a:cubicBezTo>
                  <a:cubicBezTo>
                    <a:pt x="16301" y="13706"/>
                    <a:pt x="16346" y="13059"/>
                    <a:pt x="16088" y="12542"/>
                  </a:cubicBezTo>
                  <a:cubicBezTo>
                    <a:pt x="15916" y="12157"/>
                    <a:pt x="15485" y="11940"/>
                    <a:pt x="15830" y="11510"/>
                  </a:cubicBezTo>
                  <a:cubicBezTo>
                    <a:pt x="15957" y="11297"/>
                    <a:pt x="16043" y="11125"/>
                    <a:pt x="15916" y="10867"/>
                  </a:cubicBezTo>
                  <a:cubicBezTo>
                    <a:pt x="15785" y="10564"/>
                    <a:pt x="15785" y="10695"/>
                    <a:pt x="15957" y="10437"/>
                  </a:cubicBezTo>
                  <a:cubicBezTo>
                    <a:pt x="16215" y="10048"/>
                    <a:pt x="15743" y="9748"/>
                    <a:pt x="15916" y="9359"/>
                  </a:cubicBezTo>
                  <a:cubicBezTo>
                    <a:pt x="16088" y="8974"/>
                    <a:pt x="16604" y="8888"/>
                    <a:pt x="16817" y="8458"/>
                  </a:cubicBezTo>
                  <a:cubicBezTo>
                    <a:pt x="17247" y="7684"/>
                    <a:pt x="15785" y="7037"/>
                    <a:pt x="15313" y="6565"/>
                  </a:cubicBezTo>
                  <a:cubicBezTo>
                    <a:pt x="14969" y="6262"/>
                    <a:pt x="14711" y="5877"/>
                    <a:pt x="14666" y="5402"/>
                  </a:cubicBezTo>
                  <a:cubicBezTo>
                    <a:pt x="14580" y="4800"/>
                    <a:pt x="14494" y="4243"/>
                    <a:pt x="14281" y="3640"/>
                  </a:cubicBezTo>
                  <a:cubicBezTo>
                    <a:pt x="13786" y="2278"/>
                    <a:pt x="12856" y="999"/>
                    <a:pt x="11531" y="364"/>
                  </a:cubicBezTo>
                  <a:lnTo>
                    <a:pt x="11531" y="364"/>
                  </a:lnTo>
                  <a:cubicBezTo>
                    <a:pt x="11544" y="367"/>
                    <a:pt x="11557" y="369"/>
                    <a:pt x="11569" y="371"/>
                  </a:cubicBezTo>
                  <a:lnTo>
                    <a:pt x="11356" y="285"/>
                  </a:lnTo>
                  <a:lnTo>
                    <a:pt x="11356" y="285"/>
                  </a:lnTo>
                  <a:cubicBezTo>
                    <a:pt x="11415" y="310"/>
                    <a:pt x="11474" y="337"/>
                    <a:pt x="11531" y="364"/>
                  </a:cubicBezTo>
                  <a:lnTo>
                    <a:pt x="11531" y="364"/>
                  </a:lnTo>
                  <a:cubicBezTo>
                    <a:pt x="11286" y="318"/>
                    <a:pt x="11041" y="236"/>
                    <a:pt x="10795" y="154"/>
                  </a:cubicBezTo>
                  <a:cubicBezTo>
                    <a:pt x="9894" y="27"/>
                    <a:pt x="9033" y="68"/>
                    <a:pt x="8087" y="27"/>
                  </a:cubicBezTo>
                  <a:cubicBezTo>
                    <a:pt x="7897" y="11"/>
                    <a:pt x="7706" y="0"/>
                    <a:pt x="7513" y="0"/>
                  </a:cubicBezTo>
                  <a:close/>
                </a:path>
              </a:pathLst>
            </a:custGeom>
            <a:solidFill>
              <a:srgbClr val="D4927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3" name="Google Shape;1273;p33"/>
            <p:cNvSpPr/>
            <p:nvPr/>
          </p:nvSpPr>
          <p:spPr>
            <a:xfrm flipH="1">
              <a:off x="2673326" y="1907524"/>
              <a:ext cx="380669" cy="446897"/>
            </a:xfrm>
            <a:custGeom>
              <a:avLst/>
              <a:gdLst/>
              <a:ahLst/>
              <a:cxnLst/>
              <a:rect l="l" t="t" r="r" b="b"/>
              <a:pathLst>
                <a:path w="16301" h="19137" extrusionOk="0">
                  <a:moveTo>
                    <a:pt x="5375" y="0"/>
                  </a:moveTo>
                  <a:cubicBezTo>
                    <a:pt x="4818" y="86"/>
                    <a:pt x="4216" y="172"/>
                    <a:pt x="3700" y="344"/>
                  </a:cubicBezTo>
                  <a:cubicBezTo>
                    <a:pt x="2581" y="688"/>
                    <a:pt x="1463" y="1291"/>
                    <a:pt x="816" y="2278"/>
                  </a:cubicBezTo>
                  <a:cubicBezTo>
                    <a:pt x="128" y="3397"/>
                    <a:pt x="0" y="4904"/>
                    <a:pt x="0" y="6194"/>
                  </a:cubicBezTo>
                  <a:cubicBezTo>
                    <a:pt x="0" y="7571"/>
                    <a:pt x="558" y="8816"/>
                    <a:pt x="1246" y="9979"/>
                  </a:cubicBezTo>
                  <a:cubicBezTo>
                    <a:pt x="1979" y="11184"/>
                    <a:pt x="3269" y="11655"/>
                    <a:pt x="4302" y="12474"/>
                  </a:cubicBezTo>
                  <a:cubicBezTo>
                    <a:pt x="5461" y="13335"/>
                    <a:pt x="5678" y="14883"/>
                    <a:pt x="6408" y="16087"/>
                  </a:cubicBezTo>
                  <a:cubicBezTo>
                    <a:pt x="7055" y="17120"/>
                    <a:pt x="7870" y="17980"/>
                    <a:pt x="8689" y="18926"/>
                  </a:cubicBezTo>
                  <a:cubicBezTo>
                    <a:pt x="8829" y="19088"/>
                    <a:pt x="9018" y="19125"/>
                    <a:pt x="9224" y="19125"/>
                  </a:cubicBezTo>
                  <a:cubicBezTo>
                    <a:pt x="9399" y="19125"/>
                    <a:pt x="9586" y="19098"/>
                    <a:pt x="9763" y="19098"/>
                  </a:cubicBezTo>
                  <a:cubicBezTo>
                    <a:pt x="10044" y="19098"/>
                    <a:pt x="10401" y="19136"/>
                    <a:pt x="10745" y="19136"/>
                  </a:cubicBezTo>
                  <a:cubicBezTo>
                    <a:pt x="11033" y="19136"/>
                    <a:pt x="11312" y="19110"/>
                    <a:pt x="11528" y="19012"/>
                  </a:cubicBezTo>
                  <a:cubicBezTo>
                    <a:pt x="11828" y="18882"/>
                    <a:pt x="11872" y="18410"/>
                    <a:pt x="11958" y="18107"/>
                  </a:cubicBezTo>
                  <a:cubicBezTo>
                    <a:pt x="12086" y="17636"/>
                    <a:pt x="12130" y="17120"/>
                    <a:pt x="12258" y="16604"/>
                  </a:cubicBezTo>
                  <a:cubicBezTo>
                    <a:pt x="12388" y="16001"/>
                    <a:pt x="12388" y="15182"/>
                    <a:pt x="12819" y="14666"/>
                  </a:cubicBezTo>
                  <a:cubicBezTo>
                    <a:pt x="13122" y="14286"/>
                    <a:pt x="13660" y="14143"/>
                    <a:pt x="14167" y="14143"/>
                  </a:cubicBezTo>
                  <a:cubicBezTo>
                    <a:pt x="14235" y="14143"/>
                    <a:pt x="14301" y="14145"/>
                    <a:pt x="14367" y="14150"/>
                  </a:cubicBezTo>
                  <a:cubicBezTo>
                    <a:pt x="14486" y="14161"/>
                    <a:pt x="14620" y="14170"/>
                    <a:pt x="14758" y="14170"/>
                  </a:cubicBezTo>
                  <a:cubicBezTo>
                    <a:pt x="15165" y="14170"/>
                    <a:pt x="15614" y="14096"/>
                    <a:pt x="15871" y="13806"/>
                  </a:cubicBezTo>
                  <a:cubicBezTo>
                    <a:pt x="16174" y="13507"/>
                    <a:pt x="16301" y="13118"/>
                    <a:pt x="16215" y="12732"/>
                  </a:cubicBezTo>
                  <a:lnTo>
                    <a:pt x="16215" y="12732"/>
                  </a:lnTo>
                  <a:cubicBezTo>
                    <a:pt x="15516" y="12938"/>
                    <a:pt x="14805" y="13037"/>
                    <a:pt x="14099" y="13037"/>
                  </a:cubicBezTo>
                  <a:cubicBezTo>
                    <a:pt x="10375" y="13037"/>
                    <a:pt x="6763" y="10295"/>
                    <a:pt x="5461" y="6063"/>
                  </a:cubicBezTo>
                  <a:cubicBezTo>
                    <a:pt x="4818" y="3958"/>
                    <a:pt x="4818" y="1848"/>
                    <a:pt x="5375" y="0"/>
                  </a:cubicBezTo>
                  <a:close/>
                </a:path>
              </a:pathLst>
            </a:custGeom>
            <a:solidFill>
              <a:srgbClr val="B67E6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4" name="Google Shape;1274;p33"/>
            <p:cNvSpPr/>
            <p:nvPr/>
          </p:nvSpPr>
          <p:spPr>
            <a:xfrm flipH="1">
              <a:off x="2783805" y="2193763"/>
              <a:ext cx="174793" cy="160642"/>
            </a:xfrm>
            <a:custGeom>
              <a:avLst/>
              <a:gdLst/>
              <a:ahLst/>
              <a:cxnLst/>
              <a:rect l="l" t="t" r="r" b="b"/>
              <a:pathLst>
                <a:path w="7485" h="6879" extrusionOk="0">
                  <a:moveTo>
                    <a:pt x="86" y="0"/>
                  </a:moveTo>
                  <a:lnTo>
                    <a:pt x="0" y="87"/>
                  </a:lnTo>
                  <a:cubicBezTo>
                    <a:pt x="1335" y="819"/>
                    <a:pt x="819" y="2925"/>
                    <a:pt x="647" y="4130"/>
                  </a:cubicBezTo>
                  <a:cubicBezTo>
                    <a:pt x="561" y="4474"/>
                    <a:pt x="430" y="4818"/>
                    <a:pt x="389" y="5162"/>
                  </a:cubicBezTo>
                  <a:cubicBezTo>
                    <a:pt x="389" y="5420"/>
                    <a:pt x="344" y="5334"/>
                    <a:pt x="475" y="5551"/>
                  </a:cubicBezTo>
                  <a:cubicBezTo>
                    <a:pt x="561" y="5678"/>
                    <a:pt x="733" y="5809"/>
                    <a:pt x="860" y="5850"/>
                  </a:cubicBezTo>
                  <a:cubicBezTo>
                    <a:pt x="1462" y="6194"/>
                    <a:pt x="2281" y="6453"/>
                    <a:pt x="2970" y="6625"/>
                  </a:cubicBezTo>
                  <a:cubicBezTo>
                    <a:pt x="3692" y="6811"/>
                    <a:pt x="4415" y="6878"/>
                    <a:pt x="5138" y="6878"/>
                  </a:cubicBezTo>
                  <a:cubicBezTo>
                    <a:pt x="5921" y="6878"/>
                    <a:pt x="6703" y="6800"/>
                    <a:pt x="7484" y="6711"/>
                  </a:cubicBezTo>
                  <a:cubicBezTo>
                    <a:pt x="6755" y="6453"/>
                    <a:pt x="6022" y="5678"/>
                    <a:pt x="5551" y="5076"/>
                  </a:cubicBezTo>
                  <a:cubicBezTo>
                    <a:pt x="4904" y="4261"/>
                    <a:pt x="4301" y="3314"/>
                    <a:pt x="3572" y="2581"/>
                  </a:cubicBezTo>
                  <a:cubicBezTo>
                    <a:pt x="2970" y="1979"/>
                    <a:pt x="2323" y="1422"/>
                    <a:pt x="1635" y="947"/>
                  </a:cubicBezTo>
                  <a:cubicBezTo>
                    <a:pt x="1335" y="733"/>
                    <a:pt x="1032" y="603"/>
                    <a:pt x="733" y="431"/>
                  </a:cubicBezTo>
                  <a:cubicBezTo>
                    <a:pt x="516" y="303"/>
                    <a:pt x="303" y="87"/>
                    <a:pt x="86" y="0"/>
                  </a:cubicBezTo>
                  <a:close/>
                </a:path>
              </a:pathLst>
            </a:custGeom>
            <a:solidFill>
              <a:srgbClr val="B67E6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5" name="Google Shape;1275;p33"/>
            <p:cNvSpPr/>
            <p:nvPr/>
          </p:nvSpPr>
          <p:spPr>
            <a:xfrm flipH="1">
              <a:off x="2713493" y="1850099"/>
              <a:ext cx="374668" cy="378707"/>
            </a:xfrm>
            <a:custGeom>
              <a:avLst/>
              <a:gdLst/>
              <a:ahLst/>
              <a:cxnLst/>
              <a:rect l="l" t="t" r="r" b="b"/>
              <a:pathLst>
                <a:path w="16044" h="16217" extrusionOk="0">
                  <a:moveTo>
                    <a:pt x="13866" y="1362"/>
                  </a:moveTo>
                  <a:lnTo>
                    <a:pt x="13979" y="1427"/>
                  </a:lnTo>
                  <a:cubicBezTo>
                    <a:pt x="13951" y="1413"/>
                    <a:pt x="13913" y="1391"/>
                    <a:pt x="13866" y="1362"/>
                  </a:cubicBezTo>
                  <a:close/>
                  <a:moveTo>
                    <a:pt x="9447" y="0"/>
                  </a:moveTo>
                  <a:cubicBezTo>
                    <a:pt x="9078" y="0"/>
                    <a:pt x="8717" y="14"/>
                    <a:pt x="8387" y="50"/>
                  </a:cubicBezTo>
                  <a:cubicBezTo>
                    <a:pt x="7097" y="178"/>
                    <a:pt x="6408" y="350"/>
                    <a:pt x="5548" y="608"/>
                  </a:cubicBezTo>
                  <a:cubicBezTo>
                    <a:pt x="3012" y="1427"/>
                    <a:pt x="816" y="3361"/>
                    <a:pt x="259" y="6244"/>
                  </a:cubicBezTo>
                  <a:cubicBezTo>
                    <a:pt x="1" y="7748"/>
                    <a:pt x="300" y="9297"/>
                    <a:pt x="816" y="10718"/>
                  </a:cubicBezTo>
                  <a:cubicBezTo>
                    <a:pt x="1333" y="12050"/>
                    <a:pt x="2152" y="13557"/>
                    <a:pt x="3442" y="14245"/>
                  </a:cubicBezTo>
                  <a:cubicBezTo>
                    <a:pt x="4302" y="14675"/>
                    <a:pt x="5290" y="15019"/>
                    <a:pt x="5892" y="15880"/>
                  </a:cubicBezTo>
                  <a:cubicBezTo>
                    <a:pt x="6051" y="16064"/>
                    <a:pt x="6096" y="16217"/>
                    <a:pt x="6177" y="16217"/>
                  </a:cubicBezTo>
                  <a:cubicBezTo>
                    <a:pt x="6228" y="16217"/>
                    <a:pt x="6293" y="16157"/>
                    <a:pt x="6408" y="16007"/>
                  </a:cubicBezTo>
                  <a:cubicBezTo>
                    <a:pt x="6625" y="15708"/>
                    <a:pt x="6797" y="15363"/>
                    <a:pt x="6969" y="15061"/>
                  </a:cubicBezTo>
                  <a:cubicBezTo>
                    <a:pt x="7313" y="14331"/>
                    <a:pt x="7785" y="13643"/>
                    <a:pt x="7355" y="12869"/>
                  </a:cubicBezTo>
                  <a:cubicBezTo>
                    <a:pt x="7141" y="12566"/>
                    <a:pt x="6969" y="12394"/>
                    <a:pt x="6752" y="12136"/>
                  </a:cubicBezTo>
                  <a:cubicBezTo>
                    <a:pt x="6408" y="11706"/>
                    <a:pt x="5892" y="11148"/>
                    <a:pt x="5765" y="10673"/>
                  </a:cubicBezTo>
                  <a:cubicBezTo>
                    <a:pt x="5647" y="9899"/>
                    <a:pt x="6020" y="9230"/>
                    <a:pt x="6754" y="9230"/>
                  </a:cubicBezTo>
                  <a:cubicBezTo>
                    <a:pt x="6835" y="9230"/>
                    <a:pt x="6921" y="9238"/>
                    <a:pt x="7010" y="9255"/>
                  </a:cubicBezTo>
                  <a:cubicBezTo>
                    <a:pt x="7829" y="9469"/>
                    <a:pt x="8473" y="10804"/>
                    <a:pt x="9247" y="11189"/>
                  </a:cubicBezTo>
                  <a:cubicBezTo>
                    <a:pt x="9399" y="11285"/>
                    <a:pt x="9543" y="11322"/>
                    <a:pt x="9693" y="11322"/>
                  </a:cubicBezTo>
                  <a:cubicBezTo>
                    <a:pt x="9883" y="11322"/>
                    <a:pt x="10084" y="11262"/>
                    <a:pt x="10324" y="11189"/>
                  </a:cubicBezTo>
                  <a:cubicBezTo>
                    <a:pt x="10926" y="11017"/>
                    <a:pt x="11099" y="10288"/>
                    <a:pt x="11012" y="9772"/>
                  </a:cubicBezTo>
                  <a:cubicBezTo>
                    <a:pt x="10882" y="9297"/>
                    <a:pt x="10624" y="8781"/>
                    <a:pt x="10754" y="8264"/>
                  </a:cubicBezTo>
                  <a:cubicBezTo>
                    <a:pt x="10882" y="7662"/>
                    <a:pt x="11570" y="6888"/>
                    <a:pt x="12086" y="6675"/>
                  </a:cubicBezTo>
                  <a:cubicBezTo>
                    <a:pt x="12475" y="6503"/>
                    <a:pt x="12905" y="6503"/>
                    <a:pt x="13249" y="6244"/>
                  </a:cubicBezTo>
                  <a:cubicBezTo>
                    <a:pt x="13593" y="6072"/>
                    <a:pt x="13549" y="5770"/>
                    <a:pt x="13721" y="5470"/>
                  </a:cubicBezTo>
                  <a:cubicBezTo>
                    <a:pt x="13840" y="5312"/>
                    <a:pt x="13987" y="5267"/>
                    <a:pt x="14148" y="5267"/>
                  </a:cubicBezTo>
                  <a:cubicBezTo>
                    <a:pt x="14360" y="5267"/>
                    <a:pt x="14594" y="5345"/>
                    <a:pt x="14818" y="5345"/>
                  </a:cubicBezTo>
                  <a:cubicBezTo>
                    <a:pt x="14978" y="5345"/>
                    <a:pt x="15133" y="5305"/>
                    <a:pt x="15269" y="5167"/>
                  </a:cubicBezTo>
                  <a:cubicBezTo>
                    <a:pt x="16043" y="4393"/>
                    <a:pt x="15314" y="2975"/>
                    <a:pt x="14839" y="2287"/>
                  </a:cubicBezTo>
                  <a:cubicBezTo>
                    <a:pt x="14404" y="1683"/>
                    <a:pt x="13732" y="1184"/>
                    <a:pt x="13050" y="830"/>
                  </a:cubicBezTo>
                  <a:lnTo>
                    <a:pt x="13050" y="830"/>
                  </a:lnTo>
                  <a:cubicBezTo>
                    <a:pt x="12711" y="606"/>
                    <a:pt x="12376" y="388"/>
                    <a:pt x="12217" y="309"/>
                  </a:cubicBezTo>
                  <a:cubicBezTo>
                    <a:pt x="11828" y="136"/>
                    <a:pt x="11357" y="92"/>
                    <a:pt x="10926" y="50"/>
                  </a:cubicBezTo>
                  <a:cubicBezTo>
                    <a:pt x="10457" y="25"/>
                    <a:pt x="9945" y="0"/>
                    <a:pt x="9447"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6" name="Google Shape;1276;p33"/>
            <p:cNvSpPr/>
            <p:nvPr/>
          </p:nvSpPr>
          <p:spPr>
            <a:xfrm flipH="1">
              <a:off x="2564831" y="2299272"/>
              <a:ext cx="505231" cy="1249592"/>
            </a:xfrm>
            <a:custGeom>
              <a:avLst/>
              <a:gdLst/>
              <a:ahLst/>
              <a:cxnLst/>
              <a:rect l="l" t="t" r="r" b="b"/>
              <a:pathLst>
                <a:path w="21635" h="53510" extrusionOk="0">
                  <a:moveTo>
                    <a:pt x="5203" y="1"/>
                  </a:moveTo>
                  <a:cubicBezTo>
                    <a:pt x="5203" y="1"/>
                    <a:pt x="2966" y="2323"/>
                    <a:pt x="2450" y="3270"/>
                  </a:cubicBezTo>
                  <a:cubicBezTo>
                    <a:pt x="1934" y="4257"/>
                    <a:pt x="1246" y="7784"/>
                    <a:pt x="1246" y="7870"/>
                  </a:cubicBezTo>
                  <a:cubicBezTo>
                    <a:pt x="1246" y="7957"/>
                    <a:pt x="774" y="15871"/>
                    <a:pt x="860" y="17894"/>
                  </a:cubicBezTo>
                  <a:cubicBezTo>
                    <a:pt x="1205" y="26755"/>
                    <a:pt x="0" y="53510"/>
                    <a:pt x="0" y="53510"/>
                  </a:cubicBezTo>
                  <a:lnTo>
                    <a:pt x="21634" y="53510"/>
                  </a:lnTo>
                  <a:cubicBezTo>
                    <a:pt x="21634" y="53510"/>
                    <a:pt x="19615" y="31786"/>
                    <a:pt x="20733" y="14323"/>
                  </a:cubicBezTo>
                  <a:cubicBezTo>
                    <a:pt x="20905" y="11959"/>
                    <a:pt x="15354" y="6666"/>
                    <a:pt x="12946" y="2582"/>
                  </a:cubicBezTo>
                  <a:cubicBezTo>
                    <a:pt x="11741" y="603"/>
                    <a:pt x="5977" y="259"/>
                    <a:pt x="5203"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7" name="Google Shape;1277;p33"/>
            <p:cNvSpPr/>
            <p:nvPr/>
          </p:nvSpPr>
          <p:spPr>
            <a:xfrm flipH="1">
              <a:off x="2564831" y="2299272"/>
              <a:ext cx="505231" cy="2428870"/>
            </a:xfrm>
            <a:custGeom>
              <a:avLst/>
              <a:gdLst/>
              <a:ahLst/>
              <a:cxnLst/>
              <a:rect l="l" t="t" r="r" b="b"/>
              <a:pathLst>
                <a:path w="21635" h="104009" extrusionOk="0">
                  <a:moveTo>
                    <a:pt x="5203" y="1"/>
                  </a:moveTo>
                  <a:lnTo>
                    <a:pt x="5203" y="1"/>
                  </a:lnTo>
                  <a:cubicBezTo>
                    <a:pt x="4388" y="472"/>
                    <a:pt x="2839" y="2537"/>
                    <a:pt x="2450" y="3270"/>
                  </a:cubicBezTo>
                  <a:cubicBezTo>
                    <a:pt x="1934" y="4257"/>
                    <a:pt x="1246" y="7657"/>
                    <a:pt x="1246" y="7743"/>
                  </a:cubicBezTo>
                  <a:cubicBezTo>
                    <a:pt x="1246" y="7829"/>
                    <a:pt x="774" y="15785"/>
                    <a:pt x="860" y="17764"/>
                  </a:cubicBezTo>
                  <a:cubicBezTo>
                    <a:pt x="1205" y="26625"/>
                    <a:pt x="0" y="53895"/>
                    <a:pt x="0" y="53895"/>
                  </a:cubicBezTo>
                  <a:lnTo>
                    <a:pt x="4773" y="53895"/>
                  </a:lnTo>
                  <a:cubicBezTo>
                    <a:pt x="4818" y="58283"/>
                    <a:pt x="5592" y="63530"/>
                    <a:pt x="6280" y="66844"/>
                  </a:cubicBezTo>
                  <a:cubicBezTo>
                    <a:pt x="6580" y="68221"/>
                    <a:pt x="6752" y="68909"/>
                    <a:pt x="6538" y="70285"/>
                  </a:cubicBezTo>
                  <a:cubicBezTo>
                    <a:pt x="6322" y="71490"/>
                    <a:pt x="5850" y="72563"/>
                    <a:pt x="5764" y="73854"/>
                  </a:cubicBezTo>
                  <a:cubicBezTo>
                    <a:pt x="5633" y="76651"/>
                    <a:pt x="5633" y="79490"/>
                    <a:pt x="5719" y="82329"/>
                  </a:cubicBezTo>
                  <a:cubicBezTo>
                    <a:pt x="5633" y="82543"/>
                    <a:pt x="5592" y="82759"/>
                    <a:pt x="5547" y="82973"/>
                  </a:cubicBezTo>
                  <a:cubicBezTo>
                    <a:pt x="4388" y="87876"/>
                    <a:pt x="2323" y="102501"/>
                    <a:pt x="2323" y="102501"/>
                  </a:cubicBezTo>
                  <a:lnTo>
                    <a:pt x="14711" y="104008"/>
                  </a:lnTo>
                  <a:cubicBezTo>
                    <a:pt x="14711" y="104008"/>
                    <a:pt x="15526" y="97126"/>
                    <a:pt x="16604" y="89769"/>
                  </a:cubicBezTo>
                  <a:cubicBezTo>
                    <a:pt x="15399" y="87921"/>
                    <a:pt x="14367" y="85598"/>
                    <a:pt x="13507" y="83018"/>
                  </a:cubicBezTo>
                  <a:cubicBezTo>
                    <a:pt x="13851" y="79876"/>
                    <a:pt x="14023" y="76779"/>
                    <a:pt x="14109" y="73554"/>
                  </a:cubicBezTo>
                  <a:cubicBezTo>
                    <a:pt x="14236" y="67746"/>
                    <a:pt x="13290" y="62371"/>
                    <a:pt x="11397" y="56992"/>
                  </a:cubicBezTo>
                  <a:cubicBezTo>
                    <a:pt x="11528" y="55960"/>
                    <a:pt x="11655" y="54886"/>
                    <a:pt x="11872" y="53895"/>
                  </a:cubicBezTo>
                  <a:lnTo>
                    <a:pt x="21634" y="53895"/>
                  </a:lnTo>
                  <a:cubicBezTo>
                    <a:pt x="21634" y="53895"/>
                    <a:pt x="21118" y="46841"/>
                    <a:pt x="20475" y="38541"/>
                  </a:cubicBezTo>
                  <a:cubicBezTo>
                    <a:pt x="15268" y="35702"/>
                    <a:pt x="10410" y="30627"/>
                    <a:pt x="7140" y="24044"/>
                  </a:cubicBezTo>
                  <a:cubicBezTo>
                    <a:pt x="3183" y="16088"/>
                    <a:pt x="3269" y="6580"/>
                    <a:pt x="5203"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8" name="Google Shape;1278;p33"/>
            <p:cNvSpPr/>
            <p:nvPr/>
          </p:nvSpPr>
          <p:spPr>
            <a:xfrm flipH="1">
              <a:off x="2063531" y="2480352"/>
              <a:ext cx="175144" cy="111555"/>
            </a:xfrm>
            <a:custGeom>
              <a:avLst/>
              <a:gdLst/>
              <a:ahLst/>
              <a:cxnLst/>
              <a:rect l="l" t="t" r="r" b="b"/>
              <a:pathLst>
                <a:path w="7500" h="4777" extrusionOk="0">
                  <a:moveTo>
                    <a:pt x="5040" y="0"/>
                  </a:moveTo>
                  <a:cubicBezTo>
                    <a:pt x="3995" y="0"/>
                    <a:pt x="3007" y="525"/>
                    <a:pt x="2940" y="547"/>
                  </a:cubicBezTo>
                  <a:lnTo>
                    <a:pt x="2981" y="547"/>
                  </a:lnTo>
                  <a:lnTo>
                    <a:pt x="2723" y="677"/>
                  </a:lnTo>
                  <a:cubicBezTo>
                    <a:pt x="2596" y="633"/>
                    <a:pt x="2723" y="461"/>
                    <a:pt x="2723" y="333"/>
                  </a:cubicBezTo>
                  <a:cubicBezTo>
                    <a:pt x="2699" y="327"/>
                    <a:pt x="2677" y="324"/>
                    <a:pt x="2657" y="324"/>
                  </a:cubicBezTo>
                  <a:cubicBezTo>
                    <a:pt x="2527" y="324"/>
                    <a:pt x="2453" y="437"/>
                    <a:pt x="2379" y="547"/>
                  </a:cubicBezTo>
                  <a:cubicBezTo>
                    <a:pt x="2207" y="763"/>
                    <a:pt x="2035" y="891"/>
                    <a:pt x="1863" y="1063"/>
                  </a:cubicBezTo>
                  <a:cubicBezTo>
                    <a:pt x="1735" y="1194"/>
                    <a:pt x="1649" y="1321"/>
                    <a:pt x="1518" y="1452"/>
                  </a:cubicBezTo>
                  <a:cubicBezTo>
                    <a:pt x="1518" y="1493"/>
                    <a:pt x="1477" y="1493"/>
                    <a:pt x="1432" y="1538"/>
                  </a:cubicBezTo>
                  <a:cubicBezTo>
                    <a:pt x="916" y="1923"/>
                    <a:pt x="572" y="2439"/>
                    <a:pt x="56" y="2828"/>
                  </a:cubicBezTo>
                  <a:cubicBezTo>
                    <a:pt x="39" y="2811"/>
                    <a:pt x="28" y="2804"/>
                    <a:pt x="23" y="2804"/>
                  </a:cubicBezTo>
                  <a:cubicBezTo>
                    <a:pt x="1" y="2804"/>
                    <a:pt x="56" y="2914"/>
                    <a:pt x="56" y="2914"/>
                  </a:cubicBezTo>
                  <a:cubicBezTo>
                    <a:pt x="273" y="3430"/>
                    <a:pt x="703" y="3988"/>
                    <a:pt x="1047" y="4418"/>
                  </a:cubicBezTo>
                  <a:cubicBezTo>
                    <a:pt x="1295" y="4695"/>
                    <a:pt x="1490" y="4776"/>
                    <a:pt x="1690" y="4776"/>
                  </a:cubicBezTo>
                  <a:cubicBezTo>
                    <a:pt x="1800" y="4776"/>
                    <a:pt x="1912" y="4751"/>
                    <a:pt x="2035" y="4721"/>
                  </a:cubicBezTo>
                  <a:cubicBezTo>
                    <a:pt x="2379" y="4721"/>
                    <a:pt x="4660" y="4504"/>
                    <a:pt x="5004" y="4463"/>
                  </a:cubicBezTo>
                  <a:cubicBezTo>
                    <a:pt x="5693" y="4377"/>
                    <a:pt x="6467" y="4291"/>
                    <a:pt x="7155" y="4032"/>
                  </a:cubicBezTo>
                  <a:cubicBezTo>
                    <a:pt x="7327" y="3946"/>
                    <a:pt x="7499" y="3860"/>
                    <a:pt x="7327" y="3688"/>
                  </a:cubicBezTo>
                  <a:cubicBezTo>
                    <a:pt x="7196" y="3516"/>
                    <a:pt x="7155" y="3516"/>
                    <a:pt x="7196" y="3300"/>
                  </a:cubicBezTo>
                  <a:cubicBezTo>
                    <a:pt x="7196" y="3213"/>
                    <a:pt x="7241" y="3127"/>
                    <a:pt x="7241" y="3041"/>
                  </a:cubicBezTo>
                  <a:cubicBezTo>
                    <a:pt x="7241" y="2955"/>
                    <a:pt x="7155" y="2869"/>
                    <a:pt x="7196" y="2783"/>
                  </a:cubicBezTo>
                  <a:cubicBezTo>
                    <a:pt x="7196" y="2656"/>
                    <a:pt x="7327" y="2611"/>
                    <a:pt x="7368" y="2484"/>
                  </a:cubicBezTo>
                  <a:cubicBezTo>
                    <a:pt x="7413" y="2353"/>
                    <a:pt x="7413" y="2140"/>
                    <a:pt x="7368" y="2009"/>
                  </a:cubicBezTo>
                  <a:cubicBezTo>
                    <a:pt x="6962" y="423"/>
                    <a:pt x="5978" y="0"/>
                    <a:pt x="5040" y="0"/>
                  </a:cubicBezTo>
                  <a:close/>
                </a:path>
              </a:pathLst>
            </a:custGeom>
            <a:solidFill>
              <a:srgbClr val="D4927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79" name="Google Shape;1279;p33"/>
            <p:cNvSpPr/>
            <p:nvPr/>
          </p:nvSpPr>
          <p:spPr>
            <a:xfrm flipH="1">
              <a:off x="2152984" y="2394576"/>
              <a:ext cx="818645" cy="457195"/>
            </a:xfrm>
            <a:custGeom>
              <a:avLst/>
              <a:gdLst/>
              <a:ahLst/>
              <a:cxnLst/>
              <a:rect l="l" t="t" r="r" b="b"/>
              <a:pathLst>
                <a:path w="35056" h="19578" extrusionOk="0">
                  <a:moveTo>
                    <a:pt x="4312" y="0"/>
                  </a:moveTo>
                  <a:cubicBezTo>
                    <a:pt x="3260" y="0"/>
                    <a:pt x="2144" y="516"/>
                    <a:pt x="1160" y="2241"/>
                  </a:cubicBezTo>
                  <a:cubicBezTo>
                    <a:pt x="1" y="4220"/>
                    <a:pt x="2237" y="6329"/>
                    <a:pt x="2237" y="6329"/>
                  </a:cubicBezTo>
                  <a:cubicBezTo>
                    <a:pt x="2237" y="6329"/>
                    <a:pt x="11595" y="19578"/>
                    <a:pt x="18897" y="19578"/>
                  </a:cubicBezTo>
                  <a:cubicBezTo>
                    <a:pt x="18921" y="19578"/>
                    <a:pt x="18944" y="19578"/>
                    <a:pt x="18968" y="19577"/>
                  </a:cubicBezTo>
                  <a:cubicBezTo>
                    <a:pt x="23958" y="19533"/>
                    <a:pt x="35055" y="11532"/>
                    <a:pt x="35055" y="11532"/>
                  </a:cubicBezTo>
                  <a:lnTo>
                    <a:pt x="31487" y="6415"/>
                  </a:lnTo>
                  <a:lnTo>
                    <a:pt x="19701" y="12220"/>
                  </a:lnTo>
                  <a:cubicBezTo>
                    <a:pt x="19701" y="12220"/>
                    <a:pt x="11184" y="2843"/>
                    <a:pt x="7010" y="823"/>
                  </a:cubicBezTo>
                  <a:cubicBezTo>
                    <a:pt x="6290" y="485"/>
                    <a:pt x="5331" y="0"/>
                    <a:pt x="4312"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0" name="Google Shape;1280;p33"/>
            <p:cNvSpPr/>
            <p:nvPr/>
          </p:nvSpPr>
          <p:spPr>
            <a:xfrm flipH="1">
              <a:off x="2759710" y="1695525"/>
              <a:ext cx="460068" cy="474149"/>
            </a:xfrm>
            <a:custGeom>
              <a:avLst/>
              <a:gdLst/>
              <a:ahLst/>
              <a:cxnLst/>
              <a:rect l="l" t="t" r="r" b="b"/>
              <a:pathLst>
                <a:path w="19701" h="20304" extrusionOk="0">
                  <a:moveTo>
                    <a:pt x="11958" y="1"/>
                  </a:moveTo>
                  <a:lnTo>
                    <a:pt x="0" y="12863"/>
                  </a:lnTo>
                  <a:lnTo>
                    <a:pt x="7743" y="20303"/>
                  </a:lnTo>
                  <a:lnTo>
                    <a:pt x="19701" y="7485"/>
                  </a:lnTo>
                  <a:lnTo>
                    <a:pt x="11958"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1" name="Google Shape;1281;p33"/>
            <p:cNvSpPr/>
            <p:nvPr/>
          </p:nvSpPr>
          <p:spPr>
            <a:xfrm flipH="1">
              <a:off x="2723534" y="1844190"/>
              <a:ext cx="325487" cy="372729"/>
            </a:xfrm>
            <a:custGeom>
              <a:avLst/>
              <a:gdLst/>
              <a:ahLst/>
              <a:cxnLst/>
              <a:rect l="l" t="t" r="r" b="b"/>
              <a:pathLst>
                <a:path w="13938" h="15961" extrusionOk="0">
                  <a:moveTo>
                    <a:pt x="12045" y="1"/>
                  </a:moveTo>
                  <a:lnTo>
                    <a:pt x="1" y="13937"/>
                  </a:lnTo>
                  <a:lnTo>
                    <a:pt x="2282" y="15961"/>
                  </a:lnTo>
                  <a:lnTo>
                    <a:pt x="13937" y="1852"/>
                  </a:lnTo>
                  <a:lnTo>
                    <a:pt x="12045"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2" name="Google Shape;1282;p33"/>
            <p:cNvSpPr/>
            <p:nvPr/>
          </p:nvSpPr>
          <p:spPr>
            <a:xfrm flipH="1">
              <a:off x="2635144" y="4687989"/>
              <a:ext cx="379712" cy="221755"/>
            </a:xfrm>
            <a:custGeom>
              <a:avLst/>
              <a:gdLst/>
              <a:ahLst/>
              <a:cxnLst/>
              <a:rect l="l" t="t" r="r" b="b"/>
              <a:pathLst>
                <a:path w="16260" h="9496" extrusionOk="0">
                  <a:moveTo>
                    <a:pt x="1807" y="1"/>
                  </a:moveTo>
                  <a:cubicBezTo>
                    <a:pt x="1205" y="730"/>
                    <a:pt x="688" y="1721"/>
                    <a:pt x="475" y="2623"/>
                  </a:cubicBezTo>
                  <a:cubicBezTo>
                    <a:pt x="389" y="2967"/>
                    <a:pt x="86" y="3786"/>
                    <a:pt x="172" y="4130"/>
                  </a:cubicBezTo>
                  <a:cubicBezTo>
                    <a:pt x="217" y="4171"/>
                    <a:pt x="217" y="4216"/>
                    <a:pt x="258" y="4257"/>
                  </a:cubicBezTo>
                  <a:cubicBezTo>
                    <a:pt x="217" y="4257"/>
                    <a:pt x="217" y="4302"/>
                    <a:pt x="217" y="4343"/>
                  </a:cubicBezTo>
                  <a:cubicBezTo>
                    <a:pt x="131" y="4774"/>
                    <a:pt x="0" y="5548"/>
                    <a:pt x="258" y="5851"/>
                  </a:cubicBezTo>
                  <a:cubicBezTo>
                    <a:pt x="688" y="6236"/>
                    <a:pt x="1335" y="6322"/>
                    <a:pt x="1852" y="6494"/>
                  </a:cubicBezTo>
                  <a:cubicBezTo>
                    <a:pt x="2454" y="6711"/>
                    <a:pt x="3056" y="6883"/>
                    <a:pt x="3785" y="6924"/>
                  </a:cubicBezTo>
                  <a:cubicBezTo>
                    <a:pt x="3785" y="6711"/>
                    <a:pt x="3785" y="6281"/>
                    <a:pt x="4130" y="6236"/>
                  </a:cubicBezTo>
                  <a:cubicBezTo>
                    <a:pt x="4143" y="6233"/>
                    <a:pt x="4158" y="6232"/>
                    <a:pt x="4174" y="6232"/>
                  </a:cubicBezTo>
                  <a:cubicBezTo>
                    <a:pt x="4405" y="6232"/>
                    <a:pt x="4829" y="6500"/>
                    <a:pt x="4990" y="6580"/>
                  </a:cubicBezTo>
                  <a:cubicBezTo>
                    <a:pt x="5678" y="6969"/>
                    <a:pt x="6280" y="7485"/>
                    <a:pt x="7013" y="7829"/>
                  </a:cubicBezTo>
                  <a:cubicBezTo>
                    <a:pt x="8734" y="8604"/>
                    <a:pt x="10626" y="9034"/>
                    <a:pt x="12433" y="9378"/>
                  </a:cubicBezTo>
                  <a:cubicBezTo>
                    <a:pt x="12881" y="9463"/>
                    <a:pt x="13351" y="9495"/>
                    <a:pt x="13816" y="9495"/>
                  </a:cubicBezTo>
                  <a:cubicBezTo>
                    <a:pt x="14287" y="9495"/>
                    <a:pt x="14753" y="9462"/>
                    <a:pt x="15186" y="9419"/>
                  </a:cubicBezTo>
                  <a:cubicBezTo>
                    <a:pt x="15263" y="9419"/>
                    <a:pt x="15354" y="9422"/>
                    <a:pt x="15451" y="9422"/>
                  </a:cubicBezTo>
                  <a:cubicBezTo>
                    <a:pt x="15728" y="9422"/>
                    <a:pt x="16046" y="9397"/>
                    <a:pt x="16173" y="9206"/>
                  </a:cubicBezTo>
                  <a:cubicBezTo>
                    <a:pt x="16259" y="9120"/>
                    <a:pt x="16259" y="8776"/>
                    <a:pt x="16218" y="8645"/>
                  </a:cubicBezTo>
                  <a:cubicBezTo>
                    <a:pt x="16259" y="8559"/>
                    <a:pt x="16087" y="8604"/>
                    <a:pt x="16087" y="8559"/>
                  </a:cubicBezTo>
                  <a:cubicBezTo>
                    <a:pt x="16218" y="8215"/>
                    <a:pt x="16046" y="7399"/>
                    <a:pt x="15874" y="7141"/>
                  </a:cubicBezTo>
                  <a:cubicBezTo>
                    <a:pt x="15530" y="6797"/>
                    <a:pt x="14883" y="6580"/>
                    <a:pt x="14453" y="6539"/>
                  </a:cubicBezTo>
                  <a:cubicBezTo>
                    <a:pt x="13335" y="6408"/>
                    <a:pt x="12347" y="6023"/>
                    <a:pt x="11442" y="5290"/>
                  </a:cubicBezTo>
                  <a:cubicBezTo>
                    <a:pt x="10798" y="4818"/>
                    <a:pt x="10368" y="3999"/>
                    <a:pt x="9938" y="3311"/>
                  </a:cubicBezTo>
                  <a:cubicBezTo>
                    <a:pt x="9680" y="2926"/>
                    <a:pt x="9422" y="2496"/>
                    <a:pt x="9164" y="2107"/>
                  </a:cubicBezTo>
                  <a:cubicBezTo>
                    <a:pt x="8992" y="1807"/>
                    <a:pt x="8861" y="1418"/>
                    <a:pt x="8562" y="1246"/>
                  </a:cubicBezTo>
                  <a:lnTo>
                    <a:pt x="8562" y="1246"/>
                  </a:lnTo>
                  <a:lnTo>
                    <a:pt x="8648" y="1291"/>
                  </a:lnTo>
                  <a:cubicBezTo>
                    <a:pt x="8538" y="1213"/>
                    <a:pt x="8407" y="1180"/>
                    <a:pt x="8269" y="1180"/>
                  </a:cubicBezTo>
                  <a:cubicBezTo>
                    <a:pt x="8026" y="1180"/>
                    <a:pt x="7764" y="1282"/>
                    <a:pt x="7571" y="1418"/>
                  </a:cubicBezTo>
                  <a:cubicBezTo>
                    <a:pt x="6862" y="1810"/>
                    <a:pt x="6328" y="2463"/>
                    <a:pt x="5536" y="2463"/>
                  </a:cubicBezTo>
                  <a:cubicBezTo>
                    <a:pt x="5367" y="2463"/>
                    <a:pt x="5187" y="2433"/>
                    <a:pt x="4990" y="2365"/>
                  </a:cubicBezTo>
                  <a:cubicBezTo>
                    <a:pt x="4432" y="2193"/>
                    <a:pt x="3916" y="1893"/>
                    <a:pt x="3400" y="1549"/>
                  </a:cubicBezTo>
                  <a:cubicBezTo>
                    <a:pt x="3056" y="1332"/>
                    <a:pt x="2712" y="1074"/>
                    <a:pt x="2409" y="775"/>
                  </a:cubicBezTo>
                  <a:cubicBezTo>
                    <a:pt x="2237" y="558"/>
                    <a:pt x="2024" y="128"/>
                    <a:pt x="180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283" name="Google Shape;1283;p33"/>
          <p:cNvGrpSpPr/>
          <p:nvPr/>
        </p:nvGrpSpPr>
        <p:grpSpPr>
          <a:xfrm>
            <a:off x="268910" y="4882133"/>
            <a:ext cx="1204524" cy="1487664"/>
            <a:chOff x="201682" y="3661600"/>
            <a:chExt cx="903393" cy="1115748"/>
          </a:xfrm>
        </p:grpSpPr>
        <p:sp>
          <p:nvSpPr>
            <p:cNvPr id="1284" name="Google Shape;1284;p33"/>
            <p:cNvSpPr/>
            <p:nvPr/>
          </p:nvSpPr>
          <p:spPr>
            <a:xfrm>
              <a:off x="201682" y="4561148"/>
              <a:ext cx="903381" cy="55383"/>
            </a:xfrm>
            <a:custGeom>
              <a:avLst/>
              <a:gdLst/>
              <a:ahLst/>
              <a:cxnLst/>
              <a:rect l="l" t="t" r="r" b="b"/>
              <a:pathLst>
                <a:path w="23717" h="1454" extrusionOk="0">
                  <a:moveTo>
                    <a:pt x="1" y="1"/>
                  </a:moveTo>
                  <a:lnTo>
                    <a:pt x="1" y="1454"/>
                  </a:lnTo>
                  <a:lnTo>
                    <a:pt x="23716" y="1454"/>
                  </a:lnTo>
                  <a:lnTo>
                    <a:pt x="23716"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5" name="Google Shape;1285;p33"/>
            <p:cNvSpPr/>
            <p:nvPr/>
          </p:nvSpPr>
          <p:spPr>
            <a:xfrm>
              <a:off x="964446" y="4640414"/>
              <a:ext cx="137619" cy="136934"/>
            </a:xfrm>
            <a:custGeom>
              <a:avLst/>
              <a:gdLst/>
              <a:ahLst/>
              <a:cxnLst/>
              <a:rect l="l" t="t" r="r" b="b"/>
              <a:pathLst>
                <a:path w="3613" h="3595" extrusionOk="0">
                  <a:moveTo>
                    <a:pt x="1807" y="1"/>
                  </a:moveTo>
                  <a:cubicBezTo>
                    <a:pt x="804" y="1"/>
                    <a:pt x="0" y="806"/>
                    <a:pt x="0" y="1788"/>
                  </a:cubicBezTo>
                  <a:cubicBezTo>
                    <a:pt x="0" y="2789"/>
                    <a:pt x="804" y="3594"/>
                    <a:pt x="1807" y="3594"/>
                  </a:cubicBezTo>
                  <a:cubicBezTo>
                    <a:pt x="2788" y="3594"/>
                    <a:pt x="3613" y="2789"/>
                    <a:pt x="3613" y="1788"/>
                  </a:cubicBezTo>
                  <a:cubicBezTo>
                    <a:pt x="3613" y="806"/>
                    <a:pt x="2788" y="1"/>
                    <a:pt x="1807"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6" name="Google Shape;1286;p33"/>
            <p:cNvSpPr/>
            <p:nvPr/>
          </p:nvSpPr>
          <p:spPr>
            <a:xfrm>
              <a:off x="986881" y="4662850"/>
              <a:ext cx="91987" cy="92064"/>
            </a:xfrm>
            <a:custGeom>
              <a:avLst/>
              <a:gdLst/>
              <a:ahLst/>
              <a:cxnLst/>
              <a:rect l="l" t="t" r="r" b="b"/>
              <a:pathLst>
                <a:path w="2415" h="2417" extrusionOk="0">
                  <a:moveTo>
                    <a:pt x="1218" y="1"/>
                  </a:moveTo>
                  <a:cubicBezTo>
                    <a:pt x="550" y="1"/>
                    <a:pt x="0" y="532"/>
                    <a:pt x="0" y="1199"/>
                  </a:cubicBezTo>
                  <a:cubicBezTo>
                    <a:pt x="0" y="1867"/>
                    <a:pt x="550" y="2416"/>
                    <a:pt x="1218" y="2416"/>
                  </a:cubicBezTo>
                  <a:cubicBezTo>
                    <a:pt x="1885" y="2416"/>
                    <a:pt x="2414" y="1867"/>
                    <a:pt x="2414" y="1199"/>
                  </a:cubicBezTo>
                  <a:cubicBezTo>
                    <a:pt x="2414" y="532"/>
                    <a:pt x="1885" y="1"/>
                    <a:pt x="1218"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7" name="Google Shape;1287;p33"/>
            <p:cNvSpPr/>
            <p:nvPr/>
          </p:nvSpPr>
          <p:spPr>
            <a:xfrm>
              <a:off x="205415" y="4640414"/>
              <a:ext cx="137619" cy="136934"/>
            </a:xfrm>
            <a:custGeom>
              <a:avLst/>
              <a:gdLst/>
              <a:ahLst/>
              <a:cxnLst/>
              <a:rect l="l" t="t" r="r" b="b"/>
              <a:pathLst>
                <a:path w="3613" h="3595" extrusionOk="0">
                  <a:moveTo>
                    <a:pt x="1806" y="1"/>
                  </a:moveTo>
                  <a:cubicBezTo>
                    <a:pt x="806" y="1"/>
                    <a:pt x="0" y="806"/>
                    <a:pt x="0" y="1788"/>
                  </a:cubicBezTo>
                  <a:cubicBezTo>
                    <a:pt x="0" y="2789"/>
                    <a:pt x="806" y="3594"/>
                    <a:pt x="1806" y="3594"/>
                  </a:cubicBezTo>
                  <a:cubicBezTo>
                    <a:pt x="2808" y="3594"/>
                    <a:pt x="3612" y="2789"/>
                    <a:pt x="3612" y="1788"/>
                  </a:cubicBezTo>
                  <a:cubicBezTo>
                    <a:pt x="3612" y="806"/>
                    <a:pt x="2808" y="1"/>
                    <a:pt x="1806"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8" name="Google Shape;1288;p33"/>
            <p:cNvSpPr/>
            <p:nvPr/>
          </p:nvSpPr>
          <p:spPr>
            <a:xfrm>
              <a:off x="227850" y="4662850"/>
              <a:ext cx="92749" cy="92064"/>
            </a:xfrm>
            <a:custGeom>
              <a:avLst/>
              <a:gdLst/>
              <a:ahLst/>
              <a:cxnLst/>
              <a:rect l="l" t="t" r="r" b="b"/>
              <a:pathLst>
                <a:path w="2435" h="2417" extrusionOk="0">
                  <a:moveTo>
                    <a:pt x="1217" y="1"/>
                  </a:moveTo>
                  <a:cubicBezTo>
                    <a:pt x="550" y="1"/>
                    <a:pt x="0" y="532"/>
                    <a:pt x="0" y="1199"/>
                  </a:cubicBezTo>
                  <a:cubicBezTo>
                    <a:pt x="0" y="1867"/>
                    <a:pt x="550" y="2416"/>
                    <a:pt x="1217" y="2416"/>
                  </a:cubicBezTo>
                  <a:cubicBezTo>
                    <a:pt x="1885" y="2416"/>
                    <a:pt x="2434" y="1867"/>
                    <a:pt x="2434" y="1199"/>
                  </a:cubicBezTo>
                  <a:cubicBezTo>
                    <a:pt x="2434" y="532"/>
                    <a:pt x="1885" y="1"/>
                    <a:pt x="1217"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89" name="Google Shape;1289;p33"/>
            <p:cNvSpPr/>
            <p:nvPr/>
          </p:nvSpPr>
          <p:spPr>
            <a:xfrm>
              <a:off x="960675" y="4590363"/>
              <a:ext cx="144399" cy="144323"/>
            </a:xfrm>
            <a:custGeom>
              <a:avLst/>
              <a:gdLst/>
              <a:ahLst/>
              <a:cxnLst/>
              <a:rect l="l" t="t" r="r" b="b"/>
              <a:pathLst>
                <a:path w="3791" h="3789" extrusionOk="0">
                  <a:moveTo>
                    <a:pt x="0" y="0"/>
                  </a:moveTo>
                  <a:lnTo>
                    <a:pt x="1906" y="3788"/>
                  </a:lnTo>
                  <a:lnTo>
                    <a:pt x="3790"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0" name="Google Shape;1290;p33"/>
            <p:cNvSpPr/>
            <p:nvPr/>
          </p:nvSpPr>
          <p:spPr>
            <a:xfrm>
              <a:off x="201682" y="4590363"/>
              <a:ext cx="145123" cy="144323"/>
            </a:xfrm>
            <a:custGeom>
              <a:avLst/>
              <a:gdLst/>
              <a:ahLst/>
              <a:cxnLst/>
              <a:rect l="l" t="t" r="r" b="b"/>
              <a:pathLst>
                <a:path w="3810" h="3789" extrusionOk="0">
                  <a:moveTo>
                    <a:pt x="1" y="0"/>
                  </a:moveTo>
                  <a:lnTo>
                    <a:pt x="1904" y="3788"/>
                  </a:lnTo>
                  <a:lnTo>
                    <a:pt x="3809"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1" name="Google Shape;1291;p33"/>
            <p:cNvSpPr/>
            <p:nvPr/>
          </p:nvSpPr>
          <p:spPr>
            <a:xfrm>
              <a:off x="627154" y="3687006"/>
              <a:ext cx="53174" cy="980360"/>
            </a:xfrm>
            <a:custGeom>
              <a:avLst/>
              <a:gdLst/>
              <a:ahLst/>
              <a:cxnLst/>
              <a:rect l="l" t="t" r="r" b="b"/>
              <a:pathLst>
                <a:path w="1396" h="25738" extrusionOk="0">
                  <a:moveTo>
                    <a:pt x="1" y="1"/>
                  </a:moveTo>
                  <a:lnTo>
                    <a:pt x="1" y="25620"/>
                  </a:lnTo>
                  <a:cubicBezTo>
                    <a:pt x="1" y="25698"/>
                    <a:pt x="315" y="25738"/>
                    <a:pt x="688" y="25738"/>
                  </a:cubicBezTo>
                  <a:cubicBezTo>
                    <a:pt x="1081" y="25738"/>
                    <a:pt x="1395" y="25698"/>
                    <a:pt x="1395" y="25620"/>
                  </a:cubicBezTo>
                  <a:lnTo>
                    <a:pt x="1395"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2" name="Google Shape;1292;p33"/>
            <p:cNvSpPr/>
            <p:nvPr/>
          </p:nvSpPr>
          <p:spPr>
            <a:xfrm>
              <a:off x="243581" y="3691501"/>
              <a:ext cx="300644" cy="181727"/>
            </a:xfrm>
            <a:custGeom>
              <a:avLst/>
              <a:gdLst/>
              <a:ahLst/>
              <a:cxnLst/>
              <a:rect l="l" t="t" r="r" b="b"/>
              <a:pathLst>
                <a:path w="7893" h="4771" extrusionOk="0">
                  <a:moveTo>
                    <a:pt x="0" y="1"/>
                  </a:moveTo>
                  <a:lnTo>
                    <a:pt x="589" y="2846"/>
                  </a:lnTo>
                  <a:cubicBezTo>
                    <a:pt x="589" y="3907"/>
                    <a:pt x="1354" y="4770"/>
                    <a:pt x="2317" y="4770"/>
                  </a:cubicBezTo>
                  <a:lnTo>
                    <a:pt x="5594" y="4770"/>
                  </a:lnTo>
                  <a:cubicBezTo>
                    <a:pt x="6537" y="4770"/>
                    <a:pt x="7303" y="3907"/>
                    <a:pt x="7303" y="2846"/>
                  </a:cubicBezTo>
                  <a:lnTo>
                    <a:pt x="7892" y="1"/>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3" name="Google Shape;1293;p33"/>
            <p:cNvSpPr/>
            <p:nvPr/>
          </p:nvSpPr>
          <p:spPr>
            <a:xfrm>
              <a:off x="217375" y="3661600"/>
              <a:ext cx="352980" cy="14969"/>
            </a:xfrm>
            <a:custGeom>
              <a:avLst/>
              <a:gdLst/>
              <a:ahLst/>
              <a:cxnLst/>
              <a:rect l="l" t="t" r="r" b="b"/>
              <a:pathLst>
                <a:path w="9267" h="393" extrusionOk="0">
                  <a:moveTo>
                    <a:pt x="178" y="0"/>
                  </a:moveTo>
                  <a:cubicBezTo>
                    <a:pt x="79" y="0"/>
                    <a:pt x="0" y="98"/>
                    <a:pt x="0" y="197"/>
                  </a:cubicBezTo>
                  <a:cubicBezTo>
                    <a:pt x="0" y="294"/>
                    <a:pt x="60" y="373"/>
                    <a:pt x="157" y="393"/>
                  </a:cubicBezTo>
                  <a:lnTo>
                    <a:pt x="9130" y="393"/>
                  </a:lnTo>
                  <a:cubicBezTo>
                    <a:pt x="9208" y="373"/>
                    <a:pt x="9266" y="294"/>
                    <a:pt x="9266" y="197"/>
                  </a:cubicBezTo>
                  <a:cubicBezTo>
                    <a:pt x="9266" y="98"/>
                    <a:pt x="9188" y="0"/>
                    <a:pt x="9091"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4" name="Google Shape;1294;p33"/>
            <p:cNvSpPr/>
            <p:nvPr/>
          </p:nvSpPr>
          <p:spPr>
            <a:xfrm>
              <a:off x="763251" y="3691501"/>
              <a:ext cx="299921" cy="181727"/>
            </a:xfrm>
            <a:custGeom>
              <a:avLst/>
              <a:gdLst/>
              <a:ahLst/>
              <a:cxnLst/>
              <a:rect l="l" t="t" r="r" b="b"/>
              <a:pathLst>
                <a:path w="7874" h="4771" extrusionOk="0">
                  <a:moveTo>
                    <a:pt x="1" y="1"/>
                  </a:moveTo>
                  <a:lnTo>
                    <a:pt x="571" y="2846"/>
                  </a:lnTo>
                  <a:cubicBezTo>
                    <a:pt x="571" y="3907"/>
                    <a:pt x="1356" y="4770"/>
                    <a:pt x="2298" y="4770"/>
                  </a:cubicBezTo>
                  <a:lnTo>
                    <a:pt x="5576" y="4770"/>
                  </a:lnTo>
                  <a:cubicBezTo>
                    <a:pt x="6539" y="4770"/>
                    <a:pt x="7304" y="3907"/>
                    <a:pt x="7304" y="2846"/>
                  </a:cubicBezTo>
                  <a:lnTo>
                    <a:pt x="7874" y="1"/>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5" name="Google Shape;1295;p33"/>
            <p:cNvSpPr/>
            <p:nvPr/>
          </p:nvSpPr>
          <p:spPr>
            <a:xfrm>
              <a:off x="737121" y="3661600"/>
              <a:ext cx="352218" cy="14969"/>
            </a:xfrm>
            <a:custGeom>
              <a:avLst/>
              <a:gdLst/>
              <a:ahLst/>
              <a:cxnLst/>
              <a:rect l="l" t="t" r="r" b="b"/>
              <a:pathLst>
                <a:path w="9247" h="393" extrusionOk="0">
                  <a:moveTo>
                    <a:pt x="176" y="0"/>
                  </a:moveTo>
                  <a:cubicBezTo>
                    <a:pt x="79" y="0"/>
                    <a:pt x="0" y="98"/>
                    <a:pt x="0" y="197"/>
                  </a:cubicBezTo>
                  <a:cubicBezTo>
                    <a:pt x="0" y="294"/>
                    <a:pt x="58" y="373"/>
                    <a:pt x="137" y="393"/>
                  </a:cubicBezTo>
                  <a:lnTo>
                    <a:pt x="9109" y="393"/>
                  </a:lnTo>
                  <a:cubicBezTo>
                    <a:pt x="9188" y="373"/>
                    <a:pt x="9246" y="294"/>
                    <a:pt x="9246" y="197"/>
                  </a:cubicBezTo>
                  <a:cubicBezTo>
                    <a:pt x="9246" y="98"/>
                    <a:pt x="9168" y="0"/>
                    <a:pt x="9070"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6" name="Google Shape;1296;p33"/>
            <p:cNvSpPr/>
            <p:nvPr/>
          </p:nvSpPr>
          <p:spPr>
            <a:xfrm>
              <a:off x="203891" y="3676532"/>
              <a:ext cx="899648" cy="29977"/>
            </a:xfrm>
            <a:custGeom>
              <a:avLst/>
              <a:gdLst/>
              <a:ahLst/>
              <a:cxnLst/>
              <a:rect l="l" t="t" r="r" b="b"/>
              <a:pathLst>
                <a:path w="23619" h="787" extrusionOk="0">
                  <a:moveTo>
                    <a:pt x="375" y="1"/>
                  </a:moveTo>
                  <a:cubicBezTo>
                    <a:pt x="178" y="1"/>
                    <a:pt x="1" y="177"/>
                    <a:pt x="1" y="394"/>
                  </a:cubicBezTo>
                  <a:cubicBezTo>
                    <a:pt x="1" y="609"/>
                    <a:pt x="178" y="786"/>
                    <a:pt x="375" y="786"/>
                  </a:cubicBezTo>
                  <a:lnTo>
                    <a:pt x="23226" y="786"/>
                  </a:lnTo>
                  <a:cubicBezTo>
                    <a:pt x="23441" y="786"/>
                    <a:pt x="23619" y="609"/>
                    <a:pt x="23619" y="394"/>
                  </a:cubicBezTo>
                  <a:cubicBezTo>
                    <a:pt x="23619" y="177"/>
                    <a:pt x="23441" y="1"/>
                    <a:pt x="23226"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97" name="Google Shape;1297;p33"/>
            <p:cNvSpPr/>
            <p:nvPr/>
          </p:nvSpPr>
          <p:spPr>
            <a:xfrm>
              <a:off x="203891" y="3692987"/>
              <a:ext cx="899648" cy="13522"/>
            </a:xfrm>
            <a:custGeom>
              <a:avLst/>
              <a:gdLst/>
              <a:ahLst/>
              <a:cxnLst/>
              <a:rect l="l" t="t" r="r" b="b"/>
              <a:pathLst>
                <a:path w="23619" h="355" extrusionOk="0">
                  <a:moveTo>
                    <a:pt x="1" y="1"/>
                  </a:moveTo>
                  <a:cubicBezTo>
                    <a:pt x="21" y="197"/>
                    <a:pt x="178" y="354"/>
                    <a:pt x="375" y="354"/>
                  </a:cubicBezTo>
                  <a:lnTo>
                    <a:pt x="23226" y="354"/>
                  </a:lnTo>
                  <a:cubicBezTo>
                    <a:pt x="23423" y="354"/>
                    <a:pt x="23599" y="197"/>
                    <a:pt x="2361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2" name="Google Shape;1249;p33">
            <a:extLst>
              <a:ext uri="{FF2B5EF4-FFF2-40B4-BE49-F238E27FC236}">
                <a16:creationId xmlns:a16="http://schemas.microsoft.com/office/drawing/2014/main" id="{50619F18-55C0-C4D6-EBBC-04F95DCB73E4}"/>
              </a:ext>
            </a:extLst>
          </p:cNvPr>
          <p:cNvSpPr txBox="1">
            <a:spLocks/>
          </p:cNvSpPr>
          <p:nvPr/>
        </p:nvSpPr>
        <p:spPr>
          <a:xfrm>
            <a:off x="6109588" y="4193958"/>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1pPr>
            <a:lvl2pPr marR="0" lvl="1"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2pPr>
            <a:lvl3pPr marR="0" lvl="2"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3pPr>
            <a:lvl4pPr marR="0" lvl="3"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4pPr>
            <a:lvl5pPr marR="0" lvl="4"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5pPr>
            <a:lvl6pPr marR="0" lvl="5"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6pPr>
            <a:lvl7pPr marR="0" lvl="6"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7pPr>
            <a:lvl8pPr marR="0" lvl="7"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8pPr>
            <a:lvl9pPr marR="0" lvl="8"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9pPr>
          </a:lstStyle>
          <a:p>
            <a:r>
              <a:rPr lang="en" kern="0" dirty="0"/>
              <a:t>05</a:t>
            </a:r>
          </a:p>
        </p:txBody>
      </p:sp>
      <p:sp>
        <p:nvSpPr>
          <p:cNvPr id="3" name="Google Shape;1252;p33">
            <a:extLst>
              <a:ext uri="{FF2B5EF4-FFF2-40B4-BE49-F238E27FC236}">
                <a16:creationId xmlns:a16="http://schemas.microsoft.com/office/drawing/2014/main" id="{764E21F4-9054-1A62-647E-AEFEC2C74A83}"/>
              </a:ext>
            </a:extLst>
          </p:cNvPr>
          <p:cNvSpPr txBox="1">
            <a:spLocks/>
          </p:cNvSpPr>
          <p:nvPr/>
        </p:nvSpPr>
        <p:spPr>
          <a:xfrm>
            <a:off x="7214671" y="4193958"/>
            <a:ext cx="38936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667" b="1" i="0" u="none" strike="noStrike" cap="none">
                <a:solidFill>
                  <a:schemeClr val="dk1"/>
                </a:solidFill>
                <a:latin typeface="Gantari"/>
                <a:ea typeface="Gantari"/>
                <a:cs typeface="Gantari"/>
                <a:sym typeface="Gantari"/>
              </a:defRPr>
            </a:lvl1pPr>
            <a:lvl2pPr marL="914400" marR="0" lvl="1"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9pPr>
          </a:lstStyle>
          <a:p>
            <a:pPr marL="0" indent="0"/>
            <a:r>
              <a:rPr lang="en-US" dirty="0"/>
              <a:t>Device Integration</a:t>
            </a:r>
            <a:endParaRPr lang="en-US" kern="0" dirty="0"/>
          </a:p>
        </p:txBody>
      </p:sp>
      <p:sp>
        <p:nvSpPr>
          <p:cNvPr id="4" name="Google Shape;1249;p33">
            <a:extLst>
              <a:ext uri="{FF2B5EF4-FFF2-40B4-BE49-F238E27FC236}">
                <a16:creationId xmlns:a16="http://schemas.microsoft.com/office/drawing/2014/main" id="{30DE87EC-940C-F2AF-37D9-687D81886ED5}"/>
              </a:ext>
            </a:extLst>
          </p:cNvPr>
          <p:cNvSpPr txBox="1">
            <a:spLocks/>
          </p:cNvSpPr>
          <p:nvPr/>
        </p:nvSpPr>
        <p:spPr>
          <a:xfrm>
            <a:off x="6109588" y="4942011"/>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1pPr>
            <a:lvl2pPr marR="0" lvl="1"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2pPr>
            <a:lvl3pPr marR="0" lvl="2"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3pPr>
            <a:lvl4pPr marR="0" lvl="3"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4pPr>
            <a:lvl5pPr marR="0" lvl="4"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5pPr>
            <a:lvl6pPr marR="0" lvl="5"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6pPr>
            <a:lvl7pPr marR="0" lvl="6"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7pPr>
            <a:lvl8pPr marR="0" lvl="7"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8pPr>
            <a:lvl9pPr marR="0" lvl="8"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9pPr>
          </a:lstStyle>
          <a:p>
            <a:r>
              <a:rPr lang="en" kern="0" dirty="0"/>
              <a:t>06</a:t>
            </a:r>
          </a:p>
        </p:txBody>
      </p:sp>
      <p:sp>
        <p:nvSpPr>
          <p:cNvPr id="6" name="Google Shape;1252;p33">
            <a:extLst>
              <a:ext uri="{FF2B5EF4-FFF2-40B4-BE49-F238E27FC236}">
                <a16:creationId xmlns:a16="http://schemas.microsoft.com/office/drawing/2014/main" id="{91EC08D4-17AD-72A6-3F85-18783646C4F8}"/>
              </a:ext>
            </a:extLst>
          </p:cNvPr>
          <p:cNvSpPr txBox="1">
            <a:spLocks/>
          </p:cNvSpPr>
          <p:nvPr/>
        </p:nvSpPr>
        <p:spPr>
          <a:xfrm>
            <a:off x="7214671" y="4923982"/>
            <a:ext cx="38936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667" b="1" i="0" u="none" strike="noStrike" cap="none">
                <a:solidFill>
                  <a:schemeClr val="dk1"/>
                </a:solidFill>
                <a:latin typeface="Gantari"/>
                <a:ea typeface="Gantari"/>
                <a:cs typeface="Gantari"/>
                <a:sym typeface="Gantari"/>
              </a:defRPr>
            </a:lvl1pPr>
            <a:lvl2pPr marL="914400" marR="0" lvl="1"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9pPr>
          </a:lstStyle>
          <a:p>
            <a:pPr marL="0" indent="0"/>
            <a:r>
              <a:rPr lang="en-US" dirty="0"/>
              <a:t>Testing</a:t>
            </a:r>
            <a:endParaRPr lang="en-US" kern="0" dirty="0"/>
          </a:p>
        </p:txBody>
      </p:sp>
      <p:sp>
        <p:nvSpPr>
          <p:cNvPr id="7" name="Google Shape;1249;p33">
            <a:extLst>
              <a:ext uri="{FF2B5EF4-FFF2-40B4-BE49-F238E27FC236}">
                <a16:creationId xmlns:a16="http://schemas.microsoft.com/office/drawing/2014/main" id="{7F917E77-68BE-20A9-2E8A-3C6E454E1718}"/>
              </a:ext>
            </a:extLst>
          </p:cNvPr>
          <p:cNvSpPr txBox="1">
            <a:spLocks/>
          </p:cNvSpPr>
          <p:nvPr/>
        </p:nvSpPr>
        <p:spPr>
          <a:xfrm>
            <a:off x="6109588" y="5653566"/>
            <a:ext cx="979600" cy="596800"/>
          </a:xfrm>
          <a:prstGeom prst="rect">
            <a:avLst/>
          </a:prstGeom>
          <a:solidFill>
            <a:schemeClr val="dk2"/>
          </a:solidFill>
          <a:ln w="3810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1pPr>
            <a:lvl2pPr marR="0" lvl="1"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2pPr>
            <a:lvl3pPr marR="0" lvl="2"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3pPr>
            <a:lvl4pPr marR="0" lvl="3"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4pPr>
            <a:lvl5pPr marR="0" lvl="4"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5pPr>
            <a:lvl6pPr marR="0" lvl="5"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6pPr>
            <a:lvl7pPr marR="0" lvl="6"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7pPr>
            <a:lvl8pPr marR="0" lvl="7"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8pPr>
            <a:lvl9pPr marR="0" lvl="8" algn="ctr" rtl="0">
              <a:lnSpc>
                <a:spcPct val="100000"/>
              </a:lnSpc>
              <a:spcBef>
                <a:spcPts val="0"/>
              </a:spcBef>
              <a:spcAft>
                <a:spcPts val="0"/>
              </a:spcAft>
              <a:buClr>
                <a:schemeClr val="dk1"/>
              </a:buClr>
              <a:buSzPts val="3000"/>
              <a:buFont typeface="Gantari ExtraBold"/>
              <a:buNone/>
              <a:defRPr sz="4000" b="0" i="0" u="none" strike="noStrike" cap="none">
                <a:solidFill>
                  <a:schemeClr val="dk1"/>
                </a:solidFill>
                <a:latin typeface="Gantari ExtraBold"/>
                <a:ea typeface="Gantari ExtraBold"/>
                <a:cs typeface="Gantari ExtraBold"/>
                <a:sym typeface="Gantari ExtraBold"/>
              </a:defRPr>
            </a:lvl9pPr>
          </a:lstStyle>
          <a:p>
            <a:r>
              <a:rPr lang="en" kern="0" dirty="0"/>
              <a:t>07</a:t>
            </a:r>
          </a:p>
        </p:txBody>
      </p:sp>
      <p:sp>
        <p:nvSpPr>
          <p:cNvPr id="8" name="Google Shape;1252;p33">
            <a:extLst>
              <a:ext uri="{FF2B5EF4-FFF2-40B4-BE49-F238E27FC236}">
                <a16:creationId xmlns:a16="http://schemas.microsoft.com/office/drawing/2014/main" id="{C8C26FD3-A054-DA8C-254C-93B7DDB882D9}"/>
              </a:ext>
            </a:extLst>
          </p:cNvPr>
          <p:cNvSpPr txBox="1">
            <a:spLocks/>
          </p:cNvSpPr>
          <p:nvPr/>
        </p:nvSpPr>
        <p:spPr>
          <a:xfrm>
            <a:off x="7214670" y="5616576"/>
            <a:ext cx="4352489"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667" b="1" i="0" u="none" strike="noStrike" cap="none">
                <a:solidFill>
                  <a:schemeClr val="dk1"/>
                </a:solidFill>
                <a:latin typeface="Gantari"/>
                <a:ea typeface="Gantari"/>
                <a:cs typeface="Gantari"/>
                <a:sym typeface="Gantari"/>
              </a:defRPr>
            </a:lvl1pPr>
            <a:lvl2pPr marL="914400" marR="0" lvl="1"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400"/>
              <a:buFont typeface="Bebas Neue"/>
              <a:buNone/>
              <a:defRPr sz="3200" b="0" i="0" u="none" strike="noStrike" cap="none">
                <a:solidFill>
                  <a:schemeClr val="dk1"/>
                </a:solidFill>
                <a:latin typeface="Bebas Neue"/>
                <a:ea typeface="Bebas Neue"/>
                <a:cs typeface="Bebas Neue"/>
                <a:sym typeface="Bebas Neue"/>
              </a:defRPr>
            </a:lvl9pPr>
          </a:lstStyle>
          <a:p>
            <a:pPr marL="0" indent="0"/>
            <a:r>
              <a:rPr lang="en-US" dirty="0"/>
              <a:t>Deployment → Training</a:t>
            </a:r>
            <a:endParaRPr lang="en-US" kern="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38"/>
          <p:cNvSpPr/>
          <p:nvPr/>
        </p:nvSpPr>
        <p:spPr>
          <a:xfrm>
            <a:off x="4875600" y="1889584"/>
            <a:ext cx="780400" cy="7804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43" name="Google Shape;1443;p38"/>
          <p:cNvSpPr/>
          <p:nvPr/>
        </p:nvSpPr>
        <p:spPr>
          <a:xfrm>
            <a:off x="4875600" y="4000984"/>
            <a:ext cx="780400" cy="7804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44" name="Google Shape;1444;p38"/>
          <p:cNvSpPr/>
          <p:nvPr/>
        </p:nvSpPr>
        <p:spPr>
          <a:xfrm>
            <a:off x="6536000" y="1889584"/>
            <a:ext cx="780400" cy="7804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45" name="Google Shape;1445;p38"/>
          <p:cNvSpPr/>
          <p:nvPr/>
        </p:nvSpPr>
        <p:spPr>
          <a:xfrm>
            <a:off x="6536000" y="4000984"/>
            <a:ext cx="780400" cy="7804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50" name="Google Shape;1450;p38"/>
          <p:cNvSpPr txBox="1">
            <a:spLocks noGrp="1"/>
          </p:cNvSpPr>
          <p:nvPr>
            <p:ph type="subTitle" idx="1"/>
          </p:nvPr>
        </p:nvSpPr>
        <p:spPr>
          <a:xfrm>
            <a:off x="960000" y="1889600"/>
            <a:ext cx="3712400" cy="544800"/>
          </a:xfrm>
          <a:prstGeom prst="rect">
            <a:avLst/>
          </a:prstGeom>
        </p:spPr>
        <p:txBody>
          <a:bodyPr spcFirstLastPara="1" wrap="square" lIns="121900" tIns="121900" rIns="121900" bIns="121900" anchor="b" anchorCtr="0">
            <a:noAutofit/>
          </a:bodyPr>
          <a:lstStyle/>
          <a:p>
            <a:pPr marL="0" indent="0"/>
            <a:r>
              <a:rPr lang="en-US" dirty="0"/>
              <a:t>Real-time prediction</a:t>
            </a:r>
            <a:endParaRPr dirty="0"/>
          </a:p>
        </p:txBody>
      </p:sp>
      <p:sp>
        <p:nvSpPr>
          <p:cNvPr id="1451" name="Google Shape;1451;p38"/>
          <p:cNvSpPr txBox="1">
            <a:spLocks noGrp="1"/>
          </p:cNvSpPr>
          <p:nvPr>
            <p:ph type="subTitle" idx="6"/>
          </p:nvPr>
        </p:nvSpPr>
        <p:spPr>
          <a:xfrm>
            <a:off x="960000" y="4001000"/>
            <a:ext cx="3712400" cy="548800"/>
          </a:xfrm>
          <a:prstGeom prst="rect">
            <a:avLst/>
          </a:prstGeom>
        </p:spPr>
        <p:txBody>
          <a:bodyPr spcFirstLastPara="1" wrap="square" lIns="121900" tIns="121900" rIns="121900" bIns="121900" anchor="b" anchorCtr="0">
            <a:noAutofit/>
          </a:bodyPr>
          <a:lstStyle/>
          <a:p>
            <a:pPr marL="0" indent="0"/>
            <a:r>
              <a:rPr lang="en-US" dirty="0"/>
              <a:t>Reports &amp; charts</a:t>
            </a:r>
            <a:endParaRPr dirty="0"/>
          </a:p>
        </p:txBody>
      </p:sp>
      <p:sp>
        <p:nvSpPr>
          <p:cNvPr id="1452" name="Google Shape;1452;p38"/>
          <p:cNvSpPr txBox="1">
            <a:spLocks noGrp="1"/>
          </p:cNvSpPr>
          <p:nvPr>
            <p:ph type="subTitle" idx="7"/>
          </p:nvPr>
        </p:nvSpPr>
        <p:spPr>
          <a:xfrm>
            <a:off x="7519600" y="1889600"/>
            <a:ext cx="3712400" cy="544800"/>
          </a:xfrm>
          <a:prstGeom prst="rect">
            <a:avLst/>
          </a:prstGeom>
        </p:spPr>
        <p:txBody>
          <a:bodyPr spcFirstLastPara="1" wrap="square" lIns="121900" tIns="121900" rIns="121900" bIns="121900" anchor="b" anchorCtr="0">
            <a:noAutofit/>
          </a:bodyPr>
          <a:lstStyle/>
          <a:p>
            <a:pPr marL="0" indent="0"/>
            <a:r>
              <a:rPr lang="en-US" dirty="0"/>
              <a:t>Wearable integration</a:t>
            </a:r>
            <a:endParaRPr dirty="0"/>
          </a:p>
        </p:txBody>
      </p:sp>
      <p:sp>
        <p:nvSpPr>
          <p:cNvPr id="1453" name="Google Shape;1453;p38"/>
          <p:cNvSpPr txBox="1">
            <a:spLocks noGrp="1"/>
          </p:cNvSpPr>
          <p:nvPr>
            <p:ph type="subTitle" idx="8"/>
          </p:nvPr>
        </p:nvSpPr>
        <p:spPr>
          <a:xfrm>
            <a:off x="7519600" y="3768753"/>
            <a:ext cx="4148143" cy="1001928"/>
          </a:xfrm>
          <a:prstGeom prst="rect">
            <a:avLst/>
          </a:prstGeom>
        </p:spPr>
        <p:txBody>
          <a:bodyPr spcFirstLastPara="1" wrap="square" lIns="121900" tIns="121900" rIns="121900" bIns="121900" anchor="b" anchorCtr="0">
            <a:noAutofit/>
          </a:bodyPr>
          <a:lstStyle/>
          <a:p>
            <a:pPr marL="0" indent="0"/>
            <a:r>
              <a:rPr lang="en-US" dirty="0"/>
              <a:t>Doctor-patient collaboration</a:t>
            </a:r>
            <a:endParaRPr dirty="0"/>
          </a:p>
        </p:txBody>
      </p:sp>
      <p:sp>
        <p:nvSpPr>
          <p:cNvPr id="1454" name="Google Shape;1454;p38"/>
          <p:cNvSpPr txBox="1">
            <a:spLocks noGrp="1"/>
          </p:cNvSpPr>
          <p:nvPr>
            <p:ph type="title"/>
          </p:nvPr>
        </p:nvSpPr>
        <p:spPr>
          <a:xfrm>
            <a:off x="960000" y="576633"/>
            <a:ext cx="10272000" cy="834586"/>
          </a:xfrm>
          <a:prstGeom prst="rect">
            <a:avLst/>
          </a:prstGeom>
        </p:spPr>
        <p:txBody>
          <a:bodyPr spcFirstLastPara="1" wrap="square" lIns="121900" tIns="121900" rIns="121900" bIns="121900" anchor="t" anchorCtr="0">
            <a:noAutofit/>
          </a:bodyPr>
          <a:lstStyle/>
          <a:p>
            <a:r>
              <a:rPr lang="en-US" dirty="0"/>
              <a:t>Key Features</a:t>
            </a:r>
            <a:endParaRPr dirty="0"/>
          </a:p>
        </p:txBody>
      </p:sp>
      <p:sp>
        <p:nvSpPr>
          <p:cNvPr id="1455" name="Google Shape;1455;p38"/>
          <p:cNvSpPr/>
          <p:nvPr/>
        </p:nvSpPr>
        <p:spPr>
          <a:xfrm>
            <a:off x="5034197" y="2049889"/>
            <a:ext cx="463209" cy="459791"/>
          </a:xfrm>
          <a:custGeom>
            <a:avLst/>
            <a:gdLst/>
            <a:ahLst/>
            <a:cxnLst/>
            <a:rect l="l" t="t" r="r" b="b"/>
            <a:pathLst>
              <a:path w="18563" h="18426" extrusionOk="0">
                <a:moveTo>
                  <a:pt x="15665" y="2038"/>
                </a:moveTo>
                <a:lnTo>
                  <a:pt x="16436" y="2853"/>
                </a:lnTo>
                <a:lnTo>
                  <a:pt x="14940" y="4345"/>
                </a:lnTo>
                <a:lnTo>
                  <a:pt x="14173" y="3577"/>
                </a:lnTo>
                <a:lnTo>
                  <a:pt x="15665" y="2038"/>
                </a:lnTo>
                <a:close/>
                <a:moveTo>
                  <a:pt x="12633" y="3530"/>
                </a:moveTo>
                <a:lnTo>
                  <a:pt x="14397" y="5297"/>
                </a:lnTo>
                <a:lnTo>
                  <a:pt x="10866" y="5297"/>
                </a:lnTo>
                <a:lnTo>
                  <a:pt x="12633" y="3530"/>
                </a:lnTo>
                <a:close/>
                <a:moveTo>
                  <a:pt x="14397" y="6384"/>
                </a:moveTo>
                <a:lnTo>
                  <a:pt x="8197" y="12631"/>
                </a:lnTo>
                <a:cubicBezTo>
                  <a:pt x="8151" y="12676"/>
                  <a:pt x="8094" y="12699"/>
                  <a:pt x="8043" y="12699"/>
                </a:cubicBezTo>
                <a:cubicBezTo>
                  <a:pt x="7992" y="12699"/>
                  <a:pt x="7947" y="12676"/>
                  <a:pt x="7925" y="12631"/>
                </a:cubicBezTo>
                <a:lnTo>
                  <a:pt x="5886" y="10592"/>
                </a:lnTo>
                <a:cubicBezTo>
                  <a:pt x="5795" y="10549"/>
                  <a:pt x="5795" y="10411"/>
                  <a:pt x="5886" y="10321"/>
                </a:cubicBezTo>
                <a:lnTo>
                  <a:pt x="6520" y="9687"/>
                </a:lnTo>
                <a:lnTo>
                  <a:pt x="6882" y="10096"/>
                </a:lnTo>
                <a:cubicBezTo>
                  <a:pt x="7020" y="10187"/>
                  <a:pt x="7154" y="10230"/>
                  <a:pt x="7291" y="10230"/>
                </a:cubicBezTo>
                <a:cubicBezTo>
                  <a:pt x="7425" y="10230"/>
                  <a:pt x="7563" y="10187"/>
                  <a:pt x="7653" y="10096"/>
                </a:cubicBezTo>
                <a:cubicBezTo>
                  <a:pt x="7878" y="9868"/>
                  <a:pt x="7878" y="9506"/>
                  <a:pt x="7653" y="9325"/>
                </a:cubicBezTo>
                <a:lnTo>
                  <a:pt x="7291" y="8919"/>
                </a:lnTo>
                <a:lnTo>
                  <a:pt x="8059" y="8147"/>
                </a:lnTo>
                <a:lnTo>
                  <a:pt x="8421" y="8557"/>
                </a:lnTo>
                <a:cubicBezTo>
                  <a:pt x="8559" y="8647"/>
                  <a:pt x="8693" y="8691"/>
                  <a:pt x="8830" y="8691"/>
                </a:cubicBezTo>
                <a:cubicBezTo>
                  <a:pt x="8965" y="8691"/>
                  <a:pt x="9102" y="8647"/>
                  <a:pt x="9193" y="8557"/>
                </a:cubicBezTo>
                <a:cubicBezTo>
                  <a:pt x="9417" y="8329"/>
                  <a:pt x="9417" y="8013"/>
                  <a:pt x="9193" y="7785"/>
                </a:cubicBezTo>
                <a:lnTo>
                  <a:pt x="8830" y="7380"/>
                </a:lnTo>
                <a:lnTo>
                  <a:pt x="9598" y="6608"/>
                </a:lnTo>
                <a:lnTo>
                  <a:pt x="9960" y="7018"/>
                </a:lnTo>
                <a:cubicBezTo>
                  <a:pt x="10098" y="7108"/>
                  <a:pt x="10232" y="7152"/>
                  <a:pt x="10370" y="7152"/>
                </a:cubicBezTo>
                <a:cubicBezTo>
                  <a:pt x="10504" y="7152"/>
                  <a:pt x="10641" y="7108"/>
                  <a:pt x="10732" y="7018"/>
                </a:cubicBezTo>
                <a:cubicBezTo>
                  <a:pt x="10913" y="6836"/>
                  <a:pt x="10913" y="6608"/>
                  <a:pt x="10822" y="6384"/>
                </a:cubicBezTo>
                <a:close/>
                <a:moveTo>
                  <a:pt x="5752" y="11997"/>
                </a:moveTo>
                <a:lnTo>
                  <a:pt x="6520" y="12765"/>
                </a:lnTo>
                <a:lnTo>
                  <a:pt x="5752" y="13537"/>
                </a:lnTo>
                <a:lnTo>
                  <a:pt x="4981" y="12765"/>
                </a:lnTo>
                <a:lnTo>
                  <a:pt x="5752" y="11997"/>
                </a:lnTo>
                <a:close/>
                <a:moveTo>
                  <a:pt x="14919" y="0"/>
                </a:moveTo>
                <a:cubicBezTo>
                  <a:pt x="14783" y="0"/>
                  <a:pt x="14647" y="46"/>
                  <a:pt x="14535" y="136"/>
                </a:cubicBezTo>
                <a:cubicBezTo>
                  <a:pt x="14307" y="361"/>
                  <a:pt x="14307" y="680"/>
                  <a:pt x="14535" y="904"/>
                </a:cubicBezTo>
                <a:lnTo>
                  <a:pt x="14897" y="1313"/>
                </a:lnTo>
                <a:lnTo>
                  <a:pt x="13401" y="2805"/>
                </a:lnTo>
                <a:lnTo>
                  <a:pt x="12633" y="1991"/>
                </a:lnTo>
                <a:cubicBezTo>
                  <a:pt x="12519" y="1878"/>
                  <a:pt x="12383" y="1822"/>
                  <a:pt x="12248" y="1822"/>
                </a:cubicBezTo>
                <a:cubicBezTo>
                  <a:pt x="12112" y="1822"/>
                  <a:pt x="11976" y="1878"/>
                  <a:pt x="11862" y="1991"/>
                </a:cubicBezTo>
                <a:cubicBezTo>
                  <a:pt x="11637" y="2219"/>
                  <a:pt x="11637" y="2534"/>
                  <a:pt x="11862" y="2762"/>
                </a:cubicBezTo>
                <a:lnTo>
                  <a:pt x="11909" y="2805"/>
                </a:lnTo>
                <a:lnTo>
                  <a:pt x="5118" y="9553"/>
                </a:lnTo>
                <a:cubicBezTo>
                  <a:pt x="4666" y="10005"/>
                  <a:pt x="4618" y="10730"/>
                  <a:pt x="4981" y="11226"/>
                </a:cubicBezTo>
                <a:lnTo>
                  <a:pt x="3851" y="12403"/>
                </a:lnTo>
                <a:cubicBezTo>
                  <a:pt x="3622" y="12584"/>
                  <a:pt x="3622" y="12946"/>
                  <a:pt x="3851" y="13127"/>
                </a:cubicBezTo>
                <a:lnTo>
                  <a:pt x="4213" y="13537"/>
                </a:lnTo>
                <a:lnTo>
                  <a:pt x="229" y="17520"/>
                </a:lnTo>
                <a:cubicBezTo>
                  <a:pt x="1" y="17745"/>
                  <a:pt x="1" y="18064"/>
                  <a:pt x="229" y="18288"/>
                </a:cubicBezTo>
                <a:cubicBezTo>
                  <a:pt x="319" y="18379"/>
                  <a:pt x="453" y="18426"/>
                  <a:pt x="635" y="18426"/>
                </a:cubicBezTo>
                <a:cubicBezTo>
                  <a:pt x="772" y="18426"/>
                  <a:pt x="906" y="18379"/>
                  <a:pt x="997" y="18288"/>
                </a:cubicBezTo>
                <a:lnTo>
                  <a:pt x="4981" y="14304"/>
                </a:lnTo>
                <a:lnTo>
                  <a:pt x="5343" y="14667"/>
                </a:lnTo>
                <a:cubicBezTo>
                  <a:pt x="5480" y="14804"/>
                  <a:pt x="5614" y="14848"/>
                  <a:pt x="5752" y="14848"/>
                </a:cubicBezTo>
                <a:cubicBezTo>
                  <a:pt x="5886" y="14848"/>
                  <a:pt x="6024" y="14804"/>
                  <a:pt x="6114" y="14667"/>
                </a:cubicBezTo>
                <a:lnTo>
                  <a:pt x="7291" y="13537"/>
                </a:lnTo>
                <a:cubicBezTo>
                  <a:pt x="7516" y="13671"/>
                  <a:pt x="7787" y="13761"/>
                  <a:pt x="8059" y="13761"/>
                </a:cubicBezTo>
                <a:cubicBezTo>
                  <a:pt x="8378" y="13761"/>
                  <a:pt x="8693" y="13627"/>
                  <a:pt x="8965" y="13399"/>
                </a:cubicBezTo>
                <a:lnTo>
                  <a:pt x="15712" y="6608"/>
                </a:lnTo>
                <a:lnTo>
                  <a:pt x="15755" y="6655"/>
                </a:lnTo>
                <a:cubicBezTo>
                  <a:pt x="15846" y="6746"/>
                  <a:pt x="15983" y="6789"/>
                  <a:pt x="16117" y="6789"/>
                </a:cubicBezTo>
                <a:cubicBezTo>
                  <a:pt x="16255" y="6789"/>
                  <a:pt x="16389" y="6746"/>
                  <a:pt x="16527" y="6655"/>
                </a:cubicBezTo>
                <a:cubicBezTo>
                  <a:pt x="16708" y="6427"/>
                  <a:pt x="16708" y="6112"/>
                  <a:pt x="16527" y="5884"/>
                </a:cubicBezTo>
                <a:lnTo>
                  <a:pt x="15712" y="5069"/>
                </a:lnTo>
                <a:lnTo>
                  <a:pt x="17204" y="3577"/>
                </a:lnTo>
                <a:lnTo>
                  <a:pt x="17613" y="3983"/>
                </a:lnTo>
                <a:cubicBezTo>
                  <a:pt x="17704" y="4073"/>
                  <a:pt x="17838" y="4120"/>
                  <a:pt x="17975" y="4120"/>
                </a:cubicBezTo>
                <a:cubicBezTo>
                  <a:pt x="18109" y="4120"/>
                  <a:pt x="18247" y="4073"/>
                  <a:pt x="18381" y="3983"/>
                </a:cubicBezTo>
                <a:cubicBezTo>
                  <a:pt x="18562" y="3758"/>
                  <a:pt x="18562" y="3439"/>
                  <a:pt x="18381" y="3215"/>
                </a:cubicBezTo>
                <a:lnTo>
                  <a:pt x="15303" y="136"/>
                </a:lnTo>
                <a:cubicBezTo>
                  <a:pt x="15190" y="46"/>
                  <a:pt x="15054" y="0"/>
                  <a:pt x="1491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56" name="Google Shape;1456;p38"/>
          <p:cNvSpPr/>
          <p:nvPr/>
        </p:nvSpPr>
        <p:spPr>
          <a:xfrm>
            <a:off x="6673579" y="4228309"/>
            <a:ext cx="505244" cy="325751"/>
          </a:xfrm>
          <a:custGeom>
            <a:avLst/>
            <a:gdLst/>
            <a:ahLst/>
            <a:cxnLst/>
            <a:rect l="l" t="t" r="r" b="b"/>
            <a:pathLst>
              <a:path w="18471" h="11909" extrusionOk="0">
                <a:moveTo>
                  <a:pt x="4889" y="1087"/>
                </a:moveTo>
                <a:cubicBezTo>
                  <a:pt x="5204" y="1087"/>
                  <a:pt x="5433" y="1315"/>
                  <a:pt x="5433" y="1630"/>
                </a:cubicBezTo>
                <a:cubicBezTo>
                  <a:pt x="5433" y="1902"/>
                  <a:pt x="5204" y="2130"/>
                  <a:pt x="4889" y="2130"/>
                </a:cubicBezTo>
                <a:lnTo>
                  <a:pt x="1630" y="2130"/>
                </a:lnTo>
                <a:cubicBezTo>
                  <a:pt x="1358" y="2130"/>
                  <a:pt x="1087" y="1902"/>
                  <a:pt x="1087" y="1630"/>
                </a:cubicBezTo>
                <a:cubicBezTo>
                  <a:pt x="1087" y="1315"/>
                  <a:pt x="1358" y="1087"/>
                  <a:pt x="1630" y="1087"/>
                </a:cubicBezTo>
                <a:close/>
                <a:moveTo>
                  <a:pt x="16841" y="3216"/>
                </a:moveTo>
                <a:cubicBezTo>
                  <a:pt x="17156" y="3216"/>
                  <a:pt x="17384" y="3488"/>
                  <a:pt x="17384" y="3760"/>
                </a:cubicBezTo>
                <a:cubicBezTo>
                  <a:pt x="17384" y="4075"/>
                  <a:pt x="17156" y="4303"/>
                  <a:pt x="16841" y="4303"/>
                </a:cubicBezTo>
                <a:lnTo>
                  <a:pt x="1630" y="4303"/>
                </a:lnTo>
                <a:cubicBezTo>
                  <a:pt x="1358" y="4303"/>
                  <a:pt x="1087" y="4075"/>
                  <a:pt x="1087" y="3760"/>
                </a:cubicBezTo>
                <a:cubicBezTo>
                  <a:pt x="1087" y="3488"/>
                  <a:pt x="1358" y="3216"/>
                  <a:pt x="1630" y="3216"/>
                </a:cubicBezTo>
                <a:close/>
                <a:moveTo>
                  <a:pt x="15211" y="5389"/>
                </a:moveTo>
                <a:lnTo>
                  <a:pt x="15211" y="7562"/>
                </a:lnTo>
                <a:lnTo>
                  <a:pt x="3260" y="7562"/>
                </a:lnTo>
                <a:lnTo>
                  <a:pt x="3260" y="5389"/>
                </a:lnTo>
                <a:close/>
                <a:moveTo>
                  <a:pt x="1630" y="0"/>
                </a:moveTo>
                <a:cubicBezTo>
                  <a:pt x="724" y="0"/>
                  <a:pt x="0" y="725"/>
                  <a:pt x="0" y="1630"/>
                </a:cubicBezTo>
                <a:cubicBezTo>
                  <a:pt x="0" y="2039"/>
                  <a:pt x="181" y="2401"/>
                  <a:pt x="453" y="2673"/>
                </a:cubicBezTo>
                <a:cubicBezTo>
                  <a:pt x="181" y="2988"/>
                  <a:pt x="0" y="3350"/>
                  <a:pt x="0" y="3760"/>
                </a:cubicBezTo>
                <a:cubicBezTo>
                  <a:pt x="0" y="4665"/>
                  <a:pt x="724" y="5389"/>
                  <a:pt x="1630" y="5389"/>
                </a:cubicBezTo>
                <a:lnTo>
                  <a:pt x="2173" y="5389"/>
                </a:lnTo>
                <a:lnTo>
                  <a:pt x="2173" y="11365"/>
                </a:lnTo>
                <a:cubicBezTo>
                  <a:pt x="2173" y="11680"/>
                  <a:pt x="2445" y="11908"/>
                  <a:pt x="2716" y="11908"/>
                </a:cubicBezTo>
                <a:cubicBezTo>
                  <a:pt x="3031" y="11908"/>
                  <a:pt x="3260" y="11680"/>
                  <a:pt x="3260" y="11365"/>
                </a:cubicBezTo>
                <a:lnTo>
                  <a:pt x="3260" y="8649"/>
                </a:lnTo>
                <a:lnTo>
                  <a:pt x="15211" y="8649"/>
                </a:lnTo>
                <a:lnTo>
                  <a:pt x="15211" y="11365"/>
                </a:lnTo>
                <a:cubicBezTo>
                  <a:pt x="15211" y="11680"/>
                  <a:pt x="15436" y="11908"/>
                  <a:pt x="15754" y="11908"/>
                </a:cubicBezTo>
                <a:cubicBezTo>
                  <a:pt x="16070" y="11908"/>
                  <a:pt x="16298" y="11680"/>
                  <a:pt x="16298" y="11365"/>
                </a:cubicBezTo>
                <a:lnTo>
                  <a:pt x="16298" y="5389"/>
                </a:lnTo>
                <a:lnTo>
                  <a:pt x="16841" y="5389"/>
                </a:lnTo>
                <a:cubicBezTo>
                  <a:pt x="17746" y="5389"/>
                  <a:pt x="18471" y="4665"/>
                  <a:pt x="18471" y="3760"/>
                </a:cubicBezTo>
                <a:cubicBezTo>
                  <a:pt x="18471" y="2898"/>
                  <a:pt x="17746" y="2130"/>
                  <a:pt x="16841" y="2130"/>
                </a:cubicBezTo>
                <a:lnTo>
                  <a:pt x="6429" y="2130"/>
                </a:lnTo>
                <a:cubicBezTo>
                  <a:pt x="6472" y="1992"/>
                  <a:pt x="6519" y="1811"/>
                  <a:pt x="6519" y="1630"/>
                </a:cubicBezTo>
                <a:cubicBezTo>
                  <a:pt x="6519" y="725"/>
                  <a:pt x="5795" y="0"/>
                  <a:pt x="488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nvGrpSpPr>
          <p:cNvPr id="1457" name="Google Shape;1457;p38"/>
          <p:cNvGrpSpPr/>
          <p:nvPr/>
        </p:nvGrpSpPr>
        <p:grpSpPr>
          <a:xfrm>
            <a:off x="5090079" y="4161275"/>
            <a:ext cx="351443" cy="459816"/>
            <a:chOff x="6102394" y="2653742"/>
            <a:chExt cx="318874" cy="417256"/>
          </a:xfrm>
        </p:grpSpPr>
        <p:sp>
          <p:nvSpPr>
            <p:cNvPr id="1458" name="Google Shape;1458;p38"/>
            <p:cNvSpPr/>
            <p:nvPr/>
          </p:nvSpPr>
          <p:spPr>
            <a:xfrm>
              <a:off x="6102394" y="2653742"/>
              <a:ext cx="318874" cy="417256"/>
            </a:xfrm>
            <a:custGeom>
              <a:avLst/>
              <a:gdLst/>
              <a:ahLst/>
              <a:cxnLst/>
              <a:rect l="l" t="t" r="r" b="b"/>
              <a:pathLst>
                <a:path w="14083" h="18428" extrusionOk="0">
                  <a:moveTo>
                    <a:pt x="8650" y="1087"/>
                  </a:moveTo>
                  <a:lnTo>
                    <a:pt x="8650" y="2174"/>
                  </a:lnTo>
                  <a:lnTo>
                    <a:pt x="5390" y="2174"/>
                  </a:lnTo>
                  <a:lnTo>
                    <a:pt x="5390" y="1087"/>
                  </a:lnTo>
                  <a:close/>
                  <a:moveTo>
                    <a:pt x="10823" y="2174"/>
                  </a:moveTo>
                  <a:lnTo>
                    <a:pt x="10823" y="15168"/>
                  </a:lnTo>
                  <a:lnTo>
                    <a:pt x="3217" y="15168"/>
                  </a:lnTo>
                  <a:lnTo>
                    <a:pt x="3217" y="2174"/>
                  </a:lnTo>
                  <a:lnTo>
                    <a:pt x="4347" y="2174"/>
                  </a:lnTo>
                  <a:lnTo>
                    <a:pt x="4347" y="2717"/>
                  </a:lnTo>
                  <a:cubicBezTo>
                    <a:pt x="4347" y="2989"/>
                    <a:pt x="4575" y="3260"/>
                    <a:pt x="4847" y="3260"/>
                  </a:cubicBezTo>
                  <a:lnTo>
                    <a:pt x="9193" y="3260"/>
                  </a:lnTo>
                  <a:cubicBezTo>
                    <a:pt x="9508" y="3260"/>
                    <a:pt x="9736" y="2989"/>
                    <a:pt x="9736" y="2717"/>
                  </a:cubicBezTo>
                  <a:lnTo>
                    <a:pt x="9736" y="2174"/>
                  </a:lnTo>
                  <a:close/>
                  <a:moveTo>
                    <a:pt x="12134" y="2174"/>
                  </a:moveTo>
                  <a:cubicBezTo>
                    <a:pt x="12633" y="2174"/>
                    <a:pt x="12996" y="2536"/>
                    <a:pt x="12996" y="3036"/>
                  </a:cubicBezTo>
                  <a:lnTo>
                    <a:pt x="12996" y="16479"/>
                  </a:lnTo>
                  <a:cubicBezTo>
                    <a:pt x="12996" y="16979"/>
                    <a:pt x="12633" y="17341"/>
                    <a:pt x="12134" y="17341"/>
                  </a:cubicBezTo>
                  <a:lnTo>
                    <a:pt x="1902" y="17341"/>
                  </a:lnTo>
                  <a:cubicBezTo>
                    <a:pt x="1450" y="17341"/>
                    <a:pt x="1044" y="16979"/>
                    <a:pt x="1044" y="16479"/>
                  </a:cubicBezTo>
                  <a:lnTo>
                    <a:pt x="1044" y="3036"/>
                  </a:lnTo>
                  <a:cubicBezTo>
                    <a:pt x="1044" y="2536"/>
                    <a:pt x="1450" y="2174"/>
                    <a:pt x="1902" y="2174"/>
                  </a:cubicBezTo>
                  <a:lnTo>
                    <a:pt x="2174" y="2174"/>
                  </a:lnTo>
                  <a:lnTo>
                    <a:pt x="2174" y="15712"/>
                  </a:lnTo>
                  <a:cubicBezTo>
                    <a:pt x="2174" y="16027"/>
                    <a:pt x="2402" y="16255"/>
                    <a:pt x="2717" y="16255"/>
                  </a:cubicBezTo>
                  <a:lnTo>
                    <a:pt x="11366" y="16255"/>
                  </a:lnTo>
                  <a:cubicBezTo>
                    <a:pt x="11681" y="16255"/>
                    <a:pt x="11909" y="16027"/>
                    <a:pt x="11909" y="15712"/>
                  </a:cubicBezTo>
                  <a:lnTo>
                    <a:pt x="11909" y="2174"/>
                  </a:lnTo>
                  <a:close/>
                  <a:moveTo>
                    <a:pt x="4847" y="1"/>
                  </a:moveTo>
                  <a:cubicBezTo>
                    <a:pt x="4575" y="1"/>
                    <a:pt x="4347" y="229"/>
                    <a:pt x="4347" y="544"/>
                  </a:cubicBezTo>
                  <a:lnTo>
                    <a:pt x="4347" y="1087"/>
                  </a:lnTo>
                  <a:lnTo>
                    <a:pt x="1902" y="1087"/>
                  </a:lnTo>
                  <a:cubicBezTo>
                    <a:pt x="863" y="1087"/>
                    <a:pt x="1" y="1949"/>
                    <a:pt x="1" y="3036"/>
                  </a:cubicBezTo>
                  <a:lnTo>
                    <a:pt x="1" y="16479"/>
                  </a:lnTo>
                  <a:cubicBezTo>
                    <a:pt x="1" y="17566"/>
                    <a:pt x="863" y="18428"/>
                    <a:pt x="1902" y="18428"/>
                  </a:cubicBezTo>
                  <a:lnTo>
                    <a:pt x="12134" y="18428"/>
                  </a:lnTo>
                  <a:cubicBezTo>
                    <a:pt x="13220" y="18428"/>
                    <a:pt x="14082" y="17566"/>
                    <a:pt x="14082" y="16479"/>
                  </a:cubicBezTo>
                  <a:lnTo>
                    <a:pt x="14082" y="3036"/>
                  </a:lnTo>
                  <a:cubicBezTo>
                    <a:pt x="14082" y="1949"/>
                    <a:pt x="13220" y="1087"/>
                    <a:pt x="12134" y="1087"/>
                  </a:cubicBezTo>
                  <a:lnTo>
                    <a:pt x="9736" y="1087"/>
                  </a:lnTo>
                  <a:lnTo>
                    <a:pt x="9736" y="544"/>
                  </a:lnTo>
                  <a:cubicBezTo>
                    <a:pt x="9736" y="229"/>
                    <a:pt x="9508" y="1"/>
                    <a:pt x="919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59" name="Google Shape;1459;p38"/>
            <p:cNvSpPr/>
            <p:nvPr/>
          </p:nvSpPr>
          <p:spPr>
            <a:xfrm>
              <a:off x="6225411" y="2752147"/>
              <a:ext cx="72841" cy="72841"/>
            </a:xfrm>
            <a:custGeom>
              <a:avLst/>
              <a:gdLst/>
              <a:ahLst/>
              <a:cxnLst/>
              <a:rect l="l" t="t" r="r" b="b"/>
              <a:pathLst>
                <a:path w="3217" h="3217" extrusionOk="0">
                  <a:moveTo>
                    <a:pt x="1587" y="1"/>
                  </a:moveTo>
                  <a:cubicBezTo>
                    <a:pt x="1315" y="1"/>
                    <a:pt x="1044" y="229"/>
                    <a:pt x="1044" y="544"/>
                  </a:cubicBezTo>
                  <a:lnTo>
                    <a:pt x="1044" y="1087"/>
                  </a:lnTo>
                  <a:lnTo>
                    <a:pt x="500" y="1087"/>
                  </a:lnTo>
                  <a:cubicBezTo>
                    <a:pt x="229" y="1087"/>
                    <a:pt x="0" y="1315"/>
                    <a:pt x="0" y="1630"/>
                  </a:cubicBezTo>
                  <a:cubicBezTo>
                    <a:pt x="0" y="1902"/>
                    <a:pt x="229" y="2130"/>
                    <a:pt x="500" y="2130"/>
                  </a:cubicBezTo>
                  <a:lnTo>
                    <a:pt x="1044" y="2130"/>
                  </a:lnTo>
                  <a:lnTo>
                    <a:pt x="1044" y="2717"/>
                  </a:lnTo>
                  <a:cubicBezTo>
                    <a:pt x="1044" y="2989"/>
                    <a:pt x="1315" y="3217"/>
                    <a:pt x="1587" y="3217"/>
                  </a:cubicBezTo>
                  <a:cubicBezTo>
                    <a:pt x="1902" y="3217"/>
                    <a:pt x="2130" y="2989"/>
                    <a:pt x="2130" y="2717"/>
                  </a:cubicBezTo>
                  <a:lnTo>
                    <a:pt x="2130" y="2130"/>
                  </a:lnTo>
                  <a:lnTo>
                    <a:pt x="2673" y="2130"/>
                  </a:lnTo>
                  <a:cubicBezTo>
                    <a:pt x="2988" y="2130"/>
                    <a:pt x="3217" y="1902"/>
                    <a:pt x="3217" y="1630"/>
                  </a:cubicBezTo>
                  <a:cubicBezTo>
                    <a:pt x="3217" y="1315"/>
                    <a:pt x="2988" y="1087"/>
                    <a:pt x="2673" y="1087"/>
                  </a:cubicBezTo>
                  <a:lnTo>
                    <a:pt x="2130" y="1087"/>
                  </a:lnTo>
                  <a:lnTo>
                    <a:pt x="2130" y="544"/>
                  </a:lnTo>
                  <a:cubicBezTo>
                    <a:pt x="2130" y="229"/>
                    <a:pt x="1902" y="1"/>
                    <a:pt x="15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0" name="Google Shape;1460;p38"/>
            <p:cNvSpPr/>
            <p:nvPr/>
          </p:nvSpPr>
          <p:spPr>
            <a:xfrm>
              <a:off x="6200798" y="2850551"/>
              <a:ext cx="122066" cy="23639"/>
            </a:xfrm>
            <a:custGeom>
              <a:avLst/>
              <a:gdLst/>
              <a:ahLst/>
              <a:cxnLst/>
              <a:rect l="l" t="t" r="r" b="b"/>
              <a:pathLst>
                <a:path w="5391" h="1044" extrusionOk="0">
                  <a:moveTo>
                    <a:pt x="501" y="1"/>
                  </a:moveTo>
                  <a:cubicBezTo>
                    <a:pt x="229" y="1"/>
                    <a:pt x="1" y="229"/>
                    <a:pt x="1" y="501"/>
                  </a:cubicBezTo>
                  <a:cubicBezTo>
                    <a:pt x="1" y="816"/>
                    <a:pt x="229" y="1044"/>
                    <a:pt x="501" y="1044"/>
                  </a:cubicBezTo>
                  <a:lnTo>
                    <a:pt x="4847" y="1044"/>
                  </a:lnTo>
                  <a:cubicBezTo>
                    <a:pt x="5162" y="1044"/>
                    <a:pt x="5390" y="816"/>
                    <a:pt x="5390" y="501"/>
                  </a:cubicBezTo>
                  <a:cubicBezTo>
                    <a:pt x="5390" y="229"/>
                    <a:pt x="5162" y="1"/>
                    <a:pt x="484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1" name="Google Shape;1461;p38"/>
            <p:cNvSpPr/>
            <p:nvPr/>
          </p:nvSpPr>
          <p:spPr>
            <a:xfrm>
              <a:off x="6200798" y="2899753"/>
              <a:ext cx="122066" cy="23639"/>
            </a:xfrm>
            <a:custGeom>
              <a:avLst/>
              <a:gdLst/>
              <a:ahLst/>
              <a:cxnLst/>
              <a:rect l="l" t="t" r="r" b="b"/>
              <a:pathLst>
                <a:path w="5391" h="1044" extrusionOk="0">
                  <a:moveTo>
                    <a:pt x="501" y="1"/>
                  </a:moveTo>
                  <a:cubicBezTo>
                    <a:pt x="229" y="1"/>
                    <a:pt x="1" y="229"/>
                    <a:pt x="1" y="501"/>
                  </a:cubicBezTo>
                  <a:cubicBezTo>
                    <a:pt x="1" y="816"/>
                    <a:pt x="229" y="1044"/>
                    <a:pt x="501" y="1044"/>
                  </a:cubicBezTo>
                  <a:lnTo>
                    <a:pt x="4847" y="1044"/>
                  </a:lnTo>
                  <a:cubicBezTo>
                    <a:pt x="5162" y="1044"/>
                    <a:pt x="5390" y="816"/>
                    <a:pt x="5390" y="501"/>
                  </a:cubicBezTo>
                  <a:cubicBezTo>
                    <a:pt x="5390" y="229"/>
                    <a:pt x="5162" y="1"/>
                    <a:pt x="484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2" name="Google Shape;1462;p38"/>
            <p:cNvSpPr/>
            <p:nvPr/>
          </p:nvSpPr>
          <p:spPr>
            <a:xfrm>
              <a:off x="6200798" y="2947982"/>
              <a:ext cx="48251" cy="24612"/>
            </a:xfrm>
            <a:custGeom>
              <a:avLst/>
              <a:gdLst/>
              <a:ahLst/>
              <a:cxnLst/>
              <a:rect l="l" t="t" r="r" b="b"/>
              <a:pathLst>
                <a:path w="2131" h="1087" extrusionOk="0">
                  <a:moveTo>
                    <a:pt x="501" y="0"/>
                  </a:moveTo>
                  <a:cubicBezTo>
                    <a:pt x="229" y="0"/>
                    <a:pt x="1" y="272"/>
                    <a:pt x="1" y="544"/>
                  </a:cubicBezTo>
                  <a:cubicBezTo>
                    <a:pt x="1" y="859"/>
                    <a:pt x="229" y="1087"/>
                    <a:pt x="501" y="1087"/>
                  </a:cubicBezTo>
                  <a:lnTo>
                    <a:pt x="1587" y="1087"/>
                  </a:lnTo>
                  <a:cubicBezTo>
                    <a:pt x="1902" y="1087"/>
                    <a:pt x="2131" y="859"/>
                    <a:pt x="2131" y="544"/>
                  </a:cubicBezTo>
                  <a:cubicBezTo>
                    <a:pt x="2131" y="272"/>
                    <a:pt x="1902" y="0"/>
                    <a:pt x="15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3" name="Google Shape;1463;p38"/>
            <p:cNvSpPr/>
            <p:nvPr/>
          </p:nvSpPr>
          <p:spPr>
            <a:xfrm>
              <a:off x="6273639" y="2947982"/>
              <a:ext cx="49225" cy="24612"/>
            </a:xfrm>
            <a:custGeom>
              <a:avLst/>
              <a:gdLst/>
              <a:ahLst/>
              <a:cxnLst/>
              <a:rect l="l" t="t" r="r" b="b"/>
              <a:pathLst>
                <a:path w="2174" h="1087" extrusionOk="0">
                  <a:moveTo>
                    <a:pt x="543" y="0"/>
                  </a:moveTo>
                  <a:cubicBezTo>
                    <a:pt x="272" y="0"/>
                    <a:pt x="0" y="272"/>
                    <a:pt x="0" y="544"/>
                  </a:cubicBezTo>
                  <a:cubicBezTo>
                    <a:pt x="0" y="859"/>
                    <a:pt x="272" y="1087"/>
                    <a:pt x="543" y="1087"/>
                  </a:cubicBezTo>
                  <a:lnTo>
                    <a:pt x="1630" y="1087"/>
                  </a:lnTo>
                  <a:cubicBezTo>
                    <a:pt x="1945" y="1087"/>
                    <a:pt x="2173" y="859"/>
                    <a:pt x="2173" y="544"/>
                  </a:cubicBezTo>
                  <a:cubicBezTo>
                    <a:pt x="2173" y="272"/>
                    <a:pt x="1945" y="0"/>
                    <a:pt x="16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464" name="Google Shape;1464;p38"/>
          <p:cNvGrpSpPr/>
          <p:nvPr/>
        </p:nvGrpSpPr>
        <p:grpSpPr>
          <a:xfrm>
            <a:off x="6733578" y="2069666"/>
            <a:ext cx="385245" cy="420237"/>
            <a:chOff x="5407405" y="3861267"/>
            <a:chExt cx="383405" cy="418230"/>
          </a:xfrm>
        </p:grpSpPr>
        <p:sp>
          <p:nvSpPr>
            <p:cNvPr id="1465" name="Google Shape;1465;p38"/>
            <p:cNvSpPr/>
            <p:nvPr/>
          </p:nvSpPr>
          <p:spPr>
            <a:xfrm>
              <a:off x="5488443" y="4008873"/>
              <a:ext cx="73815" cy="24612"/>
            </a:xfrm>
            <a:custGeom>
              <a:avLst/>
              <a:gdLst/>
              <a:ahLst/>
              <a:cxnLst/>
              <a:rect l="l" t="t" r="r" b="b"/>
              <a:pathLst>
                <a:path w="3260" h="1087" extrusionOk="0">
                  <a:moveTo>
                    <a:pt x="543" y="0"/>
                  </a:moveTo>
                  <a:cubicBezTo>
                    <a:pt x="272" y="0"/>
                    <a:pt x="0" y="272"/>
                    <a:pt x="0" y="543"/>
                  </a:cubicBezTo>
                  <a:cubicBezTo>
                    <a:pt x="0" y="862"/>
                    <a:pt x="272" y="1087"/>
                    <a:pt x="543" y="1087"/>
                  </a:cubicBezTo>
                  <a:lnTo>
                    <a:pt x="2716" y="1087"/>
                  </a:lnTo>
                  <a:cubicBezTo>
                    <a:pt x="3031" y="1087"/>
                    <a:pt x="3260" y="862"/>
                    <a:pt x="3260" y="543"/>
                  </a:cubicBezTo>
                  <a:cubicBezTo>
                    <a:pt x="3260" y="272"/>
                    <a:pt x="3031" y="0"/>
                    <a:pt x="271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6" name="Google Shape;1466;p38"/>
            <p:cNvSpPr/>
            <p:nvPr/>
          </p:nvSpPr>
          <p:spPr>
            <a:xfrm>
              <a:off x="5488443" y="4058076"/>
              <a:ext cx="73815" cy="24612"/>
            </a:xfrm>
            <a:custGeom>
              <a:avLst/>
              <a:gdLst/>
              <a:ahLst/>
              <a:cxnLst/>
              <a:rect l="l" t="t" r="r" b="b"/>
              <a:pathLst>
                <a:path w="3260" h="1087" extrusionOk="0">
                  <a:moveTo>
                    <a:pt x="543" y="0"/>
                  </a:moveTo>
                  <a:cubicBezTo>
                    <a:pt x="272" y="0"/>
                    <a:pt x="0" y="272"/>
                    <a:pt x="0" y="544"/>
                  </a:cubicBezTo>
                  <a:cubicBezTo>
                    <a:pt x="0" y="862"/>
                    <a:pt x="272" y="1087"/>
                    <a:pt x="543" y="1087"/>
                  </a:cubicBezTo>
                  <a:lnTo>
                    <a:pt x="2716" y="1087"/>
                  </a:lnTo>
                  <a:cubicBezTo>
                    <a:pt x="3031" y="1087"/>
                    <a:pt x="3260" y="862"/>
                    <a:pt x="3260" y="544"/>
                  </a:cubicBezTo>
                  <a:cubicBezTo>
                    <a:pt x="3260" y="272"/>
                    <a:pt x="3031" y="0"/>
                    <a:pt x="271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7" name="Google Shape;1467;p38"/>
            <p:cNvSpPr/>
            <p:nvPr/>
          </p:nvSpPr>
          <p:spPr>
            <a:xfrm>
              <a:off x="5491477" y="3910469"/>
              <a:ext cx="73815" cy="24612"/>
            </a:xfrm>
            <a:custGeom>
              <a:avLst/>
              <a:gdLst/>
              <a:ahLst/>
              <a:cxnLst/>
              <a:rect l="l" t="t" r="r" b="b"/>
              <a:pathLst>
                <a:path w="3260" h="1087" extrusionOk="0">
                  <a:moveTo>
                    <a:pt x="543" y="0"/>
                  </a:moveTo>
                  <a:cubicBezTo>
                    <a:pt x="228" y="0"/>
                    <a:pt x="0" y="272"/>
                    <a:pt x="0" y="543"/>
                  </a:cubicBezTo>
                  <a:cubicBezTo>
                    <a:pt x="0" y="862"/>
                    <a:pt x="228" y="1087"/>
                    <a:pt x="543" y="1087"/>
                  </a:cubicBezTo>
                  <a:lnTo>
                    <a:pt x="2716" y="1087"/>
                  </a:lnTo>
                  <a:cubicBezTo>
                    <a:pt x="3035" y="1087"/>
                    <a:pt x="3260" y="862"/>
                    <a:pt x="3260" y="543"/>
                  </a:cubicBezTo>
                  <a:cubicBezTo>
                    <a:pt x="3260" y="272"/>
                    <a:pt x="3035" y="0"/>
                    <a:pt x="271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468" name="Google Shape;1468;p38"/>
            <p:cNvSpPr/>
            <p:nvPr/>
          </p:nvSpPr>
          <p:spPr>
            <a:xfrm>
              <a:off x="5407405" y="3861267"/>
              <a:ext cx="383405" cy="418230"/>
            </a:xfrm>
            <a:custGeom>
              <a:avLst/>
              <a:gdLst/>
              <a:ahLst/>
              <a:cxnLst/>
              <a:rect l="l" t="t" r="r" b="b"/>
              <a:pathLst>
                <a:path w="16933" h="18471" extrusionOk="0">
                  <a:moveTo>
                    <a:pt x="9055" y="1087"/>
                  </a:moveTo>
                  <a:cubicBezTo>
                    <a:pt x="9464" y="1087"/>
                    <a:pt x="9779" y="1449"/>
                    <a:pt x="9779" y="1858"/>
                  </a:cubicBezTo>
                  <a:lnTo>
                    <a:pt x="9779" y="5433"/>
                  </a:lnTo>
                  <a:lnTo>
                    <a:pt x="8693" y="5433"/>
                  </a:lnTo>
                  <a:lnTo>
                    <a:pt x="8693" y="4889"/>
                  </a:lnTo>
                  <a:cubicBezTo>
                    <a:pt x="8693" y="4618"/>
                    <a:pt x="8468" y="4346"/>
                    <a:pt x="8150" y="4346"/>
                  </a:cubicBezTo>
                  <a:lnTo>
                    <a:pt x="2536" y="4346"/>
                  </a:lnTo>
                  <a:cubicBezTo>
                    <a:pt x="2221" y="4346"/>
                    <a:pt x="1993" y="4618"/>
                    <a:pt x="1993" y="4889"/>
                  </a:cubicBezTo>
                  <a:lnTo>
                    <a:pt x="1993" y="5433"/>
                  </a:lnTo>
                  <a:lnTo>
                    <a:pt x="1087" y="5433"/>
                  </a:lnTo>
                  <a:lnTo>
                    <a:pt x="1087" y="1858"/>
                  </a:lnTo>
                  <a:cubicBezTo>
                    <a:pt x="1087" y="1449"/>
                    <a:pt x="1406" y="1087"/>
                    <a:pt x="1812" y="1087"/>
                  </a:cubicBezTo>
                  <a:close/>
                  <a:moveTo>
                    <a:pt x="7606" y="5433"/>
                  </a:moveTo>
                  <a:lnTo>
                    <a:pt x="7606" y="10865"/>
                  </a:lnTo>
                  <a:lnTo>
                    <a:pt x="3079" y="10865"/>
                  </a:lnTo>
                  <a:lnTo>
                    <a:pt x="3079" y="5433"/>
                  </a:lnTo>
                  <a:close/>
                  <a:moveTo>
                    <a:pt x="9779" y="6519"/>
                  </a:moveTo>
                  <a:lnTo>
                    <a:pt x="9779" y="12314"/>
                  </a:lnTo>
                  <a:cubicBezTo>
                    <a:pt x="9779" y="12723"/>
                    <a:pt x="9464" y="13038"/>
                    <a:pt x="9055" y="13038"/>
                  </a:cubicBezTo>
                  <a:lnTo>
                    <a:pt x="1812" y="13038"/>
                  </a:lnTo>
                  <a:cubicBezTo>
                    <a:pt x="1406" y="13038"/>
                    <a:pt x="1087" y="12723"/>
                    <a:pt x="1087" y="12314"/>
                  </a:cubicBezTo>
                  <a:lnTo>
                    <a:pt x="1087" y="6519"/>
                  </a:lnTo>
                  <a:lnTo>
                    <a:pt x="1993" y="6519"/>
                  </a:lnTo>
                  <a:lnTo>
                    <a:pt x="1993" y="11409"/>
                  </a:lnTo>
                  <a:cubicBezTo>
                    <a:pt x="1993" y="11727"/>
                    <a:pt x="2221" y="11952"/>
                    <a:pt x="2536" y="11952"/>
                  </a:cubicBezTo>
                  <a:lnTo>
                    <a:pt x="8150" y="11952"/>
                  </a:lnTo>
                  <a:cubicBezTo>
                    <a:pt x="8468" y="11952"/>
                    <a:pt x="8693" y="11727"/>
                    <a:pt x="8693" y="11409"/>
                  </a:cubicBezTo>
                  <a:lnTo>
                    <a:pt x="8693" y="6519"/>
                  </a:lnTo>
                  <a:close/>
                  <a:moveTo>
                    <a:pt x="7606" y="14125"/>
                  </a:moveTo>
                  <a:lnTo>
                    <a:pt x="7606" y="15121"/>
                  </a:lnTo>
                  <a:cubicBezTo>
                    <a:pt x="7606" y="15168"/>
                    <a:pt x="7563" y="15211"/>
                    <a:pt x="7516" y="15211"/>
                  </a:cubicBezTo>
                  <a:lnTo>
                    <a:pt x="6610" y="15211"/>
                  </a:lnTo>
                  <a:cubicBezTo>
                    <a:pt x="6567" y="15211"/>
                    <a:pt x="6520" y="15168"/>
                    <a:pt x="6520" y="15121"/>
                  </a:cubicBezTo>
                  <a:lnTo>
                    <a:pt x="6520" y="14125"/>
                  </a:lnTo>
                  <a:close/>
                  <a:moveTo>
                    <a:pt x="1812" y="0"/>
                  </a:moveTo>
                  <a:cubicBezTo>
                    <a:pt x="816" y="0"/>
                    <a:pt x="1" y="862"/>
                    <a:pt x="1" y="1858"/>
                  </a:cubicBezTo>
                  <a:lnTo>
                    <a:pt x="1" y="12314"/>
                  </a:lnTo>
                  <a:cubicBezTo>
                    <a:pt x="1" y="13310"/>
                    <a:pt x="816" y="14125"/>
                    <a:pt x="1812" y="14125"/>
                  </a:cubicBezTo>
                  <a:lnTo>
                    <a:pt x="2174" y="14125"/>
                  </a:lnTo>
                  <a:lnTo>
                    <a:pt x="2174" y="15755"/>
                  </a:lnTo>
                  <a:cubicBezTo>
                    <a:pt x="2174" y="16073"/>
                    <a:pt x="2445" y="16298"/>
                    <a:pt x="2717" y="16298"/>
                  </a:cubicBezTo>
                  <a:cubicBezTo>
                    <a:pt x="3036" y="16298"/>
                    <a:pt x="3260" y="16073"/>
                    <a:pt x="3260" y="15755"/>
                  </a:cubicBezTo>
                  <a:lnTo>
                    <a:pt x="3260" y="14125"/>
                  </a:lnTo>
                  <a:lnTo>
                    <a:pt x="5433" y="14125"/>
                  </a:lnTo>
                  <a:lnTo>
                    <a:pt x="5433" y="15121"/>
                  </a:lnTo>
                  <a:cubicBezTo>
                    <a:pt x="5433" y="15755"/>
                    <a:pt x="5933" y="16298"/>
                    <a:pt x="6567" y="16298"/>
                  </a:cubicBezTo>
                  <a:cubicBezTo>
                    <a:pt x="6839" y="17522"/>
                    <a:pt x="7925" y="18471"/>
                    <a:pt x="9236" y="18471"/>
                  </a:cubicBezTo>
                  <a:lnTo>
                    <a:pt x="10323" y="18471"/>
                  </a:lnTo>
                  <a:cubicBezTo>
                    <a:pt x="11818" y="18471"/>
                    <a:pt x="13039" y="17250"/>
                    <a:pt x="13039" y="15755"/>
                  </a:cubicBezTo>
                  <a:lnTo>
                    <a:pt x="13039" y="2173"/>
                  </a:lnTo>
                  <a:cubicBezTo>
                    <a:pt x="13039" y="1586"/>
                    <a:pt x="13539" y="1087"/>
                    <a:pt x="14126" y="1087"/>
                  </a:cubicBezTo>
                  <a:cubicBezTo>
                    <a:pt x="14716" y="1087"/>
                    <a:pt x="15212" y="1586"/>
                    <a:pt x="15212" y="2173"/>
                  </a:cubicBezTo>
                  <a:lnTo>
                    <a:pt x="15212" y="6519"/>
                  </a:lnTo>
                  <a:lnTo>
                    <a:pt x="14987" y="6519"/>
                  </a:lnTo>
                  <a:cubicBezTo>
                    <a:pt x="14716" y="6519"/>
                    <a:pt x="14444" y="6791"/>
                    <a:pt x="14444" y="7062"/>
                  </a:cubicBezTo>
                  <a:cubicBezTo>
                    <a:pt x="14444" y="7381"/>
                    <a:pt x="14716" y="7606"/>
                    <a:pt x="14987" y="7606"/>
                  </a:cubicBezTo>
                  <a:lnTo>
                    <a:pt x="15212" y="7606"/>
                  </a:lnTo>
                  <a:lnTo>
                    <a:pt x="15212" y="9236"/>
                  </a:lnTo>
                  <a:cubicBezTo>
                    <a:pt x="15212" y="9554"/>
                    <a:pt x="15440" y="9779"/>
                    <a:pt x="15755" y="9779"/>
                  </a:cubicBezTo>
                  <a:cubicBezTo>
                    <a:pt x="16074" y="9779"/>
                    <a:pt x="16299" y="9554"/>
                    <a:pt x="16299" y="9236"/>
                  </a:cubicBezTo>
                  <a:lnTo>
                    <a:pt x="16299" y="7606"/>
                  </a:lnTo>
                  <a:lnTo>
                    <a:pt x="16389" y="7606"/>
                  </a:lnTo>
                  <a:cubicBezTo>
                    <a:pt x="16708" y="7606"/>
                    <a:pt x="16932" y="7381"/>
                    <a:pt x="16932" y="7062"/>
                  </a:cubicBezTo>
                  <a:cubicBezTo>
                    <a:pt x="16932" y="6791"/>
                    <a:pt x="16708" y="6519"/>
                    <a:pt x="16389" y="6519"/>
                  </a:cubicBezTo>
                  <a:lnTo>
                    <a:pt x="16299" y="6519"/>
                  </a:lnTo>
                  <a:lnTo>
                    <a:pt x="16299" y="2173"/>
                  </a:lnTo>
                  <a:cubicBezTo>
                    <a:pt x="16299" y="996"/>
                    <a:pt x="15303" y="0"/>
                    <a:pt x="14126" y="0"/>
                  </a:cubicBezTo>
                  <a:cubicBezTo>
                    <a:pt x="12948" y="0"/>
                    <a:pt x="11952" y="996"/>
                    <a:pt x="11952" y="2173"/>
                  </a:cubicBezTo>
                  <a:lnTo>
                    <a:pt x="11952" y="15755"/>
                  </a:lnTo>
                  <a:cubicBezTo>
                    <a:pt x="11952" y="16660"/>
                    <a:pt x="11228" y="17384"/>
                    <a:pt x="10323" y="17384"/>
                  </a:cubicBezTo>
                  <a:lnTo>
                    <a:pt x="9236" y="17384"/>
                  </a:lnTo>
                  <a:cubicBezTo>
                    <a:pt x="8512" y="17384"/>
                    <a:pt x="7925" y="16932"/>
                    <a:pt x="7697" y="16298"/>
                  </a:cubicBezTo>
                  <a:cubicBezTo>
                    <a:pt x="8240" y="16207"/>
                    <a:pt x="8693" y="15711"/>
                    <a:pt x="8693" y="15121"/>
                  </a:cubicBezTo>
                  <a:lnTo>
                    <a:pt x="8693" y="14125"/>
                  </a:lnTo>
                  <a:lnTo>
                    <a:pt x="9055" y="14125"/>
                  </a:lnTo>
                  <a:cubicBezTo>
                    <a:pt x="10051" y="14125"/>
                    <a:pt x="10866" y="13310"/>
                    <a:pt x="10866" y="12314"/>
                  </a:cubicBezTo>
                  <a:lnTo>
                    <a:pt x="10866" y="1858"/>
                  </a:lnTo>
                  <a:cubicBezTo>
                    <a:pt x="10866" y="862"/>
                    <a:pt x="10051" y="0"/>
                    <a:pt x="905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49"/>
          <p:cNvSpPr/>
          <p:nvPr/>
        </p:nvSpPr>
        <p:spPr>
          <a:xfrm>
            <a:off x="4597447" y="2101467"/>
            <a:ext cx="3885600" cy="855600"/>
          </a:xfrm>
          <a:prstGeom prst="wedgeRectCallout">
            <a:avLst>
              <a:gd name="adj1" fmla="val -54815"/>
              <a:gd name="adj2" fmla="val -11980"/>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186" name="Google Shape;1186;p49"/>
          <p:cNvSpPr/>
          <p:nvPr/>
        </p:nvSpPr>
        <p:spPr>
          <a:xfrm>
            <a:off x="4597447" y="3508617"/>
            <a:ext cx="3885600" cy="855600"/>
          </a:xfrm>
          <a:prstGeom prst="wedgeRectCallout">
            <a:avLst>
              <a:gd name="adj1" fmla="val -54995"/>
              <a:gd name="adj2" fmla="val -22187"/>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187" name="Google Shape;1187;p49"/>
          <p:cNvSpPr/>
          <p:nvPr/>
        </p:nvSpPr>
        <p:spPr>
          <a:xfrm rot="10800000" flipH="1">
            <a:off x="4597447" y="4913867"/>
            <a:ext cx="3885600" cy="855600"/>
          </a:xfrm>
          <a:prstGeom prst="wedgeRectCallout">
            <a:avLst>
              <a:gd name="adj1" fmla="val -54973"/>
              <a:gd name="adj2" fmla="val 31007"/>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188" name="Google Shape;1188;p49"/>
          <p:cNvSpPr txBox="1">
            <a:spLocks noGrp="1"/>
          </p:cNvSpPr>
          <p:nvPr>
            <p:ph type="title"/>
          </p:nvPr>
        </p:nvSpPr>
        <p:spPr>
          <a:xfrm>
            <a:off x="960000" y="720000"/>
            <a:ext cx="10272000" cy="427200"/>
          </a:xfrm>
          <a:prstGeom prst="rect">
            <a:avLst/>
          </a:prstGeom>
        </p:spPr>
        <p:txBody>
          <a:bodyPr spcFirstLastPara="1" wrap="square" lIns="121900" tIns="121900" rIns="121900" bIns="121900" anchor="ctr" anchorCtr="0">
            <a:noAutofit/>
          </a:bodyPr>
          <a:lstStyle/>
          <a:p>
            <a:r>
              <a:rPr lang="en-US" dirty="0"/>
              <a:t>Results &amp; Impact</a:t>
            </a:r>
            <a:endParaRPr dirty="0"/>
          </a:p>
        </p:txBody>
      </p:sp>
      <p:sp>
        <p:nvSpPr>
          <p:cNvPr id="1189" name="Google Shape;1189;p49"/>
          <p:cNvSpPr txBox="1">
            <a:spLocks noGrp="1"/>
          </p:cNvSpPr>
          <p:nvPr>
            <p:ph type="subTitle" idx="1"/>
          </p:nvPr>
        </p:nvSpPr>
        <p:spPr>
          <a:xfrm>
            <a:off x="4640433" y="2105800"/>
            <a:ext cx="3799600" cy="855600"/>
          </a:xfrm>
          <a:prstGeom prst="rect">
            <a:avLst/>
          </a:prstGeom>
        </p:spPr>
        <p:txBody>
          <a:bodyPr spcFirstLastPara="1" wrap="square" lIns="121900" tIns="121900" rIns="121900" bIns="121900" anchor="ctr" anchorCtr="0">
            <a:noAutofit/>
          </a:bodyPr>
          <a:lstStyle/>
          <a:p>
            <a:pPr marL="0" indent="0"/>
            <a:r>
              <a:rPr lang="en-US" dirty="0"/>
              <a:t>Logistic regression model implemented</a:t>
            </a:r>
            <a:endParaRPr dirty="0"/>
          </a:p>
        </p:txBody>
      </p:sp>
      <p:sp>
        <p:nvSpPr>
          <p:cNvPr id="1191" name="Google Shape;1191;p49"/>
          <p:cNvSpPr txBox="1">
            <a:spLocks noGrp="1"/>
          </p:cNvSpPr>
          <p:nvPr>
            <p:ph type="subTitle" idx="3"/>
          </p:nvPr>
        </p:nvSpPr>
        <p:spPr>
          <a:xfrm>
            <a:off x="4640433" y="3506612"/>
            <a:ext cx="3799600" cy="855600"/>
          </a:xfrm>
          <a:prstGeom prst="rect">
            <a:avLst/>
          </a:prstGeom>
        </p:spPr>
        <p:txBody>
          <a:bodyPr spcFirstLastPara="1" wrap="square" lIns="121900" tIns="121900" rIns="121900" bIns="121900" anchor="ctr" anchorCtr="0">
            <a:noAutofit/>
          </a:bodyPr>
          <a:lstStyle/>
          <a:p>
            <a:pPr marL="0" indent="0"/>
            <a:r>
              <a:rPr lang="en-US" dirty="0"/>
              <a:t>User-friendly prototype tested</a:t>
            </a:r>
            <a:endParaRPr dirty="0"/>
          </a:p>
        </p:txBody>
      </p:sp>
      <p:sp>
        <p:nvSpPr>
          <p:cNvPr id="1193" name="Google Shape;1193;p49"/>
          <p:cNvSpPr txBox="1">
            <a:spLocks noGrp="1"/>
          </p:cNvSpPr>
          <p:nvPr>
            <p:ph type="subTitle" idx="5"/>
          </p:nvPr>
        </p:nvSpPr>
        <p:spPr>
          <a:xfrm>
            <a:off x="4640433" y="4917933"/>
            <a:ext cx="3799600" cy="855600"/>
          </a:xfrm>
          <a:prstGeom prst="rect">
            <a:avLst/>
          </a:prstGeom>
        </p:spPr>
        <p:txBody>
          <a:bodyPr spcFirstLastPara="1" wrap="square" lIns="121900" tIns="121900" rIns="121900" bIns="121900" anchor="ctr" anchorCtr="0">
            <a:noAutofit/>
          </a:bodyPr>
          <a:lstStyle/>
          <a:p>
            <a:pPr marL="0" indent="0"/>
            <a:r>
              <a:rPr lang="en-US" dirty="0"/>
              <a:t>Preventive healthcare support</a:t>
            </a:r>
            <a:endParaRPr dirty="0"/>
          </a:p>
        </p:txBody>
      </p:sp>
      <p:grpSp>
        <p:nvGrpSpPr>
          <p:cNvPr id="1195" name="Google Shape;1195;p49"/>
          <p:cNvGrpSpPr/>
          <p:nvPr/>
        </p:nvGrpSpPr>
        <p:grpSpPr>
          <a:xfrm rot="-150418" flipH="1">
            <a:off x="1564546" y="2094760"/>
            <a:ext cx="2655423" cy="6373648"/>
            <a:chOff x="2714675" y="237925"/>
            <a:chExt cx="2177825" cy="5227300"/>
          </a:xfrm>
        </p:grpSpPr>
        <p:sp>
          <p:nvSpPr>
            <p:cNvPr id="1196" name="Google Shape;1196;p49"/>
            <p:cNvSpPr/>
            <p:nvPr/>
          </p:nvSpPr>
          <p:spPr>
            <a:xfrm>
              <a:off x="4179775" y="5184425"/>
              <a:ext cx="712725" cy="280800"/>
            </a:xfrm>
            <a:custGeom>
              <a:avLst/>
              <a:gdLst/>
              <a:ahLst/>
              <a:cxnLst/>
              <a:rect l="l" t="t" r="r" b="b"/>
              <a:pathLst>
                <a:path w="28509" h="11232" extrusionOk="0">
                  <a:moveTo>
                    <a:pt x="10740" y="1"/>
                  </a:moveTo>
                  <a:lnTo>
                    <a:pt x="0" y="818"/>
                  </a:lnTo>
                  <a:lnTo>
                    <a:pt x="794" y="6188"/>
                  </a:lnTo>
                  <a:lnTo>
                    <a:pt x="1541" y="11231"/>
                  </a:lnTo>
                  <a:lnTo>
                    <a:pt x="28508" y="11231"/>
                  </a:lnTo>
                  <a:cubicBezTo>
                    <a:pt x="27014" y="9013"/>
                    <a:pt x="24726" y="7472"/>
                    <a:pt x="22087" y="6935"/>
                  </a:cubicBezTo>
                  <a:cubicBezTo>
                    <a:pt x="20150" y="6538"/>
                    <a:pt x="18258" y="5954"/>
                    <a:pt x="16437" y="5184"/>
                  </a:cubicBezTo>
                  <a:cubicBezTo>
                    <a:pt x="10927" y="2826"/>
                    <a:pt x="10740" y="1"/>
                    <a:pt x="10740"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197" name="Google Shape;1197;p49"/>
            <p:cNvSpPr/>
            <p:nvPr/>
          </p:nvSpPr>
          <p:spPr>
            <a:xfrm>
              <a:off x="4199600" y="5314000"/>
              <a:ext cx="692900" cy="151225"/>
            </a:xfrm>
            <a:custGeom>
              <a:avLst/>
              <a:gdLst/>
              <a:ahLst/>
              <a:cxnLst/>
              <a:rect l="l" t="t" r="r" b="b"/>
              <a:pathLst>
                <a:path w="27716" h="6049" extrusionOk="0">
                  <a:moveTo>
                    <a:pt x="15644" y="1"/>
                  </a:moveTo>
                  <a:cubicBezTo>
                    <a:pt x="14570" y="1168"/>
                    <a:pt x="13519" y="2569"/>
                    <a:pt x="13006" y="3993"/>
                  </a:cubicBezTo>
                  <a:cubicBezTo>
                    <a:pt x="6515" y="3433"/>
                    <a:pt x="2546" y="1729"/>
                    <a:pt x="1" y="1005"/>
                  </a:cubicBezTo>
                  <a:lnTo>
                    <a:pt x="1" y="1005"/>
                  </a:lnTo>
                  <a:lnTo>
                    <a:pt x="748" y="6048"/>
                  </a:lnTo>
                  <a:lnTo>
                    <a:pt x="27715" y="6048"/>
                  </a:lnTo>
                  <a:cubicBezTo>
                    <a:pt x="26221" y="3830"/>
                    <a:pt x="23933" y="2289"/>
                    <a:pt x="21294" y="1752"/>
                  </a:cubicBezTo>
                  <a:cubicBezTo>
                    <a:pt x="19357" y="1355"/>
                    <a:pt x="17465" y="771"/>
                    <a:pt x="1564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198" name="Google Shape;1198;p49"/>
            <p:cNvSpPr/>
            <p:nvPr/>
          </p:nvSpPr>
          <p:spPr>
            <a:xfrm>
              <a:off x="3899000" y="2851950"/>
              <a:ext cx="644425" cy="2504100"/>
            </a:xfrm>
            <a:custGeom>
              <a:avLst/>
              <a:gdLst/>
              <a:ahLst/>
              <a:cxnLst/>
              <a:rect l="l" t="t" r="r" b="b"/>
              <a:pathLst>
                <a:path w="25777" h="100164" extrusionOk="0">
                  <a:moveTo>
                    <a:pt x="17558" y="0"/>
                  </a:moveTo>
                  <a:lnTo>
                    <a:pt x="1" y="187"/>
                  </a:lnTo>
                  <a:lnTo>
                    <a:pt x="561" y="6701"/>
                  </a:lnTo>
                  <a:lnTo>
                    <a:pt x="8850" y="100164"/>
                  </a:lnTo>
                  <a:lnTo>
                    <a:pt x="25777" y="94280"/>
                  </a:lnTo>
                  <a:lnTo>
                    <a:pt x="18142" y="6701"/>
                  </a:lnTo>
                  <a:lnTo>
                    <a:pt x="17558"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199" name="Google Shape;1199;p49"/>
            <p:cNvSpPr/>
            <p:nvPr/>
          </p:nvSpPr>
          <p:spPr>
            <a:xfrm>
              <a:off x="3163525" y="5184425"/>
              <a:ext cx="683550" cy="280800"/>
            </a:xfrm>
            <a:custGeom>
              <a:avLst/>
              <a:gdLst/>
              <a:ahLst/>
              <a:cxnLst/>
              <a:rect l="l" t="t" r="r" b="b"/>
              <a:pathLst>
                <a:path w="27342" h="11232" extrusionOk="0">
                  <a:moveTo>
                    <a:pt x="16508" y="1"/>
                  </a:moveTo>
                  <a:cubicBezTo>
                    <a:pt x="16508" y="1"/>
                    <a:pt x="16648" y="2826"/>
                    <a:pt x="11395" y="5184"/>
                  </a:cubicBezTo>
                  <a:cubicBezTo>
                    <a:pt x="9644" y="5954"/>
                    <a:pt x="7799" y="6538"/>
                    <a:pt x="5931" y="6935"/>
                  </a:cubicBezTo>
                  <a:cubicBezTo>
                    <a:pt x="1542" y="7916"/>
                    <a:pt x="1" y="11231"/>
                    <a:pt x="1" y="11231"/>
                  </a:cubicBezTo>
                  <a:lnTo>
                    <a:pt x="26968" y="11231"/>
                  </a:lnTo>
                  <a:lnTo>
                    <a:pt x="27155" y="6188"/>
                  </a:lnTo>
                  <a:lnTo>
                    <a:pt x="27342" y="818"/>
                  </a:lnTo>
                  <a:lnTo>
                    <a:pt x="16508"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0" name="Google Shape;1200;p49"/>
            <p:cNvSpPr/>
            <p:nvPr/>
          </p:nvSpPr>
          <p:spPr>
            <a:xfrm>
              <a:off x="3163525" y="5314000"/>
              <a:ext cx="678875" cy="151225"/>
            </a:xfrm>
            <a:custGeom>
              <a:avLst/>
              <a:gdLst/>
              <a:ahLst/>
              <a:cxnLst/>
              <a:rect l="l" t="t" r="r" b="b"/>
              <a:pathLst>
                <a:path w="27155" h="6049" extrusionOk="0">
                  <a:moveTo>
                    <a:pt x="11395" y="1"/>
                  </a:moveTo>
                  <a:cubicBezTo>
                    <a:pt x="9644" y="771"/>
                    <a:pt x="7799" y="1355"/>
                    <a:pt x="5931" y="1752"/>
                  </a:cubicBezTo>
                  <a:cubicBezTo>
                    <a:pt x="1542" y="2733"/>
                    <a:pt x="1" y="6048"/>
                    <a:pt x="1" y="6048"/>
                  </a:cubicBezTo>
                  <a:lnTo>
                    <a:pt x="26968" y="6048"/>
                  </a:lnTo>
                  <a:lnTo>
                    <a:pt x="27155" y="1005"/>
                  </a:lnTo>
                  <a:lnTo>
                    <a:pt x="27155" y="1005"/>
                  </a:lnTo>
                  <a:cubicBezTo>
                    <a:pt x="24680" y="1729"/>
                    <a:pt x="20898" y="3433"/>
                    <a:pt x="14477" y="3993"/>
                  </a:cubicBezTo>
                  <a:cubicBezTo>
                    <a:pt x="13823" y="2569"/>
                    <a:pt x="12586" y="1168"/>
                    <a:pt x="1139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1" name="Google Shape;1201;p49"/>
            <p:cNvSpPr/>
            <p:nvPr/>
          </p:nvSpPr>
          <p:spPr>
            <a:xfrm>
              <a:off x="3427950" y="2851950"/>
              <a:ext cx="495600" cy="2504100"/>
            </a:xfrm>
            <a:custGeom>
              <a:avLst/>
              <a:gdLst/>
              <a:ahLst/>
              <a:cxnLst/>
              <a:rect l="l" t="t" r="r" b="b"/>
              <a:pathLst>
                <a:path w="19824" h="100164" extrusionOk="0">
                  <a:moveTo>
                    <a:pt x="1" y="0"/>
                  </a:moveTo>
                  <a:lnTo>
                    <a:pt x="164" y="6701"/>
                  </a:lnTo>
                  <a:lnTo>
                    <a:pt x="2242" y="94280"/>
                  </a:lnTo>
                  <a:lnTo>
                    <a:pt x="19823" y="100164"/>
                  </a:lnTo>
                  <a:lnTo>
                    <a:pt x="17722" y="6701"/>
                  </a:lnTo>
                  <a:lnTo>
                    <a:pt x="17582" y="187"/>
                  </a:lnTo>
                  <a:lnTo>
                    <a:pt x="1"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2" name="Google Shape;1202;p49"/>
            <p:cNvSpPr/>
            <p:nvPr/>
          </p:nvSpPr>
          <p:spPr>
            <a:xfrm>
              <a:off x="2714675" y="668875"/>
              <a:ext cx="289525" cy="692900"/>
            </a:xfrm>
            <a:custGeom>
              <a:avLst/>
              <a:gdLst/>
              <a:ahLst/>
              <a:cxnLst/>
              <a:rect l="l" t="t" r="r" b="b"/>
              <a:pathLst>
                <a:path w="11581" h="27716" extrusionOk="0">
                  <a:moveTo>
                    <a:pt x="9409" y="9153"/>
                  </a:moveTo>
                  <a:cubicBezTo>
                    <a:pt x="9409" y="9153"/>
                    <a:pt x="9573" y="1986"/>
                    <a:pt x="8872" y="982"/>
                  </a:cubicBezTo>
                  <a:cubicBezTo>
                    <a:pt x="8149" y="1"/>
                    <a:pt x="7425" y="585"/>
                    <a:pt x="7168" y="1285"/>
                  </a:cubicBezTo>
                  <a:cubicBezTo>
                    <a:pt x="6911" y="1962"/>
                    <a:pt x="6911" y="8266"/>
                    <a:pt x="6911" y="8266"/>
                  </a:cubicBezTo>
                  <a:cubicBezTo>
                    <a:pt x="6444" y="7799"/>
                    <a:pt x="5720" y="7659"/>
                    <a:pt x="5113" y="7963"/>
                  </a:cubicBezTo>
                  <a:cubicBezTo>
                    <a:pt x="3993" y="8430"/>
                    <a:pt x="1891" y="8873"/>
                    <a:pt x="1471" y="9714"/>
                  </a:cubicBezTo>
                  <a:cubicBezTo>
                    <a:pt x="1027" y="10554"/>
                    <a:pt x="0" y="11558"/>
                    <a:pt x="304" y="12539"/>
                  </a:cubicBezTo>
                  <a:cubicBezTo>
                    <a:pt x="631" y="13496"/>
                    <a:pt x="1168" y="17185"/>
                    <a:pt x="2732" y="18913"/>
                  </a:cubicBezTo>
                  <a:cubicBezTo>
                    <a:pt x="4273" y="20664"/>
                    <a:pt x="3946" y="27715"/>
                    <a:pt x="3946" y="27715"/>
                  </a:cubicBezTo>
                  <a:lnTo>
                    <a:pt x="10950" y="27435"/>
                  </a:lnTo>
                  <a:cubicBezTo>
                    <a:pt x="10950" y="27435"/>
                    <a:pt x="9876" y="23676"/>
                    <a:pt x="9783" y="20711"/>
                  </a:cubicBezTo>
                  <a:cubicBezTo>
                    <a:pt x="9736" y="19380"/>
                    <a:pt x="10367" y="18586"/>
                    <a:pt x="10787" y="16531"/>
                  </a:cubicBezTo>
                  <a:cubicBezTo>
                    <a:pt x="11231" y="14477"/>
                    <a:pt x="11581" y="12376"/>
                    <a:pt x="10600" y="11115"/>
                  </a:cubicBezTo>
                  <a:cubicBezTo>
                    <a:pt x="10017" y="10368"/>
                    <a:pt x="9596" y="9247"/>
                    <a:pt x="9409" y="9130"/>
                  </a:cubicBezTo>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3" name="Google Shape;1203;p49"/>
            <p:cNvSpPr/>
            <p:nvPr/>
          </p:nvSpPr>
          <p:spPr>
            <a:xfrm>
              <a:off x="2750050" y="954325"/>
              <a:ext cx="77300" cy="95625"/>
            </a:xfrm>
            <a:custGeom>
              <a:avLst/>
              <a:gdLst/>
              <a:ahLst/>
              <a:cxnLst/>
              <a:rect l="l" t="t" r="r" b="b"/>
              <a:pathLst>
                <a:path w="3092" h="3825" extrusionOk="0">
                  <a:moveTo>
                    <a:pt x="258" y="0"/>
                  </a:moveTo>
                  <a:cubicBezTo>
                    <a:pt x="125" y="0"/>
                    <a:pt x="0" y="153"/>
                    <a:pt x="79" y="327"/>
                  </a:cubicBezTo>
                  <a:cubicBezTo>
                    <a:pt x="383" y="864"/>
                    <a:pt x="733" y="1378"/>
                    <a:pt x="1107" y="1868"/>
                  </a:cubicBezTo>
                  <a:cubicBezTo>
                    <a:pt x="1317" y="2172"/>
                    <a:pt x="1504" y="2498"/>
                    <a:pt x="1644" y="2849"/>
                  </a:cubicBezTo>
                  <a:cubicBezTo>
                    <a:pt x="1714" y="3129"/>
                    <a:pt x="1761" y="3409"/>
                    <a:pt x="1761" y="3713"/>
                  </a:cubicBezTo>
                  <a:cubicBezTo>
                    <a:pt x="1778" y="3781"/>
                    <a:pt x="1832" y="3824"/>
                    <a:pt x="1897" y="3824"/>
                  </a:cubicBezTo>
                  <a:cubicBezTo>
                    <a:pt x="1921" y="3824"/>
                    <a:pt x="1946" y="3818"/>
                    <a:pt x="1971" y="3806"/>
                  </a:cubicBezTo>
                  <a:cubicBezTo>
                    <a:pt x="3091" y="3222"/>
                    <a:pt x="733" y="701"/>
                    <a:pt x="430" y="117"/>
                  </a:cubicBezTo>
                  <a:cubicBezTo>
                    <a:pt x="385" y="34"/>
                    <a:pt x="320" y="0"/>
                    <a:pt x="258"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4" name="Google Shape;1204;p49"/>
            <p:cNvSpPr/>
            <p:nvPr/>
          </p:nvSpPr>
          <p:spPr>
            <a:xfrm>
              <a:off x="2781800" y="923650"/>
              <a:ext cx="56625" cy="113075"/>
            </a:xfrm>
            <a:custGeom>
              <a:avLst/>
              <a:gdLst/>
              <a:ahLst/>
              <a:cxnLst/>
              <a:rect l="l" t="t" r="r" b="b"/>
              <a:pathLst>
                <a:path w="2265" h="4523" extrusionOk="0">
                  <a:moveTo>
                    <a:pt x="222" y="1"/>
                  </a:moveTo>
                  <a:cubicBezTo>
                    <a:pt x="112" y="1"/>
                    <a:pt x="1" y="148"/>
                    <a:pt x="70" y="270"/>
                  </a:cubicBezTo>
                  <a:cubicBezTo>
                    <a:pt x="514" y="924"/>
                    <a:pt x="864" y="1647"/>
                    <a:pt x="1144" y="2395"/>
                  </a:cubicBezTo>
                  <a:cubicBezTo>
                    <a:pt x="1354" y="3072"/>
                    <a:pt x="1261" y="3889"/>
                    <a:pt x="1658" y="4473"/>
                  </a:cubicBezTo>
                  <a:cubicBezTo>
                    <a:pt x="1690" y="4505"/>
                    <a:pt x="1733" y="4523"/>
                    <a:pt x="1774" y="4523"/>
                  </a:cubicBezTo>
                  <a:cubicBezTo>
                    <a:pt x="1821" y="4523"/>
                    <a:pt x="1866" y="4499"/>
                    <a:pt x="1891" y="4449"/>
                  </a:cubicBezTo>
                  <a:cubicBezTo>
                    <a:pt x="2265" y="3842"/>
                    <a:pt x="1891" y="2885"/>
                    <a:pt x="1635" y="2255"/>
                  </a:cubicBezTo>
                  <a:cubicBezTo>
                    <a:pt x="1308" y="1461"/>
                    <a:pt x="864" y="737"/>
                    <a:pt x="327" y="60"/>
                  </a:cubicBezTo>
                  <a:cubicBezTo>
                    <a:pt x="297" y="18"/>
                    <a:pt x="260" y="1"/>
                    <a:pt x="222"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5" name="Google Shape;1205;p49"/>
            <p:cNvSpPr/>
            <p:nvPr/>
          </p:nvSpPr>
          <p:spPr>
            <a:xfrm>
              <a:off x="2821175" y="898425"/>
              <a:ext cx="45875" cy="125450"/>
            </a:xfrm>
            <a:custGeom>
              <a:avLst/>
              <a:gdLst/>
              <a:ahLst/>
              <a:cxnLst/>
              <a:rect l="l" t="t" r="r" b="b"/>
              <a:pathLst>
                <a:path w="1835" h="5018" extrusionOk="0">
                  <a:moveTo>
                    <a:pt x="163" y="0"/>
                  </a:moveTo>
                  <a:cubicBezTo>
                    <a:pt x="79" y="0"/>
                    <a:pt x="1" y="58"/>
                    <a:pt x="13" y="182"/>
                  </a:cubicBezTo>
                  <a:cubicBezTo>
                    <a:pt x="153" y="905"/>
                    <a:pt x="363" y="1653"/>
                    <a:pt x="620" y="2353"/>
                  </a:cubicBezTo>
                  <a:cubicBezTo>
                    <a:pt x="760" y="2773"/>
                    <a:pt x="853" y="3170"/>
                    <a:pt x="923" y="3590"/>
                  </a:cubicBezTo>
                  <a:cubicBezTo>
                    <a:pt x="970" y="4011"/>
                    <a:pt x="760" y="4384"/>
                    <a:pt x="807" y="4781"/>
                  </a:cubicBezTo>
                  <a:cubicBezTo>
                    <a:pt x="828" y="4909"/>
                    <a:pt x="908" y="5018"/>
                    <a:pt x="1028" y="5018"/>
                  </a:cubicBezTo>
                  <a:cubicBezTo>
                    <a:pt x="1040" y="5018"/>
                    <a:pt x="1051" y="5017"/>
                    <a:pt x="1064" y="5015"/>
                  </a:cubicBezTo>
                  <a:cubicBezTo>
                    <a:pt x="1834" y="4851"/>
                    <a:pt x="1717" y="3731"/>
                    <a:pt x="1577" y="3077"/>
                  </a:cubicBezTo>
                  <a:cubicBezTo>
                    <a:pt x="1367" y="2003"/>
                    <a:pt x="643" y="1162"/>
                    <a:pt x="340" y="135"/>
                  </a:cubicBezTo>
                  <a:cubicBezTo>
                    <a:pt x="318" y="47"/>
                    <a:pt x="238" y="0"/>
                    <a:pt x="163"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6" name="Google Shape;1206;p49"/>
            <p:cNvSpPr/>
            <p:nvPr/>
          </p:nvSpPr>
          <p:spPr>
            <a:xfrm>
              <a:off x="2869750" y="891875"/>
              <a:ext cx="84850" cy="189575"/>
            </a:xfrm>
            <a:custGeom>
              <a:avLst/>
              <a:gdLst/>
              <a:ahLst/>
              <a:cxnLst/>
              <a:rect l="l" t="t" r="r" b="b"/>
              <a:pathLst>
                <a:path w="3394" h="7583" extrusionOk="0">
                  <a:moveTo>
                    <a:pt x="123" y="1"/>
                  </a:moveTo>
                  <a:cubicBezTo>
                    <a:pt x="59" y="1"/>
                    <a:pt x="1" y="72"/>
                    <a:pt x="31" y="163"/>
                  </a:cubicBezTo>
                  <a:cubicBezTo>
                    <a:pt x="195" y="747"/>
                    <a:pt x="311" y="1307"/>
                    <a:pt x="428" y="1891"/>
                  </a:cubicBezTo>
                  <a:cubicBezTo>
                    <a:pt x="288" y="2031"/>
                    <a:pt x="218" y="2218"/>
                    <a:pt x="241" y="2405"/>
                  </a:cubicBezTo>
                  <a:cubicBezTo>
                    <a:pt x="265" y="2662"/>
                    <a:pt x="358" y="2895"/>
                    <a:pt x="475" y="3082"/>
                  </a:cubicBezTo>
                  <a:cubicBezTo>
                    <a:pt x="521" y="3152"/>
                    <a:pt x="568" y="3245"/>
                    <a:pt x="615" y="3315"/>
                  </a:cubicBezTo>
                  <a:cubicBezTo>
                    <a:pt x="615" y="3829"/>
                    <a:pt x="545" y="4319"/>
                    <a:pt x="568" y="4810"/>
                  </a:cubicBezTo>
                  <a:cubicBezTo>
                    <a:pt x="583" y="4911"/>
                    <a:pt x="661" y="4968"/>
                    <a:pt x="740" y="4968"/>
                  </a:cubicBezTo>
                  <a:cubicBezTo>
                    <a:pt x="788" y="4968"/>
                    <a:pt x="836" y="4947"/>
                    <a:pt x="872" y="4903"/>
                  </a:cubicBezTo>
                  <a:cubicBezTo>
                    <a:pt x="1035" y="4693"/>
                    <a:pt x="1152" y="4459"/>
                    <a:pt x="1222" y="4203"/>
                  </a:cubicBezTo>
                  <a:cubicBezTo>
                    <a:pt x="1269" y="4249"/>
                    <a:pt x="1292" y="4273"/>
                    <a:pt x="1339" y="4319"/>
                  </a:cubicBezTo>
                  <a:cubicBezTo>
                    <a:pt x="1876" y="4926"/>
                    <a:pt x="2273" y="5650"/>
                    <a:pt x="2529" y="6421"/>
                  </a:cubicBezTo>
                  <a:cubicBezTo>
                    <a:pt x="2669" y="6888"/>
                    <a:pt x="2693" y="7145"/>
                    <a:pt x="2996" y="7518"/>
                  </a:cubicBezTo>
                  <a:cubicBezTo>
                    <a:pt x="3027" y="7564"/>
                    <a:pt x="3067" y="7582"/>
                    <a:pt x="3108" y="7582"/>
                  </a:cubicBezTo>
                  <a:cubicBezTo>
                    <a:pt x="3192" y="7582"/>
                    <a:pt x="3277" y="7503"/>
                    <a:pt x="3277" y="7425"/>
                  </a:cubicBezTo>
                  <a:cubicBezTo>
                    <a:pt x="3393" y="6421"/>
                    <a:pt x="2833" y="5370"/>
                    <a:pt x="2273" y="4553"/>
                  </a:cubicBezTo>
                  <a:cubicBezTo>
                    <a:pt x="1969" y="4156"/>
                    <a:pt x="1666" y="3782"/>
                    <a:pt x="1339" y="3409"/>
                  </a:cubicBezTo>
                  <a:cubicBezTo>
                    <a:pt x="1245" y="3315"/>
                    <a:pt x="1152" y="3199"/>
                    <a:pt x="1082" y="3105"/>
                  </a:cubicBezTo>
                  <a:cubicBezTo>
                    <a:pt x="988" y="2942"/>
                    <a:pt x="872" y="2802"/>
                    <a:pt x="825" y="2662"/>
                  </a:cubicBezTo>
                  <a:cubicBezTo>
                    <a:pt x="802" y="2615"/>
                    <a:pt x="802" y="2592"/>
                    <a:pt x="802" y="2568"/>
                  </a:cubicBezTo>
                  <a:cubicBezTo>
                    <a:pt x="778" y="2545"/>
                    <a:pt x="778" y="2545"/>
                    <a:pt x="778" y="2545"/>
                  </a:cubicBezTo>
                  <a:cubicBezTo>
                    <a:pt x="732" y="2311"/>
                    <a:pt x="825" y="2148"/>
                    <a:pt x="1105" y="2055"/>
                  </a:cubicBezTo>
                  <a:cubicBezTo>
                    <a:pt x="1188" y="2029"/>
                    <a:pt x="1280" y="2019"/>
                    <a:pt x="1376" y="2019"/>
                  </a:cubicBezTo>
                  <a:cubicBezTo>
                    <a:pt x="1904" y="2019"/>
                    <a:pt x="2567" y="2342"/>
                    <a:pt x="2646" y="2381"/>
                  </a:cubicBezTo>
                  <a:cubicBezTo>
                    <a:pt x="2661" y="2390"/>
                    <a:pt x="2676" y="2394"/>
                    <a:pt x="2690" y="2394"/>
                  </a:cubicBezTo>
                  <a:cubicBezTo>
                    <a:pt x="2836" y="2394"/>
                    <a:pt x="2960" y="1997"/>
                    <a:pt x="2833" y="1891"/>
                  </a:cubicBezTo>
                  <a:cubicBezTo>
                    <a:pt x="2531" y="1678"/>
                    <a:pt x="1934" y="1546"/>
                    <a:pt x="1408" y="1546"/>
                  </a:cubicBezTo>
                  <a:cubicBezTo>
                    <a:pt x="1241" y="1546"/>
                    <a:pt x="1082" y="1560"/>
                    <a:pt x="942" y="1588"/>
                  </a:cubicBezTo>
                  <a:cubicBezTo>
                    <a:pt x="755" y="1074"/>
                    <a:pt x="498" y="560"/>
                    <a:pt x="218" y="70"/>
                  </a:cubicBezTo>
                  <a:cubicBezTo>
                    <a:pt x="194" y="21"/>
                    <a:pt x="158" y="1"/>
                    <a:pt x="123"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7" name="Google Shape;1207;p49"/>
            <p:cNvSpPr/>
            <p:nvPr/>
          </p:nvSpPr>
          <p:spPr>
            <a:xfrm>
              <a:off x="2761950" y="1155700"/>
              <a:ext cx="921700" cy="1060025"/>
            </a:xfrm>
            <a:custGeom>
              <a:avLst/>
              <a:gdLst/>
              <a:ahLst/>
              <a:cxnLst/>
              <a:rect l="l" t="t" r="r" b="b"/>
              <a:pathLst>
                <a:path w="36868" h="42401" extrusionOk="0">
                  <a:moveTo>
                    <a:pt x="31310" y="23395"/>
                  </a:moveTo>
                  <a:lnTo>
                    <a:pt x="36867" y="0"/>
                  </a:lnTo>
                  <a:cubicBezTo>
                    <a:pt x="36867" y="0"/>
                    <a:pt x="29045" y="2429"/>
                    <a:pt x="26290" y="4483"/>
                  </a:cubicBezTo>
                  <a:cubicBezTo>
                    <a:pt x="23512" y="6538"/>
                    <a:pt x="15247" y="24726"/>
                    <a:pt x="14336" y="24282"/>
                  </a:cubicBezTo>
                  <a:cubicBezTo>
                    <a:pt x="13402" y="23839"/>
                    <a:pt x="10367" y="1051"/>
                    <a:pt x="10367" y="1051"/>
                  </a:cubicBezTo>
                  <a:cubicBezTo>
                    <a:pt x="8709" y="1915"/>
                    <a:pt x="6911" y="2522"/>
                    <a:pt x="5067" y="2825"/>
                  </a:cubicBezTo>
                  <a:cubicBezTo>
                    <a:pt x="3363" y="3036"/>
                    <a:pt x="1681" y="3362"/>
                    <a:pt x="0" y="3759"/>
                  </a:cubicBezTo>
                  <a:cubicBezTo>
                    <a:pt x="0" y="3759"/>
                    <a:pt x="2172" y="31474"/>
                    <a:pt x="4623" y="35793"/>
                  </a:cubicBezTo>
                  <a:cubicBezTo>
                    <a:pt x="7052" y="40113"/>
                    <a:pt x="13449" y="42401"/>
                    <a:pt x="17605" y="39435"/>
                  </a:cubicBezTo>
                  <a:cubicBezTo>
                    <a:pt x="26244" y="33295"/>
                    <a:pt x="31310" y="23395"/>
                    <a:pt x="31310" y="23395"/>
                  </a:cubicBezTo>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8" name="Google Shape;1208;p49"/>
            <p:cNvSpPr/>
            <p:nvPr/>
          </p:nvSpPr>
          <p:spPr>
            <a:xfrm>
              <a:off x="3317050" y="1112450"/>
              <a:ext cx="1203625" cy="2226300"/>
            </a:xfrm>
            <a:custGeom>
              <a:avLst/>
              <a:gdLst/>
              <a:ahLst/>
              <a:cxnLst/>
              <a:rect l="l" t="t" r="r" b="b"/>
              <a:pathLst>
                <a:path w="48145" h="89052" extrusionOk="0">
                  <a:moveTo>
                    <a:pt x="26237" y="1"/>
                  </a:moveTo>
                  <a:cubicBezTo>
                    <a:pt x="22628" y="1"/>
                    <a:pt x="20827" y="750"/>
                    <a:pt x="20827" y="750"/>
                  </a:cubicBezTo>
                  <a:cubicBezTo>
                    <a:pt x="20827" y="750"/>
                    <a:pt x="5044" y="2081"/>
                    <a:pt x="4600" y="8688"/>
                  </a:cubicBezTo>
                  <a:cubicBezTo>
                    <a:pt x="4273" y="13755"/>
                    <a:pt x="2219" y="54310"/>
                    <a:pt x="2662" y="57089"/>
                  </a:cubicBezTo>
                  <a:cubicBezTo>
                    <a:pt x="3082" y="59867"/>
                    <a:pt x="0" y="85644"/>
                    <a:pt x="1004" y="87909"/>
                  </a:cubicBezTo>
                  <a:cubicBezTo>
                    <a:pt x="1373" y="88732"/>
                    <a:pt x="7300" y="89052"/>
                    <a:pt x="14747" y="89052"/>
                  </a:cubicBezTo>
                  <a:cubicBezTo>
                    <a:pt x="27563" y="89052"/>
                    <a:pt x="44881" y="88106"/>
                    <a:pt x="46136" y="87161"/>
                  </a:cubicBezTo>
                  <a:cubicBezTo>
                    <a:pt x="48144" y="85644"/>
                    <a:pt x="44946" y="66405"/>
                    <a:pt x="44269" y="61432"/>
                  </a:cubicBezTo>
                  <a:cubicBezTo>
                    <a:pt x="43265" y="54007"/>
                    <a:pt x="41910" y="47376"/>
                    <a:pt x="41934" y="38620"/>
                  </a:cubicBezTo>
                  <a:cubicBezTo>
                    <a:pt x="41957" y="23491"/>
                    <a:pt x="44619" y="4579"/>
                    <a:pt x="41257" y="3248"/>
                  </a:cubicBezTo>
                  <a:cubicBezTo>
                    <a:pt x="34642" y="666"/>
                    <a:pt x="29637" y="1"/>
                    <a:pt x="26237"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09" name="Google Shape;1209;p49"/>
            <p:cNvSpPr/>
            <p:nvPr/>
          </p:nvSpPr>
          <p:spPr>
            <a:xfrm>
              <a:off x="3905425" y="2490050"/>
              <a:ext cx="903600" cy="748325"/>
            </a:xfrm>
            <a:custGeom>
              <a:avLst/>
              <a:gdLst/>
              <a:ahLst/>
              <a:cxnLst/>
              <a:rect l="l" t="t" r="r" b="b"/>
              <a:pathLst>
                <a:path w="36144" h="29933" extrusionOk="0">
                  <a:moveTo>
                    <a:pt x="33879" y="0"/>
                  </a:moveTo>
                  <a:lnTo>
                    <a:pt x="0" y="3012"/>
                  </a:lnTo>
                  <a:lnTo>
                    <a:pt x="1728" y="29933"/>
                  </a:lnTo>
                  <a:lnTo>
                    <a:pt x="36143" y="26594"/>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0" name="Google Shape;1210;p49"/>
            <p:cNvSpPr/>
            <p:nvPr/>
          </p:nvSpPr>
          <p:spPr>
            <a:xfrm>
              <a:off x="3875075" y="2741625"/>
              <a:ext cx="152950" cy="302975"/>
            </a:xfrm>
            <a:custGeom>
              <a:avLst/>
              <a:gdLst/>
              <a:ahLst/>
              <a:cxnLst/>
              <a:rect l="l" t="t" r="r" b="b"/>
              <a:pathLst>
                <a:path w="6118" h="12119" extrusionOk="0">
                  <a:moveTo>
                    <a:pt x="4997" y="0"/>
                  </a:moveTo>
                  <a:lnTo>
                    <a:pt x="6118" y="11208"/>
                  </a:lnTo>
                  <a:cubicBezTo>
                    <a:pt x="6118" y="11208"/>
                    <a:pt x="1471" y="12118"/>
                    <a:pt x="1028" y="11745"/>
                  </a:cubicBezTo>
                  <a:cubicBezTo>
                    <a:pt x="561" y="11348"/>
                    <a:pt x="0" y="374"/>
                    <a:pt x="0" y="374"/>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1" name="Google Shape;1211;p49"/>
            <p:cNvSpPr/>
            <p:nvPr/>
          </p:nvSpPr>
          <p:spPr>
            <a:xfrm>
              <a:off x="4272000" y="2695500"/>
              <a:ext cx="372425" cy="564475"/>
            </a:xfrm>
            <a:custGeom>
              <a:avLst/>
              <a:gdLst/>
              <a:ahLst/>
              <a:cxnLst/>
              <a:rect l="l" t="t" r="r" b="b"/>
              <a:pathLst>
                <a:path w="14897" h="22579" extrusionOk="0">
                  <a:moveTo>
                    <a:pt x="14896" y="2709"/>
                  </a:moveTo>
                  <a:cubicBezTo>
                    <a:pt x="14896" y="2709"/>
                    <a:pt x="13285" y="7239"/>
                    <a:pt x="13285" y="8406"/>
                  </a:cubicBezTo>
                  <a:cubicBezTo>
                    <a:pt x="13309" y="9597"/>
                    <a:pt x="13962" y="13426"/>
                    <a:pt x="13168" y="16018"/>
                  </a:cubicBezTo>
                  <a:cubicBezTo>
                    <a:pt x="12375" y="18586"/>
                    <a:pt x="11861" y="21154"/>
                    <a:pt x="10927" y="21271"/>
                  </a:cubicBezTo>
                  <a:cubicBezTo>
                    <a:pt x="9853" y="21388"/>
                    <a:pt x="8779" y="21691"/>
                    <a:pt x="7822" y="22182"/>
                  </a:cubicBezTo>
                  <a:cubicBezTo>
                    <a:pt x="7238" y="22462"/>
                    <a:pt x="6584" y="22579"/>
                    <a:pt x="5931" y="22509"/>
                  </a:cubicBezTo>
                  <a:cubicBezTo>
                    <a:pt x="4786" y="22415"/>
                    <a:pt x="2685" y="21061"/>
                    <a:pt x="1634" y="20314"/>
                  </a:cubicBezTo>
                  <a:cubicBezTo>
                    <a:pt x="584" y="19567"/>
                    <a:pt x="467" y="18820"/>
                    <a:pt x="1401" y="17862"/>
                  </a:cubicBezTo>
                  <a:cubicBezTo>
                    <a:pt x="2312" y="16882"/>
                    <a:pt x="4786" y="14173"/>
                    <a:pt x="5300" y="12142"/>
                  </a:cubicBezTo>
                  <a:cubicBezTo>
                    <a:pt x="4460" y="12632"/>
                    <a:pt x="3666" y="13193"/>
                    <a:pt x="2919" y="13776"/>
                  </a:cubicBezTo>
                  <a:cubicBezTo>
                    <a:pt x="1751" y="14710"/>
                    <a:pt x="1985" y="15177"/>
                    <a:pt x="1354" y="15177"/>
                  </a:cubicBezTo>
                  <a:cubicBezTo>
                    <a:pt x="724" y="15201"/>
                    <a:pt x="0" y="14243"/>
                    <a:pt x="1238" y="12516"/>
                  </a:cubicBezTo>
                  <a:cubicBezTo>
                    <a:pt x="2452" y="10788"/>
                    <a:pt x="3712" y="9901"/>
                    <a:pt x="4623" y="8616"/>
                  </a:cubicBezTo>
                  <a:cubicBezTo>
                    <a:pt x="5557" y="7332"/>
                    <a:pt x="7215" y="7402"/>
                    <a:pt x="7215" y="7402"/>
                  </a:cubicBezTo>
                  <a:lnTo>
                    <a:pt x="9760"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2" name="Google Shape;1212;p49"/>
            <p:cNvSpPr/>
            <p:nvPr/>
          </p:nvSpPr>
          <p:spPr>
            <a:xfrm>
              <a:off x="4316925" y="3051925"/>
              <a:ext cx="136625" cy="162525"/>
            </a:xfrm>
            <a:custGeom>
              <a:avLst/>
              <a:gdLst/>
              <a:ahLst/>
              <a:cxnLst/>
              <a:rect l="l" t="t" r="r" b="b"/>
              <a:pathLst>
                <a:path w="5465" h="6501" extrusionOk="0">
                  <a:moveTo>
                    <a:pt x="5255" y="1"/>
                  </a:moveTo>
                  <a:cubicBezTo>
                    <a:pt x="5176" y="1"/>
                    <a:pt x="5081" y="90"/>
                    <a:pt x="4997" y="196"/>
                  </a:cubicBezTo>
                  <a:cubicBezTo>
                    <a:pt x="4997" y="196"/>
                    <a:pt x="3993" y="3208"/>
                    <a:pt x="2919" y="4049"/>
                  </a:cubicBezTo>
                  <a:cubicBezTo>
                    <a:pt x="1845" y="4889"/>
                    <a:pt x="1589" y="5380"/>
                    <a:pt x="865" y="5753"/>
                  </a:cubicBezTo>
                  <a:cubicBezTo>
                    <a:pt x="491" y="5917"/>
                    <a:pt x="211" y="6080"/>
                    <a:pt x="1" y="6174"/>
                  </a:cubicBezTo>
                  <a:cubicBezTo>
                    <a:pt x="164" y="6290"/>
                    <a:pt x="304" y="6384"/>
                    <a:pt x="491" y="6500"/>
                  </a:cubicBezTo>
                  <a:cubicBezTo>
                    <a:pt x="1098" y="6150"/>
                    <a:pt x="2593" y="5240"/>
                    <a:pt x="3340" y="4329"/>
                  </a:cubicBezTo>
                  <a:cubicBezTo>
                    <a:pt x="4297" y="3162"/>
                    <a:pt x="5464" y="757"/>
                    <a:pt x="5418" y="313"/>
                  </a:cubicBezTo>
                  <a:cubicBezTo>
                    <a:pt x="5395" y="84"/>
                    <a:pt x="5332" y="1"/>
                    <a:pt x="5255"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3" name="Google Shape;1213;p49"/>
            <p:cNvSpPr/>
            <p:nvPr/>
          </p:nvSpPr>
          <p:spPr>
            <a:xfrm>
              <a:off x="4365375" y="3076525"/>
              <a:ext cx="143050" cy="166525"/>
            </a:xfrm>
            <a:custGeom>
              <a:avLst/>
              <a:gdLst/>
              <a:ahLst/>
              <a:cxnLst/>
              <a:rect l="l" t="t" r="r" b="b"/>
              <a:pathLst>
                <a:path w="5722" h="6661" extrusionOk="0">
                  <a:moveTo>
                    <a:pt x="5396" y="0"/>
                  </a:moveTo>
                  <a:cubicBezTo>
                    <a:pt x="5330" y="0"/>
                    <a:pt x="5282" y="205"/>
                    <a:pt x="5114" y="450"/>
                  </a:cubicBezTo>
                  <a:cubicBezTo>
                    <a:pt x="5114" y="450"/>
                    <a:pt x="3666" y="4396"/>
                    <a:pt x="2803" y="4933"/>
                  </a:cubicBezTo>
                  <a:lnTo>
                    <a:pt x="2803" y="4909"/>
                  </a:lnTo>
                  <a:cubicBezTo>
                    <a:pt x="1939" y="5446"/>
                    <a:pt x="468" y="6123"/>
                    <a:pt x="47" y="6380"/>
                  </a:cubicBezTo>
                  <a:cubicBezTo>
                    <a:pt x="24" y="6380"/>
                    <a:pt x="24" y="6404"/>
                    <a:pt x="1" y="6404"/>
                  </a:cubicBezTo>
                  <a:cubicBezTo>
                    <a:pt x="164" y="6497"/>
                    <a:pt x="328" y="6567"/>
                    <a:pt x="468" y="6660"/>
                  </a:cubicBezTo>
                  <a:cubicBezTo>
                    <a:pt x="865" y="6474"/>
                    <a:pt x="1262" y="6264"/>
                    <a:pt x="1612" y="6007"/>
                  </a:cubicBezTo>
                  <a:cubicBezTo>
                    <a:pt x="2149" y="5586"/>
                    <a:pt x="3363" y="5400"/>
                    <a:pt x="3923" y="4326"/>
                  </a:cubicBezTo>
                  <a:cubicBezTo>
                    <a:pt x="4460" y="3228"/>
                    <a:pt x="5721" y="613"/>
                    <a:pt x="5534" y="193"/>
                  </a:cubicBezTo>
                  <a:cubicBezTo>
                    <a:pt x="5470" y="56"/>
                    <a:pt x="5431" y="0"/>
                    <a:pt x="5396"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4" name="Google Shape;1214;p49"/>
            <p:cNvSpPr/>
            <p:nvPr/>
          </p:nvSpPr>
          <p:spPr>
            <a:xfrm>
              <a:off x="4471625" y="3099525"/>
              <a:ext cx="81400" cy="148200"/>
            </a:xfrm>
            <a:custGeom>
              <a:avLst/>
              <a:gdLst/>
              <a:ahLst/>
              <a:cxnLst/>
              <a:rect l="l" t="t" r="r" b="b"/>
              <a:pathLst>
                <a:path w="3256" h="5928" extrusionOk="0">
                  <a:moveTo>
                    <a:pt x="3003" y="1"/>
                  </a:moveTo>
                  <a:cubicBezTo>
                    <a:pt x="2957" y="1"/>
                    <a:pt x="2916" y="40"/>
                    <a:pt x="2895" y="137"/>
                  </a:cubicBezTo>
                  <a:cubicBezTo>
                    <a:pt x="2825" y="440"/>
                    <a:pt x="1915" y="3032"/>
                    <a:pt x="1775" y="3522"/>
                  </a:cubicBezTo>
                  <a:cubicBezTo>
                    <a:pt x="1658" y="4013"/>
                    <a:pt x="1168" y="4456"/>
                    <a:pt x="911" y="4947"/>
                  </a:cubicBezTo>
                  <a:cubicBezTo>
                    <a:pt x="654" y="5320"/>
                    <a:pt x="350" y="5647"/>
                    <a:pt x="0" y="5927"/>
                  </a:cubicBezTo>
                  <a:cubicBezTo>
                    <a:pt x="350" y="5764"/>
                    <a:pt x="724" y="5624"/>
                    <a:pt x="1074" y="5507"/>
                  </a:cubicBezTo>
                  <a:cubicBezTo>
                    <a:pt x="1681" y="4760"/>
                    <a:pt x="2148" y="3896"/>
                    <a:pt x="2475" y="2985"/>
                  </a:cubicBezTo>
                  <a:cubicBezTo>
                    <a:pt x="2709" y="2192"/>
                    <a:pt x="3222" y="440"/>
                    <a:pt x="3222" y="440"/>
                  </a:cubicBezTo>
                  <a:cubicBezTo>
                    <a:pt x="3255" y="226"/>
                    <a:pt x="3114" y="1"/>
                    <a:pt x="3003"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5" name="Google Shape;1215;p49"/>
            <p:cNvSpPr/>
            <p:nvPr/>
          </p:nvSpPr>
          <p:spPr>
            <a:xfrm>
              <a:off x="3718650" y="919875"/>
              <a:ext cx="317650" cy="352750"/>
            </a:xfrm>
            <a:custGeom>
              <a:avLst/>
              <a:gdLst/>
              <a:ahLst/>
              <a:cxnLst/>
              <a:rect l="l" t="t" r="r" b="b"/>
              <a:pathLst>
                <a:path w="12706" h="14110" extrusionOk="0">
                  <a:moveTo>
                    <a:pt x="9479" y="1"/>
                  </a:moveTo>
                  <a:lnTo>
                    <a:pt x="1494" y="1191"/>
                  </a:lnTo>
                  <a:lnTo>
                    <a:pt x="0" y="9994"/>
                  </a:lnTo>
                  <a:cubicBezTo>
                    <a:pt x="0" y="9994"/>
                    <a:pt x="3432" y="13379"/>
                    <a:pt x="5650" y="14056"/>
                  </a:cubicBezTo>
                  <a:cubicBezTo>
                    <a:pt x="5771" y="14092"/>
                    <a:pt x="5900" y="14109"/>
                    <a:pt x="6036" y="14109"/>
                  </a:cubicBezTo>
                  <a:cubicBezTo>
                    <a:pt x="8367" y="14109"/>
                    <a:pt x="12705" y="9104"/>
                    <a:pt x="12375" y="9060"/>
                  </a:cubicBezTo>
                  <a:lnTo>
                    <a:pt x="9479" y="1"/>
                  </a:ln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6" name="Google Shape;1216;p49"/>
            <p:cNvSpPr/>
            <p:nvPr/>
          </p:nvSpPr>
          <p:spPr>
            <a:xfrm>
              <a:off x="3517850" y="339950"/>
              <a:ext cx="663575" cy="685600"/>
            </a:xfrm>
            <a:custGeom>
              <a:avLst/>
              <a:gdLst/>
              <a:ahLst/>
              <a:cxnLst/>
              <a:rect l="l" t="t" r="r" b="b"/>
              <a:pathLst>
                <a:path w="26543" h="27424" extrusionOk="0">
                  <a:moveTo>
                    <a:pt x="13197" y="0"/>
                  </a:moveTo>
                  <a:cubicBezTo>
                    <a:pt x="9283" y="0"/>
                    <a:pt x="5446" y="3223"/>
                    <a:pt x="3853" y="7391"/>
                  </a:cubicBezTo>
                  <a:cubicBezTo>
                    <a:pt x="3222" y="9072"/>
                    <a:pt x="2895" y="10846"/>
                    <a:pt x="2872" y="12644"/>
                  </a:cubicBezTo>
                  <a:cubicBezTo>
                    <a:pt x="2656" y="12589"/>
                    <a:pt x="2432" y="12561"/>
                    <a:pt x="2210" y="12561"/>
                  </a:cubicBezTo>
                  <a:cubicBezTo>
                    <a:pt x="1302" y="12561"/>
                    <a:pt x="421" y="13028"/>
                    <a:pt x="234" y="14022"/>
                  </a:cubicBezTo>
                  <a:cubicBezTo>
                    <a:pt x="0" y="15259"/>
                    <a:pt x="817" y="16847"/>
                    <a:pt x="1611" y="17734"/>
                  </a:cubicBezTo>
                  <a:cubicBezTo>
                    <a:pt x="2195" y="18365"/>
                    <a:pt x="4039" y="18832"/>
                    <a:pt x="4063" y="18902"/>
                  </a:cubicBezTo>
                  <a:cubicBezTo>
                    <a:pt x="4787" y="20886"/>
                    <a:pt x="6491" y="25533"/>
                    <a:pt x="11021" y="26957"/>
                  </a:cubicBezTo>
                  <a:cubicBezTo>
                    <a:pt x="12073" y="27281"/>
                    <a:pt x="12981" y="27424"/>
                    <a:pt x="13777" y="27424"/>
                  </a:cubicBezTo>
                  <a:cubicBezTo>
                    <a:pt x="16422" y="27424"/>
                    <a:pt x="17823" y="25844"/>
                    <a:pt x="19169" y="24085"/>
                  </a:cubicBezTo>
                  <a:cubicBezTo>
                    <a:pt x="20500" y="22357"/>
                    <a:pt x="22111" y="20653"/>
                    <a:pt x="22578" y="18691"/>
                  </a:cubicBezTo>
                  <a:cubicBezTo>
                    <a:pt x="24539" y="18178"/>
                    <a:pt x="25963" y="16543"/>
                    <a:pt x="26220" y="14536"/>
                  </a:cubicBezTo>
                  <a:cubicBezTo>
                    <a:pt x="26542" y="11846"/>
                    <a:pt x="24882" y="11031"/>
                    <a:pt x="23708" y="11031"/>
                  </a:cubicBezTo>
                  <a:cubicBezTo>
                    <a:pt x="23435" y="11031"/>
                    <a:pt x="23188" y="11075"/>
                    <a:pt x="22998" y="11150"/>
                  </a:cubicBezTo>
                  <a:cubicBezTo>
                    <a:pt x="22438" y="8138"/>
                    <a:pt x="21107" y="5313"/>
                    <a:pt x="19099" y="2978"/>
                  </a:cubicBezTo>
                  <a:cubicBezTo>
                    <a:pt x="17318" y="884"/>
                    <a:pt x="15247" y="0"/>
                    <a:pt x="13197"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7" name="Google Shape;1217;p49"/>
            <p:cNvSpPr/>
            <p:nvPr/>
          </p:nvSpPr>
          <p:spPr>
            <a:xfrm>
              <a:off x="3652100" y="1113675"/>
              <a:ext cx="423200" cy="197300"/>
            </a:xfrm>
            <a:custGeom>
              <a:avLst/>
              <a:gdLst/>
              <a:ahLst/>
              <a:cxnLst/>
              <a:rect l="l" t="t" r="r" b="b"/>
              <a:pathLst>
                <a:path w="16928" h="7892" extrusionOk="0">
                  <a:moveTo>
                    <a:pt x="14593" y="0"/>
                  </a:moveTo>
                  <a:lnTo>
                    <a:pt x="7799" y="5837"/>
                  </a:lnTo>
                  <a:lnTo>
                    <a:pt x="2639" y="1168"/>
                  </a:lnTo>
                  <a:lnTo>
                    <a:pt x="0" y="2055"/>
                  </a:lnTo>
                  <a:cubicBezTo>
                    <a:pt x="0" y="2055"/>
                    <a:pt x="6655" y="7378"/>
                    <a:pt x="7892" y="7588"/>
                  </a:cubicBezTo>
                  <a:cubicBezTo>
                    <a:pt x="9666" y="7892"/>
                    <a:pt x="16928" y="304"/>
                    <a:pt x="16928" y="304"/>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8" name="Google Shape;1218;p49"/>
            <p:cNvSpPr/>
            <p:nvPr/>
          </p:nvSpPr>
          <p:spPr>
            <a:xfrm>
              <a:off x="4287750" y="1172625"/>
              <a:ext cx="559800" cy="1752300"/>
            </a:xfrm>
            <a:custGeom>
              <a:avLst/>
              <a:gdLst/>
              <a:ahLst/>
              <a:cxnLst/>
              <a:rect l="l" t="t" r="r" b="b"/>
              <a:pathLst>
                <a:path w="22392" h="70092" extrusionOk="0">
                  <a:moveTo>
                    <a:pt x="9130" y="5277"/>
                  </a:moveTo>
                  <a:cubicBezTo>
                    <a:pt x="11068" y="8172"/>
                    <a:pt x="22391" y="34462"/>
                    <a:pt x="21574" y="38291"/>
                  </a:cubicBezTo>
                  <a:cubicBezTo>
                    <a:pt x="20780" y="42097"/>
                    <a:pt x="15947" y="69228"/>
                    <a:pt x="14943" y="69648"/>
                  </a:cubicBezTo>
                  <a:cubicBezTo>
                    <a:pt x="13963" y="70092"/>
                    <a:pt x="5230" y="65515"/>
                    <a:pt x="5230" y="65515"/>
                  </a:cubicBezTo>
                  <a:lnTo>
                    <a:pt x="9503" y="37568"/>
                  </a:lnTo>
                  <a:lnTo>
                    <a:pt x="3316" y="20103"/>
                  </a:lnTo>
                  <a:cubicBezTo>
                    <a:pt x="3316" y="20103"/>
                    <a:pt x="0" y="514"/>
                    <a:pt x="1238" y="257"/>
                  </a:cubicBezTo>
                  <a:cubicBezTo>
                    <a:pt x="2499" y="0"/>
                    <a:pt x="7215" y="2382"/>
                    <a:pt x="9130" y="5277"/>
                  </a:cubicBezTo>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19" name="Google Shape;1219;p49"/>
            <p:cNvSpPr/>
            <p:nvPr/>
          </p:nvSpPr>
          <p:spPr>
            <a:xfrm>
              <a:off x="4086375" y="2109425"/>
              <a:ext cx="335750" cy="407050"/>
            </a:xfrm>
            <a:custGeom>
              <a:avLst/>
              <a:gdLst/>
              <a:ahLst/>
              <a:cxnLst/>
              <a:rect l="l" t="t" r="r" b="b"/>
              <a:pathLst>
                <a:path w="13430" h="16282" extrusionOk="0">
                  <a:moveTo>
                    <a:pt x="526" y="1"/>
                  </a:moveTo>
                  <a:cubicBezTo>
                    <a:pt x="514" y="1"/>
                    <a:pt x="503" y="1"/>
                    <a:pt x="491" y="2"/>
                  </a:cubicBezTo>
                  <a:cubicBezTo>
                    <a:pt x="210" y="2"/>
                    <a:pt x="0" y="236"/>
                    <a:pt x="0" y="516"/>
                  </a:cubicBezTo>
                  <a:cubicBezTo>
                    <a:pt x="24" y="1030"/>
                    <a:pt x="654" y="13124"/>
                    <a:pt x="5347" y="15342"/>
                  </a:cubicBezTo>
                  <a:cubicBezTo>
                    <a:pt x="6772" y="16011"/>
                    <a:pt x="7917" y="16281"/>
                    <a:pt x="8894" y="16281"/>
                  </a:cubicBezTo>
                  <a:cubicBezTo>
                    <a:pt x="8974" y="16281"/>
                    <a:pt x="9052" y="16280"/>
                    <a:pt x="9129" y="16276"/>
                  </a:cubicBezTo>
                  <a:lnTo>
                    <a:pt x="9129" y="16253"/>
                  </a:lnTo>
                  <a:cubicBezTo>
                    <a:pt x="10857" y="16159"/>
                    <a:pt x="12001" y="15155"/>
                    <a:pt x="13075" y="13988"/>
                  </a:cubicBezTo>
                  <a:cubicBezTo>
                    <a:pt x="13430" y="13633"/>
                    <a:pt x="13084" y="13144"/>
                    <a:pt x="12703" y="13144"/>
                  </a:cubicBezTo>
                  <a:cubicBezTo>
                    <a:pt x="12582" y="13144"/>
                    <a:pt x="12458" y="13193"/>
                    <a:pt x="12352" y="13311"/>
                  </a:cubicBezTo>
                  <a:cubicBezTo>
                    <a:pt x="11329" y="14410"/>
                    <a:pt x="10346" y="15270"/>
                    <a:pt x="8802" y="15270"/>
                  </a:cubicBezTo>
                  <a:cubicBezTo>
                    <a:pt x="7985" y="15270"/>
                    <a:pt x="7011" y="15029"/>
                    <a:pt x="5791" y="14455"/>
                  </a:cubicBezTo>
                  <a:cubicBezTo>
                    <a:pt x="1611" y="12470"/>
                    <a:pt x="1004" y="586"/>
                    <a:pt x="1004" y="469"/>
                  </a:cubicBezTo>
                  <a:cubicBezTo>
                    <a:pt x="982" y="224"/>
                    <a:pt x="769" y="1"/>
                    <a:pt x="526"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0" name="Google Shape;1220;p49"/>
            <p:cNvSpPr/>
            <p:nvPr/>
          </p:nvSpPr>
          <p:spPr>
            <a:xfrm>
              <a:off x="4381150" y="2416600"/>
              <a:ext cx="53725" cy="54850"/>
            </a:xfrm>
            <a:custGeom>
              <a:avLst/>
              <a:gdLst/>
              <a:ahLst/>
              <a:cxnLst/>
              <a:rect l="l" t="t" r="r" b="b"/>
              <a:pathLst>
                <a:path w="2149" h="2194" extrusionOk="0">
                  <a:moveTo>
                    <a:pt x="1276" y="0"/>
                  </a:moveTo>
                  <a:cubicBezTo>
                    <a:pt x="1114" y="0"/>
                    <a:pt x="923" y="76"/>
                    <a:pt x="701" y="277"/>
                  </a:cubicBezTo>
                  <a:cubicBezTo>
                    <a:pt x="701" y="277"/>
                    <a:pt x="0" y="1141"/>
                    <a:pt x="94" y="1421"/>
                  </a:cubicBezTo>
                  <a:cubicBezTo>
                    <a:pt x="177" y="1650"/>
                    <a:pt x="483" y="2194"/>
                    <a:pt x="879" y="2194"/>
                  </a:cubicBezTo>
                  <a:cubicBezTo>
                    <a:pt x="927" y="2194"/>
                    <a:pt x="977" y="2186"/>
                    <a:pt x="1028" y="2168"/>
                  </a:cubicBezTo>
                  <a:cubicBezTo>
                    <a:pt x="1494" y="2004"/>
                    <a:pt x="2148" y="884"/>
                    <a:pt x="1985" y="603"/>
                  </a:cubicBezTo>
                  <a:cubicBezTo>
                    <a:pt x="1886" y="423"/>
                    <a:pt x="1661" y="0"/>
                    <a:pt x="127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1" name="Google Shape;1221;p49"/>
            <p:cNvSpPr/>
            <p:nvPr/>
          </p:nvSpPr>
          <p:spPr>
            <a:xfrm>
              <a:off x="4093700" y="2093650"/>
              <a:ext cx="316075" cy="428700"/>
            </a:xfrm>
            <a:custGeom>
              <a:avLst/>
              <a:gdLst/>
              <a:ahLst/>
              <a:cxnLst/>
              <a:rect l="l" t="t" r="r" b="b"/>
              <a:pathLst>
                <a:path w="12643" h="17148" extrusionOk="0">
                  <a:moveTo>
                    <a:pt x="11358" y="1"/>
                  </a:moveTo>
                  <a:cubicBezTo>
                    <a:pt x="11343" y="1"/>
                    <a:pt x="11327" y="2"/>
                    <a:pt x="11311" y="3"/>
                  </a:cubicBezTo>
                  <a:cubicBezTo>
                    <a:pt x="11031" y="3"/>
                    <a:pt x="10821" y="260"/>
                    <a:pt x="10844" y="517"/>
                  </a:cubicBezTo>
                  <a:cubicBezTo>
                    <a:pt x="10844" y="633"/>
                    <a:pt x="11615" y="12518"/>
                    <a:pt x="7692" y="14946"/>
                  </a:cubicBezTo>
                  <a:cubicBezTo>
                    <a:pt x="6326" y="15802"/>
                    <a:pt x="5252" y="16143"/>
                    <a:pt x="4340" y="16143"/>
                  </a:cubicBezTo>
                  <a:cubicBezTo>
                    <a:pt x="3040" y="16143"/>
                    <a:pt x="2067" y="15450"/>
                    <a:pt x="1038" y="14572"/>
                  </a:cubicBezTo>
                  <a:cubicBezTo>
                    <a:pt x="937" y="14485"/>
                    <a:pt x="828" y="14448"/>
                    <a:pt x="725" y="14448"/>
                  </a:cubicBezTo>
                  <a:cubicBezTo>
                    <a:pt x="327" y="14448"/>
                    <a:pt x="0" y="14991"/>
                    <a:pt x="408" y="15343"/>
                  </a:cubicBezTo>
                  <a:cubicBezTo>
                    <a:pt x="1539" y="16319"/>
                    <a:pt x="2734" y="17147"/>
                    <a:pt x="4332" y="17147"/>
                  </a:cubicBezTo>
                  <a:cubicBezTo>
                    <a:pt x="4416" y="17147"/>
                    <a:pt x="4501" y="17145"/>
                    <a:pt x="4587" y="17140"/>
                  </a:cubicBezTo>
                  <a:cubicBezTo>
                    <a:pt x="5614" y="17070"/>
                    <a:pt x="6805" y="16697"/>
                    <a:pt x="8229" y="15786"/>
                  </a:cubicBezTo>
                  <a:cubicBezTo>
                    <a:pt x="12642" y="13031"/>
                    <a:pt x="11872" y="960"/>
                    <a:pt x="11848" y="447"/>
                  </a:cubicBezTo>
                  <a:cubicBezTo>
                    <a:pt x="11826" y="182"/>
                    <a:pt x="11617" y="1"/>
                    <a:pt x="11358"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2" name="Google Shape;1222;p49"/>
            <p:cNvSpPr/>
            <p:nvPr/>
          </p:nvSpPr>
          <p:spPr>
            <a:xfrm>
              <a:off x="4079950" y="2434625"/>
              <a:ext cx="54300" cy="53450"/>
            </a:xfrm>
            <a:custGeom>
              <a:avLst/>
              <a:gdLst/>
              <a:ahLst/>
              <a:cxnLst/>
              <a:rect l="l" t="t" r="r" b="b"/>
              <a:pathLst>
                <a:path w="2172" h="2138" extrusionOk="0">
                  <a:moveTo>
                    <a:pt x="834" y="0"/>
                  </a:moveTo>
                  <a:cubicBezTo>
                    <a:pt x="404" y="0"/>
                    <a:pt x="227" y="492"/>
                    <a:pt x="141" y="700"/>
                  </a:cubicBezTo>
                  <a:cubicBezTo>
                    <a:pt x="1" y="980"/>
                    <a:pt x="794" y="2007"/>
                    <a:pt x="1261" y="2124"/>
                  </a:cubicBezTo>
                  <a:cubicBezTo>
                    <a:pt x="1300" y="2133"/>
                    <a:pt x="1337" y="2137"/>
                    <a:pt x="1372" y="2137"/>
                  </a:cubicBezTo>
                  <a:cubicBezTo>
                    <a:pt x="1794" y="2137"/>
                    <a:pt x="2037" y="1542"/>
                    <a:pt x="2102" y="1283"/>
                  </a:cubicBezTo>
                  <a:cubicBezTo>
                    <a:pt x="2172" y="1003"/>
                    <a:pt x="1378" y="209"/>
                    <a:pt x="1378" y="209"/>
                  </a:cubicBezTo>
                  <a:cubicBezTo>
                    <a:pt x="1162" y="59"/>
                    <a:pt x="983" y="0"/>
                    <a:pt x="8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3" name="Google Shape;1223;p49"/>
            <p:cNvSpPr/>
            <p:nvPr/>
          </p:nvSpPr>
          <p:spPr>
            <a:xfrm>
              <a:off x="4002325" y="1069900"/>
              <a:ext cx="256850" cy="772850"/>
            </a:xfrm>
            <a:custGeom>
              <a:avLst/>
              <a:gdLst/>
              <a:ahLst/>
              <a:cxnLst/>
              <a:rect l="l" t="t" r="r" b="b"/>
              <a:pathLst>
                <a:path w="10274" h="30914" extrusionOk="0">
                  <a:moveTo>
                    <a:pt x="0" y="0"/>
                  </a:moveTo>
                  <a:cubicBezTo>
                    <a:pt x="0" y="0"/>
                    <a:pt x="3456" y="280"/>
                    <a:pt x="6001" y="4226"/>
                  </a:cubicBezTo>
                  <a:cubicBezTo>
                    <a:pt x="8546" y="8172"/>
                    <a:pt x="10273" y="27761"/>
                    <a:pt x="9923" y="30913"/>
                  </a:cubicBezTo>
                  <a:lnTo>
                    <a:pt x="8756" y="30446"/>
                  </a:lnTo>
                  <a:cubicBezTo>
                    <a:pt x="8756" y="30446"/>
                    <a:pt x="7682" y="7448"/>
                    <a:pt x="4460" y="4039"/>
                  </a:cubicBezTo>
                  <a:cubicBezTo>
                    <a:pt x="1495" y="911"/>
                    <a:pt x="304" y="1168"/>
                    <a:pt x="304" y="1168"/>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4" name="Google Shape;1224;p49"/>
            <p:cNvSpPr/>
            <p:nvPr/>
          </p:nvSpPr>
          <p:spPr>
            <a:xfrm>
              <a:off x="4075275" y="1811125"/>
              <a:ext cx="322225" cy="331650"/>
            </a:xfrm>
            <a:custGeom>
              <a:avLst/>
              <a:gdLst/>
              <a:ahLst/>
              <a:cxnLst/>
              <a:rect l="l" t="t" r="r" b="b"/>
              <a:pathLst>
                <a:path w="12889" h="13266" extrusionOk="0">
                  <a:moveTo>
                    <a:pt x="6145" y="0"/>
                  </a:moveTo>
                  <a:cubicBezTo>
                    <a:pt x="5033" y="0"/>
                    <a:pt x="3956" y="463"/>
                    <a:pt x="3176" y="1288"/>
                  </a:cubicBezTo>
                  <a:cubicBezTo>
                    <a:pt x="1" y="4486"/>
                    <a:pt x="281" y="12845"/>
                    <a:pt x="281" y="13195"/>
                  </a:cubicBezTo>
                  <a:lnTo>
                    <a:pt x="1612" y="13148"/>
                  </a:lnTo>
                  <a:cubicBezTo>
                    <a:pt x="1612" y="13078"/>
                    <a:pt x="1332" y="5023"/>
                    <a:pt x="4110" y="2221"/>
                  </a:cubicBezTo>
                  <a:cubicBezTo>
                    <a:pt x="4650" y="1636"/>
                    <a:pt x="5408" y="1333"/>
                    <a:pt x="6194" y="1333"/>
                  </a:cubicBezTo>
                  <a:cubicBezTo>
                    <a:pt x="6223" y="1333"/>
                    <a:pt x="6252" y="1333"/>
                    <a:pt x="6281" y="1334"/>
                  </a:cubicBezTo>
                  <a:cubicBezTo>
                    <a:pt x="10367" y="1451"/>
                    <a:pt x="10951" y="5187"/>
                    <a:pt x="11371" y="10860"/>
                  </a:cubicBezTo>
                  <a:cubicBezTo>
                    <a:pt x="11441" y="11654"/>
                    <a:pt x="11488" y="12471"/>
                    <a:pt x="11581" y="13265"/>
                  </a:cubicBezTo>
                  <a:lnTo>
                    <a:pt x="12889" y="13125"/>
                  </a:lnTo>
                  <a:cubicBezTo>
                    <a:pt x="12819" y="12355"/>
                    <a:pt x="12749" y="11537"/>
                    <a:pt x="12702" y="10767"/>
                  </a:cubicBezTo>
                  <a:cubicBezTo>
                    <a:pt x="12329" y="5794"/>
                    <a:pt x="11908" y="167"/>
                    <a:pt x="6305" y="3"/>
                  </a:cubicBezTo>
                  <a:cubicBezTo>
                    <a:pt x="6251" y="1"/>
                    <a:pt x="6198" y="0"/>
                    <a:pt x="614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5" name="Google Shape;1225;p49"/>
            <p:cNvSpPr/>
            <p:nvPr/>
          </p:nvSpPr>
          <p:spPr>
            <a:xfrm>
              <a:off x="3485750" y="1113675"/>
              <a:ext cx="239325" cy="577875"/>
            </a:xfrm>
            <a:custGeom>
              <a:avLst/>
              <a:gdLst/>
              <a:ahLst/>
              <a:cxnLst/>
              <a:rect l="l" t="t" r="r" b="b"/>
              <a:pathLst>
                <a:path w="9573" h="23115" extrusionOk="0">
                  <a:moveTo>
                    <a:pt x="9573" y="0"/>
                  </a:moveTo>
                  <a:lnTo>
                    <a:pt x="9573" y="0"/>
                  </a:lnTo>
                  <a:cubicBezTo>
                    <a:pt x="6608" y="1308"/>
                    <a:pt x="4133" y="3526"/>
                    <a:pt x="2475" y="6328"/>
                  </a:cubicBezTo>
                  <a:cubicBezTo>
                    <a:pt x="0" y="10484"/>
                    <a:pt x="911" y="23115"/>
                    <a:pt x="911" y="23115"/>
                  </a:cubicBezTo>
                  <a:lnTo>
                    <a:pt x="2078" y="22998"/>
                  </a:lnTo>
                  <a:cubicBezTo>
                    <a:pt x="2078" y="22998"/>
                    <a:pt x="1448" y="12165"/>
                    <a:pt x="3129" y="7705"/>
                  </a:cubicBezTo>
                  <a:cubicBezTo>
                    <a:pt x="4810" y="3246"/>
                    <a:pt x="9293" y="1168"/>
                    <a:pt x="9293" y="1168"/>
                  </a:cubicBezTo>
                  <a:lnTo>
                    <a:pt x="9573"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6" name="Google Shape;1226;p49"/>
            <p:cNvSpPr/>
            <p:nvPr/>
          </p:nvSpPr>
          <p:spPr>
            <a:xfrm>
              <a:off x="3417450" y="1676950"/>
              <a:ext cx="215400" cy="216000"/>
            </a:xfrm>
            <a:custGeom>
              <a:avLst/>
              <a:gdLst/>
              <a:ahLst/>
              <a:cxnLst/>
              <a:rect l="l" t="t" r="r" b="b"/>
              <a:pathLst>
                <a:path w="8616" h="8640" extrusionOk="0">
                  <a:moveTo>
                    <a:pt x="8616" y="3713"/>
                  </a:moveTo>
                  <a:cubicBezTo>
                    <a:pt x="8592" y="7005"/>
                    <a:pt x="4623" y="8639"/>
                    <a:pt x="2312" y="6304"/>
                  </a:cubicBezTo>
                  <a:cubicBezTo>
                    <a:pt x="0" y="3969"/>
                    <a:pt x="1658" y="0"/>
                    <a:pt x="4927" y="24"/>
                  </a:cubicBezTo>
                  <a:cubicBezTo>
                    <a:pt x="6958" y="24"/>
                    <a:pt x="8616" y="1681"/>
                    <a:pt x="8616" y="3713"/>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7" name="Google Shape;1227;p49"/>
            <p:cNvSpPr/>
            <p:nvPr/>
          </p:nvSpPr>
          <p:spPr>
            <a:xfrm>
              <a:off x="3498575" y="1738225"/>
              <a:ext cx="73000" cy="73000"/>
            </a:xfrm>
            <a:custGeom>
              <a:avLst/>
              <a:gdLst/>
              <a:ahLst/>
              <a:cxnLst/>
              <a:rect l="l" t="t" r="r" b="b"/>
              <a:pathLst>
                <a:path w="2920" h="2920" extrusionOk="0">
                  <a:moveTo>
                    <a:pt x="2919" y="1262"/>
                  </a:moveTo>
                  <a:cubicBezTo>
                    <a:pt x="2919" y="2359"/>
                    <a:pt x="1565" y="2919"/>
                    <a:pt x="795" y="2126"/>
                  </a:cubicBezTo>
                  <a:cubicBezTo>
                    <a:pt x="1" y="1332"/>
                    <a:pt x="561" y="1"/>
                    <a:pt x="1682" y="1"/>
                  </a:cubicBezTo>
                  <a:cubicBezTo>
                    <a:pt x="2359" y="1"/>
                    <a:pt x="2919" y="561"/>
                    <a:pt x="2919" y="1262"/>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8" name="Google Shape;1228;p49"/>
            <p:cNvSpPr/>
            <p:nvPr/>
          </p:nvSpPr>
          <p:spPr>
            <a:xfrm>
              <a:off x="3722725" y="680550"/>
              <a:ext cx="47875" cy="47900"/>
            </a:xfrm>
            <a:custGeom>
              <a:avLst/>
              <a:gdLst/>
              <a:ahLst/>
              <a:cxnLst/>
              <a:rect l="l" t="t" r="r" b="b"/>
              <a:pathLst>
                <a:path w="1915" h="1916" extrusionOk="0">
                  <a:moveTo>
                    <a:pt x="934" y="1"/>
                  </a:moveTo>
                  <a:cubicBezTo>
                    <a:pt x="561" y="1"/>
                    <a:pt x="211" y="258"/>
                    <a:pt x="71" y="631"/>
                  </a:cubicBezTo>
                  <a:cubicBezTo>
                    <a:pt x="24" y="725"/>
                    <a:pt x="0" y="865"/>
                    <a:pt x="0" y="982"/>
                  </a:cubicBezTo>
                  <a:lnTo>
                    <a:pt x="47" y="1215"/>
                  </a:lnTo>
                  <a:cubicBezTo>
                    <a:pt x="94" y="1378"/>
                    <a:pt x="187" y="1542"/>
                    <a:pt x="304" y="1659"/>
                  </a:cubicBezTo>
                  <a:cubicBezTo>
                    <a:pt x="374" y="1705"/>
                    <a:pt x="444" y="1752"/>
                    <a:pt x="514" y="1799"/>
                  </a:cubicBezTo>
                  <a:cubicBezTo>
                    <a:pt x="654" y="1869"/>
                    <a:pt x="818" y="1915"/>
                    <a:pt x="981" y="1915"/>
                  </a:cubicBezTo>
                  <a:cubicBezTo>
                    <a:pt x="1098" y="1915"/>
                    <a:pt x="1238" y="1892"/>
                    <a:pt x="1331" y="1822"/>
                  </a:cubicBezTo>
                  <a:cubicBezTo>
                    <a:pt x="1682" y="1682"/>
                    <a:pt x="1915" y="1332"/>
                    <a:pt x="1915" y="935"/>
                  </a:cubicBezTo>
                  <a:lnTo>
                    <a:pt x="1892" y="701"/>
                  </a:lnTo>
                  <a:cubicBezTo>
                    <a:pt x="1845" y="538"/>
                    <a:pt x="1752" y="374"/>
                    <a:pt x="1635" y="258"/>
                  </a:cubicBezTo>
                  <a:lnTo>
                    <a:pt x="1425" y="118"/>
                  </a:lnTo>
                  <a:cubicBezTo>
                    <a:pt x="1261" y="48"/>
                    <a:pt x="1098" y="1"/>
                    <a:pt x="93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29" name="Google Shape;1229;p49"/>
            <p:cNvSpPr/>
            <p:nvPr/>
          </p:nvSpPr>
          <p:spPr>
            <a:xfrm>
              <a:off x="3879750" y="680550"/>
              <a:ext cx="47875" cy="47900"/>
            </a:xfrm>
            <a:custGeom>
              <a:avLst/>
              <a:gdLst/>
              <a:ahLst/>
              <a:cxnLst/>
              <a:rect l="l" t="t" r="r" b="b"/>
              <a:pathLst>
                <a:path w="1915" h="1916" extrusionOk="0">
                  <a:moveTo>
                    <a:pt x="957" y="1"/>
                  </a:moveTo>
                  <a:cubicBezTo>
                    <a:pt x="560" y="1"/>
                    <a:pt x="210" y="258"/>
                    <a:pt x="94" y="631"/>
                  </a:cubicBezTo>
                  <a:cubicBezTo>
                    <a:pt x="23" y="725"/>
                    <a:pt x="0" y="865"/>
                    <a:pt x="23" y="982"/>
                  </a:cubicBezTo>
                  <a:lnTo>
                    <a:pt x="47" y="1215"/>
                  </a:lnTo>
                  <a:cubicBezTo>
                    <a:pt x="94" y="1378"/>
                    <a:pt x="187" y="1542"/>
                    <a:pt x="304" y="1659"/>
                  </a:cubicBezTo>
                  <a:cubicBezTo>
                    <a:pt x="374" y="1705"/>
                    <a:pt x="444" y="1752"/>
                    <a:pt x="514" y="1799"/>
                  </a:cubicBezTo>
                  <a:cubicBezTo>
                    <a:pt x="654" y="1869"/>
                    <a:pt x="817" y="1915"/>
                    <a:pt x="981" y="1915"/>
                  </a:cubicBezTo>
                  <a:cubicBezTo>
                    <a:pt x="1121" y="1915"/>
                    <a:pt x="1238" y="1892"/>
                    <a:pt x="1354" y="1822"/>
                  </a:cubicBezTo>
                  <a:cubicBezTo>
                    <a:pt x="1471" y="1799"/>
                    <a:pt x="1564" y="1705"/>
                    <a:pt x="1658" y="1612"/>
                  </a:cubicBezTo>
                  <a:cubicBezTo>
                    <a:pt x="1821" y="1425"/>
                    <a:pt x="1915" y="1192"/>
                    <a:pt x="1915" y="935"/>
                  </a:cubicBezTo>
                  <a:cubicBezTo>
                    <a:pt x="1915" y="865"/>
                    <a:pt x="1891" y="771"/>
                    <a:pt x="1891" y="701"/>
                  </a:cubicBezTo>
                  <a:cubicBezTo>
                    <a:pt x="1845" y="538"/>
                    <a:pt x="1751" y="374"/>
                    <a:pt x="1634" y="258"/>
                  </a:cubicBezTo>
                  <a:cubicBezTo>
                    <a:pt x="1564" y="211"/>
                    <a:pt x="1494" y="164"/>
                    <a:pt x="1424" y="118"/>
                  </a:cubicBezTo>
                  <a:cubicBezTo>
                    <a:pt x="1284" y="48"/>
                    <a:pt x="1121" y="1"/>
                    <a:pt x="95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0" name="Google Shape;1230;p49"/>
            <p:cNvSpPr/>
            <p:nvPr/>
          </p:nvSpPr>
          <p:spPr>
            <a:xfrm>
              <a:off x="3703450" y="608750"/>
              <a:ext cx="80000" cy="38575"/>
            </a:xfrm>
            <a:custGeom>
              <a:avLst/>
              <a:gdLst/>
              <a:ahLst/>
              <a:cxnLst/>
              <a:rect l="l" t="t" r="r" b="b"/>
              <a:pathLst>
                <a:path w="3200" h="1543" extrusionOk="0">
                  <a:moveTo>
                    <a:pt x="1618" y="1"/>
                  </a:moveTo>
                  <a:cubicBezTo>
                    <a:pt x="1608" y="1"/>
                    <a:pt x="1598" y="1"/>
                    <a:pt x="1589" y="1"/>
                  </a:cubicBezTo>
                  <a:cubicBezTo>
                    <a:pt x="491" y="24"/>
                    <a:pt x="1" y="1542"/>
                    <a:pt x="1" y="1542"/>
                  </a:cubicBezTo>
                  <a:cubicBezTo>
                    <a:pt x="491" y="1262"/>
                    <a:pt x="1028" y="1052"/>
                    <a:pt x="1589" y="888"/>
                  </a:cubicBezTo>
                  <a:cubicBezTo>
                    <a:pt x="1723" y="877"/>
                    <a:pt x="1859" y="871"/>
                    <a:pt x="1995" y="871"/>
                  </a:cubicBezTo>
                  <a:cubicBezTo>
                    <a:pt x="2403" y="871"/>
                    <a:pt x="2814" y="923"/>
                    <a:pt x="3200" y="1028"/>
                  </a:cubicBezTo>
                  <a:cubicBezTo>
                    <a:pt x="3200" y="1028"/>
                    <a:pt x="2492" y="1"/>
                    <a:pt x="161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1" name="Google Shape;1231;p49"/>
            <p:cNvSpPr/>
            <p:nvPr/>
          </p:nvSpPr>
          <p:spPr>
            <a:xfrm>
              <a:off x="3865150" y="608750"/>
              <a:ext cx="80575" cy="38575"/>
            </a:xfrm>
            <a:custGeom>
              <a:avLst/>
              <a:gdLst/>
              <a:ahLst/>
              <a:cxnLst/>
              <a:rect l="l" t="t" r="r" b="b"/>
              <a:pathLst>
                <a:path w="3223" h="1543" extrusionOk="0">
                  <a:moveTo>
                    <a:pt x="1582" y="1"/>
                  </a:moveTo>
                  <a:cubicBezTo>
                    <a:pt x="708" y="1"/>
                    <a:pt x="0" y="1028"/>
                    <a:pt x="0" y="1028"/>
                  </a:cubicBezTo>
                  <a:cubicBezTo>
                    <a:pt x="381" y="913"/>
                    <a:pt x="762" y="867"/>
                    <a:pt x="1143" y="867"/>
                  </a:cubicBezTo>
                  <a:cubicBezTo>
                    <a:pt x="1299" y="867"/>
                    <a:pt x="1455" y="875"/>
                    <a:pt x="1611" y="888"/>
                  </a:cubicBezTo>
                  <a:cubicBezTo>
                    <a:pt x="2172" y="1052"/>
                    <a:pt x="2709" y="1262"/>
                    <a:pt x="3222" y="1542"/>
                  </a:cubicBezTo>
                  <a:cubicBezTo>
                    <a:pt x="3222" y="1542"/>
                    <a:pt x="2732" y="24"/>
                    <a:pt x="1611" y="1"/>
                  </a:cubicBezTo>
                  <a:cubicBezTo>
                    <a:pt x="1602" y="1"/>
                    <a:pt x="1592" y="1"/>
                    <a:pt x="1582"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2" name="Google Shape;1232;p49"/>
            <p:cNvSpPr/>
            <p:nvPr/>
          </p:nvSpPr>
          <p:spPr>
            <a:xfrm>
              <a:off x="3777000" y="842825"/>
              <a:ext cx="138950" cy="67750"/>
            </a:xfrm>
            <a:custGeom>
              <a:avLst/>
              <a:gdLst/>
              <a:ahLst/>
              <a:cxnLst/>
              <a:rect l="l" t="t" r="r" b="b"/>
              <a:pathLst>
                <a:path w="5558" h="2710" extrusionOk="0">
                  <a:moveTo>
                    <a:pt x="5558" y="1"/>
                  </a:moveTo>
                  <a:lnTo>
                    <a:pt x="5558" y="1"/>
                  </a:lnTo>
                  <a:cubicBezTo>
                    <a:pt x="5558" y="1"/>
                    <a:pt x="3970" y="981"/>
                    <a:pt x="2382" y="981"/>
                  </a:cubicBezTo>
                  <a:cubicBezTo>
                    <a:pt x="2305" y="986"/>
                    <a:pt x="2228" y="988"/>
                    <a:pt x="2151" y="988"/>
                  </a:cubicBezTo>
                  <a:cubicBezTo>
                    <a:pt x="1392" y="988"/>
                    <a:pt x="658" y="781"/>
                    <a:pt x="1" y="421"/>
                  </a:cubicBezTo>
                  <a:lnTo>
                    <a:pt x="1" y="421"/>
                  </a:lnTo>
                  <a:cubicBezTo>
                    <a:pt x="1" y="421"/>
                    <a:pt x="188" y="2709"/>
                    <a:pt x="2709" y="2709"/>
                  </a:cubicBezTo>
                  <a:cubicBezTo>
                    <a:pt x="2720" y="2709"/>
                    <a:pt x="2730" y="2709"/>
                    <a:pt x="2741" y="2709"/>
                  </a:cubicBezTo>
                  <a:cubicBezTo>
                    <a:pt x="5210" y="2709"/>
                    <a:pt x="5558" y="1"/>
                    <a:pt x="5558"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3" name="Google Shape;1233;p49"/>
            <p:cNvSpPr/>
            <p:nvPr/>
          </p:nvSpPr>
          <p:spPr>
            <a:xfrm>
              <a:off x="3791025" y="639550"/>
              <a:ext cx="52550" cy="178525"/>
            </a:xfrm>
            <a:custGeom>
              <a:avLst/>
              <a:gdLst/>
              <a:ahLst/>
              <a:cxnLst/>
              <a:rect l="l" t="t" r="r" b="b"/>
              <a:pathLst>
                <a:path w="2102" h="7141" extrusionOk="0">
                  <a:moveTo>
                    <a:pt x="1188" y="0"/>
                  </a:moveTo>
                  <a:cubicBezTo>
                    <a:pt x="1122" y="0"/>
                    <a:pt x="1051" y="60"/>
                    <a:pt x="1051" y="147"/>
                  </a:cubicBezTo>
                  <a:cubicBezTo>
                    <a:pt x="1051" y="1011"/>
                    <a:pt x="1261" y="1874"/>
                    <a:pt x="1238" y="2762"/>
                  </a:cubicBezTo>
                  <a:cubicBezTo>
                    <a:pt x="1238" y="3532"/>
                    <a:pt x="1074" y="4256"/>
                    <a:pt x="771" y="4933"/>
                  </a:cubicBezTo>
                  <a:cubicBezTo>
                    <a:pt x="514" y="5423"/>
                    <a:pt x="0" y="5914"/>
                    <a:pt x="234" y="6497"/>
                  </a:cubicBezTo>
                  <a:cubicBezTo>
                    <a:pt x="447" y="6995"/>
                    <a:pt x="958" y="7141"/>
                    <a:pt x="1458" y="7141"/>
                  </a:cubicBezTo>
                  <a:cubicBezTo>
                    <a:pt x="1615" y="7141"/>
                    <a:pt x="1770" y="7127"/>
                    <a:pt x="1915" y="7104"/>
                  </a:cubicBezTo>
                  <a:cubicBezTo>
                    <a:pt x="2102" y="7058"/>
                    <a:pt x="2078" y="6824"/>
                    <a:pt x="1891" y="6801"/>
                  </a:cubicBezTo>
                  <a:cubicBezTo>
                    <a:pt x="1494" y="6778"/>
                    <a:pt x="1028" y="6824"/>
                    <a:pt x="724" y="6521"/>
                  </a:cubicBezTo>
                  <a:cubicBezTo>
                    <a:pt x="444" y="6217"/>
                    <a:pt x="607" y="5937"/>
                    <a:pt x="794" y="5657"/>
                  </a:cubicBezTo>
                  <a:cubicBezTo>
                    <a:pt x="1121" y="5143"/>
                    <a:pt x="1354" y="4606"/>
                    <a:pt x="1494" y="4022"/>
                  </a:cubicBezTo>
                  <a:cubicBezTo>
                    <a:pt x="1611" y="3415"/>
                    <a:pt x="1658" y="2808"/>
                    <a:pt x="1611" y="2201"/>
                  </a:cubicBezTo>
                  <a:cubicBezTo>
                    <a:pt x="1588" y="1477"/>
                    <a:pt x="1471" y="777"/>
                    <a:pt x="1284" y="77"/>
                  </a:cubicBezTo>
                  <a:cubicBezTo>
                    <a:pt x="1267" y="23"/>
                    <a:pt x="1228" y="0"/>
                    <a:pt x="1188"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4" name="Google Shape;1234;p49"/>
            <p:cNvSpPr/>
            <p:nvPr/>
          </p:nvSpPr>
          <p:spPr>
            <a:xfrm>
              <a:off x="3941025" y="3308975"/>
              <a:ext cx="455325" cy="220100"/>
            </a:xfrm>
            <a:custGeom>
              <a:avLst/>
              <a:gdLst/>
              <a:ahLst/>
              <a:cxnLst/>
              <a:rect l="l" t="t" r="r" b="b"/>
              <a:pathLst>
                <a:path w="18213" h="8804" extrusionOk="0">
                  <a:moveTo>
                    <a:pt x="17465" y="1"/>
                  </a:moveTo>
                  <a:cubicBezTo>
                    <a:pt x="13473" y="421"/>
                    <a:pt x="6818" y="818"/>
                    <a:pt x="1" y="1028"/>
                  </a:cubicBezTo>
                  <a:lnTo>
                    <a:pt x="701" y="8803"/>
                  </a:lnTo>
                  <a:lnTo>
                    <a:pt x="18212" y="8219"/>
                  </a:lnTo>
                  <a:lnTo>
                    <a:pt x="17465"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5" name="Google Shape;1235;p49"/>
            <p:cNvSpPr/>
            <p:nvPr/>
          </p:nvSpPr>
          <p:spPr>
            <a:xfrm>
              <a:off x="3439625" y="3331175"/>
              <a:ext cx="443050" cy="197900"/>
            </a:xfrm>
            <a:custGeom>
              <a:avLst/>
              <a:gdLst/>
              <a:ahLst/>
              <a:cxnLst/>
              <a:rect l="l" t="t" r="r" b="b"/>
              <a:pathLst>
                <a:path w="17722" h="7916" extrusionOk="0">
                  <a:moveTo>
                    <a:pt x="1" y="0"/>
                  </a:moveTo>
                  <a:lnTo>
                    <a:pt x="47" y="7331"/>
                  </a:lnTo>
                  <a:lnTo>
                    <a:pt x="17722" y="7915"/>
                  </a:lnTo>
                  <a:lnTo>
                    <a:pt x="17722" y="7915"/>
                  </a:lnTo>
                  <a:lnTo>
                    <a:pt x="17558" y="210"/>
                  </a:lnTo>
                  <a:cubicBezTo>
                    <a:pt x="15028" y="262"/>
                    <a:pt x="12519" y="291"/>
                    <a:pt x="10159" y="291"/>
                  </a:cubicBezTo>
                  <a:cubicBezTo>
                    <a:pt x="6138" y="291"/>
                    <a:pt x="2546" y="206"/>
                    <a:pt x="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6" name="Google Shape;1236;p49"/>
            <p:cNvSpPr/>
            <p:nvPr/>
          </p:nvSpPr>
          <p:spPr>
            <a:xfrm>
              <a:off x="4082275" y="615750"/>
              <a:ext cx="99425" cy="191500"/>
            </a:xfrm>
            <a:custGeom>
              <a:avLst/>
              <a:gdLst/>
              <a:ahLst/>
              <a:cxnLst/>
              <a:rect l="l" t="t" r="r" b="b"/>
              <a:pathLst>
                <a:path w="3977" h="7660" extrusionOk="0">
                  <a:moveTo>
                    <a:pt x="1053" y="0"/>
                  </a:moveTo>
                  <a:cubicBezTo>
                    <a:pt x="618" y="0"/>
                    <a:pt x="304" y="71"/>
                    <a:pt x="304" y="71"/>
                  </a:cubicBezTo>
                  <a:cubicBezTo>
                    <a:pt x="304" y="71"/>
                    <a:pt x="887" y="5616"/>
                    <a:pt x="27" y="7653"/>
                  </a:cubicBezTo>
                  <a:lnTo>
                    <a:pt x="27" y="7653"/>
                  </a:lnTo>
                  <a:cubicBezTo>
                    <a:pt x="1975" y="7154"/>
                    <a:pt x="3411" y="5503"/>
                    <a:pt x="3643" y="3504"/>
                  </a:cubicBezTo>
                  <a:cubicBezTo>
                    <a:pt x="3976" y="440"/>
                    <a:pt x="2136" y="0"/>
                    <a:pt x="1053" y="0"/>
                  </a:cubicBezTo>
                  <a:close/>
                  <a:moveTo>
                    <a:pt x="27" y="7653"/>
                  </a:moveTo>
                  <a:cubicBezTo>
                    <a:pt x="18" y="7655"/>
                    <a:pt x="10" y="7657"/>
                    <a:pt x="1" y="7659"/>
                  </a:cubicBezTo>
                  <a:lnTo>
                    <a:pt x="24" y="7659"/>
                  </a:lnTo>
                  <a:cubicBezTo>
                    <a:pt x="25" y="7657"/>
                    <a:pt x="26" y="7655"/>
                    <a:pt x="27" y="7653"/>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7" name="Google Shape;1237;p49"/>
            <p:cNvSpPr/>
            <p:nvPr/>
          </p:nvSpPr>
          <p:spPr>
            <a:xfrm>
              <a:off x="3517850" y="653950"/>
              <a:ext cx="105075" cy="160525"/>
            </a:xfrm>
            <a:custGeom>
              <a:avLst/>
              <a:gdLst/>
              <a:ahLst/>
              <a:cxnLst/>
              <a:rect l="l" t="t" r="r" b="b"/>
              <a:pathLst>
                <a:path w="4203" h="6421" extrusionOk="0">
                  <a:moveTo>
                    <a:pt x="2190" y="1"/>
                  </a:moveTo>
                  <a:cubicBezTo>
                    <a:pt x="1279" y="1"/>
                    <a:pt x="427" y="475"/>
                    <a:pt x="234" y="1462"/>
                  </a:cubicBezTo>
                  <a:cubicBezTo>
                    <a:pt x="0" y="2699"/>
                    <a:pt x="817" y="4287"/>
                    <a:pt x="1611" y="5174"/>
                  </a:cubicBezTo>
                  <a:cubicBezTo>
                    <a:pt x="2195" y="5805"/>
                    <a:pt x="3993" y="6272"/>
                    <a:pt x="4063" y="6342"/>
                  </a:cubicBezTo>
                  <a:cubicBezTo>
                    <a:pt x="4128" y="6406"/>
                    <a:pt x="4164" y="6421"/>
                    <a:pt x="4183" y="6421"/>
                  </a:cubicBezTo>
                  <a:cubicBezTo>
                    <a:pt x="4198" y="6421"/>
                    <a:pt x="4203" y="6412"/>
                    <a:pt x="4203" y="6412"/>
                  </a:cubicBezTo>
                  <a:cubicBezTo>
                    <a:pt x="2895" y="2232"/>
                    <a:pt x="2755" y="388"/>
                    <a:pt x="2755" y="61"/>
                  </a:cubicBezTo>
                  <a:cubicBezTo>
                    <a:pt x="2568" y="21"/>
                    <a:pt x="2378" y="1"/>
                    <a:pt x="2190"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238" name="Google Shape;1238;p49"/>
            <p:cNvSpPr/>
            <p:nvPr/>
          </p:nvSpPr>
          <p:spPr>
            <a:xfrm>
              <a:off x="3546450" y="237925"/>
              <a:ext cx="579050" cy="464275"/>
            </a:xfrm>
            <a:custGeom>
              <a:avLst/>
              <a:gdLst/>
              <a:ahLst/>
              <a:cxnLst/>
              <a:rect l="l" t="t" r="r" b="b"/>
              <a:pathLst>
                <a:path w="23162" h="18571" extrusionOk="0">
                  <a:moveTo>
                    <a:pt x="9238" y="0"/>
                  </a:moveTo>
                  <a:cubicBezTo>
                    <a:pt x="8995" y="0"/>
                    <a:pt x="8748" y="62"/>
                    <a:pt x="8522" y="195"/>
                  </a:cubicBezTo>
                  <a:cubicBezTo>
                    <a:pt x="7635" y="615"/>
                    <a:pt x="7075" y="1526"/>
                    <a:pt x="7051" y="2530"/>
                  </a:cubicBezTo>
                  <a:cubicBezTo>
                    <a:pt x="6888" y="2156"/>
                    <a:pt x="6748" y="1806"/>
                    <a:pt x="6584" y="1526"/>
                  </a:cubicBezTo>
                  <a:cubicBezTo>
                    <a:pt x="6350" y="1125"/>
                    <a:pt x="5845" y="872"/>
                    <a:pt x="5361" y="872"/>
                  </a:cubicBezTo>
                  <a:cubicBezTo>
                    <a:pt x="5027" y="872"/>
                    <a:pt x="4702" y="992"/>
                    <a:pt x="4483" y="1269"/>
                  </a:cubicBezTo>
                  <a:cubicBezTo>
                    <a:pt x="3993" y="1829"/>
                    <a:pt x="3666" y="2506"/>
                    <a:pt x="3549" y="3230"/>
                  </a:cubicBezTo>
                  <a:cubicBezTo>
                    <a:pt x="3456" y="3137"/>
                    <a:pt x="3386" y="3043"/>
                    <a:pt x="3292" y="2950"/>
                  </a:cubicBezTo>
                  <a:cubicBezTo>
                    <a:pt x="3077" y="2711"/>
                    <a:pt x="2734" y="2582"/>
                    <a:pt x="2393" y="2582"/>
                  </a:cubicBezTo>
                  <a:cubicBezTo>
                    <a:pt x="2068" y="2582"/>
                    <a:pt x="1746" y="2699"/>
                    <a:pt x="1541" y="2950"/>
                  </a:cubicBezTo>
                  <a:cubicBezTo>
                    <a:pt x="0" y="4841"/>
                    <a:pt x="70" y="8273"/>
                    <a:pt x="1425" y="10305"/>
                  </a:cubicBezTo>
                  <a:cubicBezTo>
                    <a:pt x="1518" y="10445"/>
                    <a:pt x="1658" y="10561"/>
                    <a:pt x="1821" y="10631"/>
                  </a:cubicBezTo>
                  <a:cubicBezTo>
                    <a:pt x="1051" y="12616"/>
                    <a:pt x="607" y="14787"/>
                    <a:pt x="1214" y="16865"/>
                  </a:cubicBezTo>
                  <a:cubicBezTo>
                    <a:pt x="1332" y="17244"/>
                    <a:pt x="1675" y="17447"/>
                    <a:pt x="2020" y="17447"/>
                  </a:cubicBezTo>
                  <a:cubicBezTo>
                    <a:pt x="2293" y="17447"/>
                    <a:pt x="2567" y="17320"/>
                    <a:pt x="2732" y="17052"/>
                  </a:cubicBezTo>
                  <a:cubicBezTo>
                    <a:pt x="3596" y="15861"/>
                    <a:pt x="4250" y="14531"/>
                    <a:pt x="4693" y="13106"/>
                  </a:cubicBezTo>
                  <a:cubicBezTo>
                    <a:pt x="5137" y="11542"/>
                    <a:pt x="5324" y="10258"/>
                    <a:pt x="6047" y="8857"/>
                  </a:cubicBezTo>
                  <a:cubicBezTo>
                    <a:pt x="7308" y="9651"/>
                    <a:pt x="8873" y="10048"/>
                    <a:pt x="10437" y="10235"/>
                  </a:cubicBezTo>
                  <a:cubicBezTo>
                    <a:pt x="11277" y="10328"/>
                    <a:pt x="12095" y="10375"/>
                    <a:pt x="12935" y="10398"/>
                  </a:cubicBezTo>
                  <a:cubicBezTo>
                    <a:pt x="14219" y="10421"/>
                    <a:pt x="13659" y="10421"/>
                    <a:pt x="14570" y="11238"/>
                  </a:cubicBezTo>
                  <a:cubicBezTo>
                    <a:pt x="16157" y="12663"/>
                    <a:pt x="18095" y="13200"/>
                    <a:pt x="18235" y="15698"/>
                  </a:cubicBezTo>
                  <a:cubicBezTo>
                    <a:pt x="18305" y="16677"/>
                    <a:pt x="19552" y="18571"/>
                    <a:pt x="20469" y="18571"/>
                  </a:cubicBezTo>
                  <a:cubicBezTo>
                    <a:pt x="20777" y="18571"/>
                    <a:pt x="21048" y="18357"/>
                    <a:pt x="21224" y="17823"/>
                  </a:cubicBezTo>
                  <a:cubicBezTo>
                    <a:pt x="22648" y="13433"/>
                    <a:pt x="23162" y="10491"/>
                    <a:pt x="21878" y="8297"/>
                  </a:cubicBezTo>
                  <a:cubicBezTo>
                    <a:pt x="20944" y="6709"/>
                    <a:pt x="19636" y="4771"/>
                    <a:pt x="17838" y="4094"/>
                  </a:cubicBezTo>
                  <a:cubicBezTo>
                    <a:pt x="17395" y="3253"/>
                    <a:pt x="16601" y="2670"/>
                    <a:pt x="15667" y="2506"/>
                  </a:cubicBezTo>
                  <a:cubicBezTo>
                    <a:pt x="14653" y="2330"/>
                    <a:pt x="13847" y="1092"/>
                    <a:pt x="12758" y="1092"/>
                  </a:cubicBezTo>
                  <a:cubicBezTo>
                    <a:pt x="12693" y="1092"/>
                    <a:pt x="12628" y="1096"/>
                    <a:pt x="12562" y="1105"/>
                  </a:cubicBezTo>
                  <a:cubicBezTo>
                    <a:pt x="11978" y="1152"/>
                    <a:pt x="11418" y="1386"/>
                    <a:pt x="10997" y="1806"/>
                  </a:cubicBezTo>
                  <a:cubicBezTo>
                    <a:pt x="10834" y="1432"/>
                    <a:pt x="10647" y="1059"/>
                    <a:pt x="10460" y="685"/>
                  </a:cubicBezTo>
                  <a:cubicBezTo>
                    <a:pt x="10196" y="249"/>
                    <a:pt x="9724" y="0"/>
                    <a:pt x="9238" y="0"/>
                  </a:cubicBezTo>
                  <a:close/>
                </a:path>
              </a:pathLst>
            </a:custGeom>
            <a:solidFill>
              <a:srgbClr val="F3E0A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68"/>
          <p:cNvSpPr txBox="1">
            <a:spLocks noGrp="1"/>
          </p:cNvSpPr>
          <p:nvPr>
            <p:ph type="title"/>
          </p:nvPr>
        </p:nvSpPr>
        <p:spPr>
          <a:xfrm>
            <a:off x="960000" y="720000"/>
            <a:ext cx="10272000" cy="427200"/>
          </a:xfrm>
          <a:prstGeom prst="rect">
            <a:avLst/>
          </a:prstGeom>
        </p:spPr>
        <p:txBody>
          <a:bodyPr spcFirstLastPara="1" wrap="square" lIns="121900" tIns="121900" rIns="121900" bIns="121900" anchor="ctr" anchorCtr="0">
            <a:noAutofit/>
          </a:bodyPr>
          <a:lstStyle/>
          <a:p>
            <a:r>
              <a:rPr lang="en" dirty="0"/>
              <a:t>Conclusion</a:t>
            </a:r>
            <a:endParaRPr dirty="0"/>
          </a:p>
        </p:txBody>
      </p:sp>
      <p:grpSp>
        <p:nvGrpSpPr>
          <p:cNvPr id="2157" name="Google Shape;2157;p68"/>
          <p:cNvGrpSpPr/>
          <p:nvPr/>
        </p:nvGrpSpPr>
        <p:grpSpPr>
          <a:xfrm>
            <a:off x="6389886" y="1548756"/>
            <a:ext cx="4343205" cy="4585481"/>
            <a:chOff x="5620603" y="1572940"/>
            <a:chExt cx="2837707" cy="2996002"/>
          </a:xfrm>
        </p:grpSpPr>
        <p:sp>
          <p:nvSpPr>
            <p:cNvPr id="2158" name="Google Shape;2158;p68"/>
            <p:cNvSpPr/>
            <p:nvPr/>
          </p:nvSpPr>
          <p:spPr>
            <a:xfrm>
              <a:off x="5726657" y="3542317"/>
              <a:ext cx="980538" cy="943264"/>
            </a:xfrm>
            <a:custGeom>
              <a:avLst/>
              <a:gdLst/>
              <a:ahLst/>
              <a:cxnLst/>
              <a:rect l="l" t="t" r="r" b="b"/>
              <a:pathLst>
                <a:path w="30594" h="29431" extrusionOk="0">
                  <a:moveTo>
                    <a:pt x="15883" y="4542"/>
                  </a:moveTo>
                  <a:cubicBezTo>
                    <a:pt x="17192" y="4542"/>
                    <a:pt x="18511" y="4795"/>
                    <a:pt x="19766" y="5314"/>
                  </a:cubicBezTo>
                  <a:cubicBezTo>
                    <a:pt x="23576" y="6902"/>
                    <a:pt x="26049" y="10611"/>
                    <a:pt x="26049" y="14721"/>
                  </a:cubicBezTo>
                  <a:cubicBezTo>
                    <a:pt x="26049" y="20335"/>
                    <a:pt x="21504" y="24880"/>
                    <a:pt x="15873" y="24880"/>
                  </a:cubicBezTo>
                  <a:cubicBezTo>
                    <a:pt x="11763" y="24880"/>
                    <a:pt x="8054" y="22407"/>
                    <a:pt x="6483" y="18614"/>
                  </a:cubicBezTo>
                  <a:cubicBezTo>
                    <a:pt x="4912" y="14805"/>
                    <a:pt x="5781" y="10427"/>
                    <a:pt x="8688" y="7520"/>
                  </a:cubicBezTo>
                  <a:cubicBezTo>
                    <a:pt x="10634" y="5575"/>
                    <a:pt x="13237" y="4542"/>
                    <a:pt x="15883" y="4542"/>
                  </a:cubicBezTo>
                  <a:close/>
                  <a:moveTo>
                    <a:pt x="15873" y="1"/>
                  </a:moveTo>
                  <a:cubicBezTo>
                    <a:pt x="9925" y="1"/>
                    <a:pt x="4561" y="3593"/>
                    <a:pt x="2289" y="9090"/>
                  </a:cubicBezTo>
                  <a:cubicBezTo>
                    <a:pt x="0" y="14588"/>
                    <a:pt x="1270" y="20903"/>
                    <a:pt x="5480" y="25114"/>
                  </a:cubicBezTo>
                  <a:cubicBezTo>
                    <a:pt x="8286" y="27930"/>
                    <a:pt x="12048" y="29431"/>
                    <a:pt x="15877" y="29431"/>
                  </a:cubicBezTo>
                  <a:cubicBezTo>
                    <a:pt x="17772" y="29431"/>
                    <a:pt x="19684" y="29063"/>
                    <a:pt x="21504" y="28305"/>
                  </a:cubicBezTo>
                  <a:cubicBezTo>
                    <a:pt x="27001" y="26033"/>
                    <a:pt x="30593" y="20669"/>
                    <a:pt x="30593" y="14721"/>
                  </a:cubicBezTo>
                  <a:cubicBezTo>
                    <a:pt x="30593" y="6584"/>
                    <a:pt x="24010" y="1"/>
                    <a:pt x="15873"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59" name="Google Shape;2159;p68"/>
            <p:cNvSpPr/>
            <p:nvPr/>
          </p:nvSpPr>
          <p:spPr>
            <a:xfrm>
              <a:off x="5726657" y="3542317"/>
              <a:ext cx="980538" cy="943264"/>
            </a:xfrm>
            <a:custGeom>
              <a:avLst/>
              <a:gdLst/>
              <a:ahLst/>
              <a:cxnLst/>
              <a:rect l="l" t="t" r="r" b="b"/>
              <a:pathLst>
                <a:path w="30594" h="29431" extrusionOk="0">
                  <a:moveTo>
                    <a:pt x="15883" y="4542"/>
                  </a:moveTo>
                  <a:cubicBezTo>
                    <a:pt x="17192" y="4542"/>
                    <a:pt x="18511" y="4795"/>
                    <a:pt x="19766" y="5314"/>
                  </a:cubicBezTo>
                  <a:cubicBezTo>
                    <a:pt x="23576" y="6902"/>
                    <a:pt x="26049" y="10611"/>
                    <a:pt x="26049" y="14721"/>
                  </a:cubicBezTo>
                  <a:cubicBezTo>
                    <a:pt x="26049" y="20335"/>
                    <a:pt x="21504" y="24880"/>
                    <a:pt x="15873" y="24880"/>
                  </a:cubicBezTo>
                  <a:cubicBezTo>
                    <a:pt x="11763" y="24880"/>
                    <a:pt x="8054" y="22407"/>
                    <a:pt x="6483" y="18614"/>
                  </a:cubicBezTo>
                  <a:cubicBezTo>
                    <a:pt x="4912" y="14805"/>
                    <a:pt x="5781" y="10427"/>
                    <a:pt x="8688" y="7520"/>
                  </a:cubicBezTo>
                  <a:cubicBezTo>
                    <a:pt x="10634" y="5575"/>
                    <a:pt x="13237" y="4542"/>
                    <a:pt x="15883" y="4542"/>
                  </a:cubicBezTo>
                  <a:close/>
                  <a:moveTo>
                    <a:pt x="15873" y="1"/>
                  </a:moveTo>
                  <a:cubicBezTo>
                    <a:pt x="9925" y="1"/>
                    <a:pt x="4561" y="3593"/>
                    <a:pt x="2289" y="9090"/>
                  </a:cubicBezTo>
                  <a:cubicBezTo>
                    <a:pt x="0" y="14588"/>
                    <a:pt x="1270" y="20903"/>
                    <a:pt x="5480" y="25114"/>
                  </a:cubicBezTo>
                  <a:cubicBezTo>
                    <a:pt x="8286" y="27930"/>
                    <a:pt x="12048" y="29431"/>
                    <a:pt x="15877" y="29431"/>
                  </a:cubicBezTo>
                  <a:cubicBezTo>
                    <a:pt x="17772" y="29431"/>
                    <a:pt x="19684" y="29063"/>
                    <a:pt x="21504" y="28305"/>
                  </a:cubicBezTo>
                  <a:cubicBezTo>
                    <a:pt x="27001" y="26033"/>
                    <a:pt x="30593" y="20669"/>
                    <a:pt x="30593" y="14721"/>
                  </a:cubicBezTo>
                  <a:cubicBezTo>
                    <a:pt x="30593" y="6584"/>
                    <a:pt x="24010" y="1"/>
                    <a:pt x="15873" y="1"/>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0" name="Google Shape;2160;p68"/>
            <p:cNvSpPr/>
            <p:nvPr/>
          </p:nvSpPr>
          <p:spPr>
            <a:xfrm>
              <a:off x="5704670" y="3507126"/>
              <a:ext cx="1094091" cy="1016818"/>
            </a:xfrm>
            <a:custGeom>
              <a:avLst/>
              <a:gdLst/>
              <a:ahLst/>
              <a:cxnLst/>
              <a:rect l="l" t="t" r="r" b="b"/>
              <a:pathLst>
                <a:path w="34137" h="31726" extrusionOk="0">
                  <a:moveTo>
                    <a:pt x="16559" y="2285"/>
                  </a:moveTo>
                  <a:cubicBezTo>
                    <a:pt x="18380" y="2285"/>
                    <a:pt x="20168" y="2653"/>
                    <a:pt x="21822" y="3355"/>
                  </a:cubicBezTo>
                  <a:cubicBezTo>
                    <a:pt x="28205" y="6045"/>
                    <a:pt x="31497" y="13129"/>
                    <a:pt x="29458" y="19746"/>
                  </a:cubicBezTo>
                  <a:cubicBezTo>
                    <a:pt x="27689" y="25473"/>
                    <a:pt x="22397" y="29237"/>
                    <a:pt x="16596" y="29237"/>
                  </a:cubicBezTo>
                  <a:cubicBezTo>
                    <a:pt x="15712" y="29237"/>
                    <a:pt x="14816" y="29150"/>
                    <a:pt x="13919" y="28969"/>
                  </a:cubicBezTo>
                  <a:cubicBezTo>
                    <a:pt x="7136" y="27599"/>
                    <a:pt x="2491" y="21316"/>
                    <a:pt x="3176" y="14432"/>
                  </a:cubicBezTo>
                  <a:cubicBezTo>
                    <a:pt x="3861" y="7548"/>
                    <a:pt x="9642" y="2302"/>
                    <a:pt x="16559" y="2285"/>
                  </a:cubicBezTo>
                  <a:close/>
                  <a:moveTo>
                    <a:pt x="16592" y="0"/>
                  </a:moveTo>
                  <a:cubicBezTo>
                    <a:pt x="15555" y="0"/>
                    <a:pt x="14504" y="102"/>
                    <a:pt x="13451" y="314"/>
                  </a:cubicBezTo>
                  <a:cubicBezTo>
                    <a:pt x="5465" y="1934"/>
                    <a:pt x="1" y="9320"/>
                    <a:pt x="803" y="17423"/>
                  </a:cubicBezTo>
                  <a:cubicBezTo>
                    <a:pt x="1605" y="25527"/>
                    <a:pt x="8422" y="31709"/>
                    <a:pt x="16559" y="31726"/>
                  </a:cubicBezTo>
                  <a:cubicBezTo>
                    <a:pt x="18698" y="31726"/>
                    <a:pt x="20803" y="31308"/>
                    <a:pt x="22758" y="30473"/>
                  </a:cubicBezTo>
                  <a:cubicBezTo>
                    <a:pt x="30260" y="27298"/>
                    <a:pt x="34137" y="18960"/>
                    <a:pt x="31747" y="11174"/>
                  </a:cubicBezTo>
                  <a:cubicBezTo>
                    <a:pt x="29658" y="4429"/>
                    <a:pt x="23425" y="0"/>
                    <a:pt x="1659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1" name="Google Shape;2161;p68"/>
            <p:cNvSpPr/>
            <p:nvPr/>
          </p:nvSpPr>
          <p:spPr>
            <a:xfrm>
              <a:off x="5869087" y="3367772"/>
              <a:ext cx="732599" cy="1003550"/>
            </a:xfrm>
            <a:custGeom>
              <a:avLst/>
              <a:gdLst/>
              <a:ahLst/>
              <a:cxnLst/>
              <a:rect l="l" t="t" r="r" b="b"/>
              <a:pathLst>
                <a:path w="22858" h="31312" extrusionOk="0">
                  <a:moveTo>
                    <a:pt x="2991" y="0"/>
                  </a:moveTo>
                  <a:cubicBezTo>
                    <a:pt x="2423" y="0"/>
                    <a:pt x="1955" y="401"/>
                    <a:pt x="1855" y="952"/>
                  </a:cubicBezTo>
                  <a:lnTo>
                    <a:pt x="1237" y="4662"/>
                  </a:lnTo>
                  <a:cubicBezTo>
                    <a:pt x="418" y="9507"/>
                    <a:pt x="1" y="14436"/>
                    <a:pt x="1" y="19365"/>
                  </a:cubicBezTo>
                  <a:lnTo>
                    <a:pt x="1" y="20936"/>
                  </a:lnTo>
                  <a:cubicBezTo>
                    <a:pt x="1" y="26667"/>
                    <a:pt x="4645" y="31312"/>
                    <a:pt x="10377" y="31312"/>
                  </a:cubicBezTo>
                  <a:lnTo>
                    <a:pt x="12482" y="31312"/>
                  </a:lnTo>
                  <a:cubicBezTo>
                    <a:pt x="18213" y="31312"/>
                    <a:pt x="22858" y="26667"/>
                    <a:pt x="22858" y="20936"/>
                  </a:cubicBezTo>
                  <a:lnTo>
                    <a:pt x="22858"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2" name="Google Shape;2162;p68"/>
            <p:cNvSpPr/>
            <p:nvPr/>
          </p:nvSpPr>
          <p:spPr>
            <a:xfrm>
              <a:off x="6972761" y="2090772"/>
              <a:ext cx="654429" cy="842723"/>
            </a:xfrm>
            <a:custGeom>
              <a:avLst/>
              <a:gdLst/>
              <a:ahLst/>
              <a:cxnLst/>
              <a:rect l="l" t="t" r="r" b="b"/>
              <a:pathLst>
                <a:path w="20419" h="26294" extrusionOk="0">
                  <a:moveTo>
                    <a:pt x="15714" y="1"/>
                  </a:moveTo>
                  <a:cubicBezTo>
                    <a:pt x="14573" y="1"/>
                    <a:pt x="14075" y="847"/>
                    <a:pt x="13351" y="2584"/>
                  </a:cubicBezTo>
                  <a:cubicBezTo>
                    <a:pt x="12633" y="4255"/>
                    <a:pt x="8589" y="14848"/>
                    <a:pt x="8589" y="14848"/>
                  </a:cubicBezTo>
                  <a:lnTo>
                    <a:pt x="1" y="24339"/>
                  </a:lnTo>
                  <a:lnTo>
                    <a:pt x="2123" y="26293"/>
                  </a:lnTo>
                  <a:cubicBezTo>
                    <a:pt x="2123" y="26293"/>
                    <a:pt x="10594" y="20963"/>
                    <a:pt x="12482" y="17672"/>
                  </a:cubicBezTo>
                  <a:cubicBezTo>
                    <a:pt x="14370" y="14380"/>
                    <a:pt x="20419" y="863"/>
                    <a:pt x="16292" y="61"/>
                  </a:cubicBezTo>
                  <a:cubicBezTo>
                    <a:pt x="16082" y="21"/>
                    <a:pt x="15890" y="1"/>
                    <a:pt x="15714"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3" name="Google Shape;2163;p68"/>
            <p:cNvSpPr/>
            <p:nvPr/>
          </p:nvSpPr>
          <p:spPr>
            <a:xfrm>
              <a:off x="6893501" y="2835710"/>
              <a:ext cx="156404" cy="120796"/>
            </a:xfrm>
            <a:custGeom>
              <a:avLst/>
              <a:gdLst/>
              <a:ahLst/>
              <a:cxnLst/>
              <a:rect l="l" t="t" r="r" b="b"/>
              <a:pathLst>
                <a:path w="4880" h="3769" extrusionOk="0">
                  <a:moveTo>
                    <a:pt x="2264" y="1"/>
                  </a:moveTo>
                  <a:cubicBezTo>
                    <a:pt x="1708" y="1"/>
                    <a:pt x="1205" y="118"/>
                    <a:pt x="1037" y="461"/>
                  </a:cubicBezTo>
                  <a:cubicBezTo>
                    <a:pt x="853" y="811"/>
                    <a:pt x="903" y="1964"/>
                    <a:pt x="486" y="2148"/>
                  </a:cubicBezTo>
                  <a:cubicBezTo>
                    <a:pt x="235" y="2265"/>
                    <a:pt x="1" y="2399"/>
                    <a:pt x="18" y="2499"/>
                  </a:cubicBezTo>
                  <a:cubicBezTo>
                    <a:pt x="34" y="2700"/>
                    <a:pt x="385" y="2833"/>
                    <a:pt x="569" y="2867"/>
                  </a:cubicBezTo>
                  <a:cubicBezTo>
                    <a:pt x="595" y="2871"/>
                    <a:pt x="624" y="2873"/>
                    <a:pt x="655" y="2873"/>
                  </a:cubicBezTo>
                  <a:cubicBezTo>
                    <a:pt x="985" y="2873"/>
                    <a:pt x="1572" y="2649"/>
                    <a:pt x="1572" y="2649"/>
                  </a:cubicBezTo>
                  <a:cubicBezTo>
                    <a:pt x="1572" y="2649"/>
                    <a:pt x="2106" y="3602"/>
                    <a:pt x="2290" y="3618"/>
                  </a:cubicBezTo>
                  <a:cubicBezTo>
                    <a:pt x="2407" y="3618"/>
                    <a:pt x="2541" y="3585"/>
                    <a:pt x="2674" y="3552"/>
                  </a:cubicBezTo>
                  <a:cubicBezTo>
                    <a:pt x="2892" y="3518"/>
                    <a:pt x="3126" y="3468"/>
                    <a:pt x="3359" y="3435"/>
                  </a:cubicBezTo>
                  <a:lnTo>
                    <a:pt x="3627" y="3769"/>
                  </a:lnTo>
                  <a:cubicBezTo>
                    <a:pt x="3627" y="3769"/>
                    <a:pt x="4245" y="2783"/>
                    <a:pt x="4445" y="2432"/>
                  </a:cubicBezTo>
                  <a:cubicBezTo>
                    <a:pt x="4479" y="2382"/>
                    <a:pt x="4496" y="2332"/>
                    <a:pt x="4529" y="2265"/>
                  </a:cubicBezTo>
                  <a:cubicBezTo>
                    <a:pt x="4880" y="1630"/>
                    <a:pt x="4713" y="828"/>
                    <a:pt x="4128" y="394"/>
                  </a:cubicBezTo>
                  <a:cubicBezTo>
                    <a:pt x="3914" y="228"/>
                    <a:pt x="3038" y="1"/>
                    <a:pt x="2264"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4" name="Google Shape;2164;p68"/>
            <p:cNvSpPr/>
            <p:nvPr/>
          </p:nvSpPr>
          <p:spPr>
            <a:xfrm>
              <a:off x="7252845" y="2067888"/>
              <a:ext cx="348640" cy="467706"/>
            </a:xfrm>
            <a:custGeom>
              <a:avLst/>
              <a:gdLst/>
              <a:ahLst/>
              <a:cxnLst/>
              <a:rect l="l" t="t" r="r" b="b"/>
              <a:pathLst>
                <a:path w="10878" h="14593" extrusionOk="0">
                  <a:moveTo>
                    <a:pt x="7384" y="0"/>
                  </a:moveTo>
                  <a:cubicBezTo>
                    <a:pt x="6964" y="0"/>
                    <a:pt x="6534" y="98"/>
                    <a:pt x="6116" y="307"/>
                  </a:cubicBezTo>
                  <a:cubicBezTo>
                    <a:pt x="4428" y="1143"/>
                    <a:pt x="0" y="11134"/>
                    <a:pt x="0" y="11134"/>
                  </a:cubicBezTo>
                  <a:lnTo>
                    <a:pt x="6918" y="14593"/>
                  </a:lnTo>
                  <a:cubicBezTo>
                    <a:pt x="6918" y="14593"/>
                    <a:pt x="10878" y="4217"/>
                    <a:pt x="10260" y="2312"/>
                  </a:cubicBezTo>
                  <a:cubicBezTo>
                    <a:pt x="9808" y="884"/>
                    <a:pt x="8643" y="0"/>
                    <a:pt x="738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5" name="Google Shape;2165;p68"/>
            <p:cNvSpPr/>
            <p:nvPr/>
          </p:nvSpPr>
          <p:spPr>
            <a:xfrm>
              <a:off x="7094326" y="4352028"/>
              <a:ext cx="449854" cy="171916"/>
            </a:xfrm>
            <a:custGeom>
              <a:avLst/>
              <a:gdLst/>
              <a:ahLst/>
              <a:cxnLst/>
              <a:rect l="l" t="t" r="r" b="b"/>
              <a:pathLst>
                <a:path w="14036" h="5364" extrusionOk="0">
                  <a:moveTo>
                    <a:pt x="8472" y="0"/>
                  </a:moveTo>
                  <a:cubicBezTo>
                    <a:pt x="8472" y="0"/>
                    <a:pt x="8539" y="1354"/>
                    <a:pt x="5865" y="2473"/>
                  </a:cubicBezTo>
                  <a:cubicBezTo>
                    <a:pt x="4946" y="2841"/>
                    <a:pt x="4011" y="3125"/>
                    <a:pt x="3042" y="3309"/>
                  </a:cubicBezTo>
                  <a:cubicBezTo>
                    <a:pt x="803" y="3776"/>
                    <a:pt x="1" y="5364"/>
                    <a:pt x="1" y="5364"/>
                  </a:cubicBezTo>
                  <a:lnTo>
                    <a:pt x="13835" y="5364"/>
                  </a:lnTo>
                  <a:lnTo>
                    <a:pt x="13936" y="2941"/>
                  </a:lnTo>
                  <a:lnTo>
                    <a:pt x="14036" y="401"/>
                  </a:lnTo>
                  <a:lnTo>
                    <a:pt x="8472"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6" name="Google Shape;2166;p68"/>
            <p:cNvSpPr/>
            <p:nvPr/>
          </p:nvSpPr>
          <p:spPr>
            <a:xfrm>
              <a:off x="7094326" y="4431288"/>
              <a:ext cx="446649" cy="92657"/>
            </a:xfrm>
            <a:custGeom>
              <a:avLst/>
              <a:gdLst/>
              <a:ahLst/>
              <a:cxnLst/>
              <a:rect l="l" t="t" r="r" b="b"/>
              <a:pathLst>
                <a:path w="13936" h="2891" extrusionOk="0">
                  <a:moveTo>
                    <a:pt x="5865" y="0"/>
                  </a:moveTo>
                  <a:cubicBezTo>
                    <a:pt x="4946" y="368"/>
                    <a:pt x="4011" y="652"/>
                    <a:pt x="3042" y="836"/>
                  </a:cubicBezTo>
                  <a:cubicBezTo>
                    <a:pt x="803" y="1303"/>
                    <a:pt x="1" y="2891"/>
                    <a:pt x="1" y="2891"/>
                  </a:cubicBezTo>
                  <a:lnTo>
                    <a:pt x="13835" y="2891"/>
                  </a:lnTo>
                  <a:lnTo>
                    <a:pt x="13936" y="468"/>
                  </a:lnTo>
                  <a:lnTo>
                    <a:pt x="13936" y="468"/>
                  </a:lnTo>
                  <a:cubicBezTo>
                    <a:pt x="12666" y="836"/>
                    <a:pt x="10728" y="1638"/>
                    <a:pt x="7436" y="1905"/>
                  </a:cubicBezTo>
                  <a:cubicBezTo>
                    <a:pt x="7102" y="1237"/>
                    <a:pt x="6467" y="552"/>
                    <a:pt x="586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7" name="Google Shape;2167;p68"/>
            <p:cNvSpPr/>
            <p:nvPr/>
          </p:nvSpPr>
          <p:spPr>
            <a:xfrm>
              <a:off x="7310151" y="2876157"/>
              <a:ext cx="407003" cy="1536413"/>
            </a:xfrm>
            <a:custGeom>
              <a:avLst/>
              <a:gdLst/>
              <a:ahLst/>
              <a:cxnLst/>
              <a:rect l="l" t="t" r="r" b="b"/>
              <a:pathLst>
                <a:path w="12699" h="47938" extrusionOk="0">
                  <a:moveTo>
                    <a:pt x="12699" y="1"/>
                  </a:moveTo>
                  <a:lnTo>
                    <a:pt x="3426" y="285"/>
                  </a:lnTo>
                  <a:cubicBezTo>
                    <a:pt x="3426" y="285"/>
                    <a:pt x="3058" y="2290"/>
                    <a:pt x="2590" y="5164"/>
                  </a:cubicBezTo>
                  <a:cubicBezTo>
                    <a:pt x="2473" y="5832"/>
                    <a:pt x="2356" y="6534"/>
                    <a:pt x="2239" y="7286"/>
                  </a:cubicBezTo>
                  <a:cubicBezTo>
                    <a:pt x="1337" y="12900"/>
                    <a:pt x="217" y="20318"/>
                    <a:pt x="134" y="23359"/>
                  </a:cubicBezTo>
                  <a:cubicBezTo>
                    <a:pt x="0" y="28539"/>
                    <a:pt x="552" y="46150"/>
                    <a:pt x="552" y="46150"/>
                  </a:cubicBezTo>
                  <a:lnTo>
                    <a:pt x="8739" y="47937"/>
                  </a:lnTo>
                  <a:cubicBezTo>
                    <a:pt x="8739" y="47937"/>
                    <a:pt x="9558" y="28956"/>
                    <a:pt x="9558" y="24579"/>
                  </a:cubicBezTo>
                  <a:cubicBezTo>
                    <a:pt x="9892" y="21872"/>
                    <a:pt x="10961" y="13501"/>
                    <a:pt x="11763" y="7286"/>
                  </a:cubicBezTo>
                  <a:cubicBezTo>
                    <a:pt x="11863" y="6550"/>
                    <a:pt x="11947" y="5832"/>
                    <a:pt x="12030" y="5164"/>
                  </a:cubicBezTo>
                  <a:cubicBezTo>
                    <a:pt x="12431" y="2139"/>
                    <a:pt x="12699" y="1"/>
                    <a:pt x="1269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8" name="Google Shape;2168;p68"/>
            <p:cNvSpPr/>
            <p:nvPr/>
          </p:nvSpPr>
          <p:spPr>
            <a:xfrm>
              <a:off x="8127875" y="4137293"/>
              <a:ext cx="330435" cy="431649"/>
            </a:xfrm>
            <a:custGeom>
              <a:avLst/>
              <a:gdLst/>
              <a:ahLst/>
              <a:cxnLst/>
              <a:rect l="l" t="t" r="r" b="b"/>
              <a:pathLst>
                <a:path w="10310" h="13468" extrusionOk="0">
                  <a:moveTo>
                    <a:pt x="6918" y="0"/>
                  </a:moveTo>
                  <a:lnTo>
                    <a:pt x="2724" y="3659"/>
                  </a:lnTo>
                  <a:cubicBezTo>
                    <a:pt x="2724" y="3659"/>
                    <a:pt x="3726" y="4562"/>
                    <a:pt x="2640" y="7268"/>
                  </a:cubicBezTo>
                  <a:cubicBezTo>
                    <a:pt x="2273" y="8171"/>
                    <a:pt x="1805" y="9039"/>
                    <a:pt x="1253" y="9858"/>
                  </a:cubicBezTo>
                  <a:cubicBezTo>
                    <a:pt x="0" y="11780"/>
                    <a:pt x="568" y="13467"/>
                    <a:pt x="568" y="13467"/>
                  </a:cubicBezTo>
                  <a:lnTo>
                    <a:pt x="10309" y="3626"/>
                  </a:lnTo>
                  <a:lnTo>
                    <a:pt x="8655" y="1872"/>
                  </a:lnTo>
                  <a:lnTo>
                    <a:pt x="6918"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69" name="Google Shape;2169;p68"/>
            <p:cNvSpPr/>
            <p:nvPr/>
          </p:nvSpPr>
          <p:spPr>
            <a:xfrm>
              <a:off x="8127875" y="4197258"/>
              <a:ext cx="330435" cy="371684"/>
            </a:xfrm>
            <a:custGeom>
              <a:avLst/>
              <a:gdLst/>
              <a:ahLst/>
              <a:cxnLst/>
              <a:rect l="l" t="t" r="r" b="b"/>
              <a:pathLst>
                <a:path w="10310" h="11597" extrusionOk="0">
                  <a:moveTo>
                    <a:pt x="8655" y="1"/>
                  </a:moveTo>
                  <a:lnTo>
                    <a:pt x="8666" y="12"/>
                  </a:lnTo>
                  <a:lnTo>
                    <a:pt x="8666" y="12"/>
                  </a:lnTo>
                  <a:cubicBezTo>
                    <a:pt x="8668" y="8"/>
                    <a:pt x="8670" y="4"/>
                    <a:pt x="8672" y="1"/>
                  </a:cubicBezTo>
                  <a:close/>
                  <a:moveTo>
                    <a:pt x="8666" y="12"/>
                  </a:moveTo>
                  <a:cubicBezTo>
                    <a:pt x="8015" y="1166"/>
                    <a:pt x="7212" y="3100"/>
                    <a:pt x="5096" y="5615"/>
                  </a:cubicBezTo>
                  <a:cubicBezTo>
                    <a:pt x="4549" y="5436"/>
                    <a:pt x="3886" y="5384"/>
                    <a:pt x="3239" y="5384"/>
                  </a:cubicBezTo>
                  <a:cubicBezTo>
                    <a:pt x="3036" y="5384"/>
                    <a:pt x="2835" y="5389"/>
                    <a:pt x="2640" y="5397"/>
                  </a:cubicBezTo>
                  <a:cubicBezTo>
                    <a:pt x="2273" y="6300"/>
                    <a:pt x="1805" y="7168"/>
                    <a:pt x="1253" y="7987"/>
                  </a:cubicBezTo>
                  <a:cubicBezTo>
                    <a:pt x="0" y="9909"/>
                    <a:pt x="568" y="11596"/>
                    <a:pt x="568" y="11596"/>
                  </a:cubicBezTo>
                  <a:lnTo>
                    <a:pt x="10309" y="1755"/>
                  </a:lnTo>
                  <a:lnTo>
                    <a:pt x="8666" y="12"/>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0" name="Google Shape;2170;p68"/>
            <p:cNvSpPr/>
            <p:nvPr/>
          </p:nvSpPr>
          <p:spPr>
            <a:xfrm>
              <a:off x="7612703" y="2958622"/>
              <a:ext cx="792596" cy="1323280"/>
            </a:xfrm>
            <a:custGeom>
              <a:avLst/>
              <a:gdLst/>
              <a:ahLst/>
              <a:cxnLst/>
              <a:rect l="l" t="t" r="r" b="b"/>
              <a:pathLst>
                <a:path w="24730" h="41288" extrusionOk="0">
                  <a:moveTo>
                    <a:pt x="1" y="1"/>
                  </a:moveTo>
                  <a:cubicBezTo>
                    <a:pt x="1" y="1"/>
                    <a:pt x="168" y="1939"/>
                    <a:pt x="418" y="4713"/>
                  </a:cubicBezTo>
                  <a:cubicBezTo>
                    <a:pt x="970" y="10794"/>
                    <a:pt x="1989" y="20803"/>
                    <a:pt x="2891" y="22774"/>
                  </a:cubicBezTo>
                  <a:cubicBezTo>
                    <a:pt x="3944" y="25147"/>
                    <a:pt x="18046" y="41287"/>
                    <a:pt x="18046" y="41287"/>
                  </a:cubicBezTo>
                  <a:lnTo>
                    <a:pt x="24729" y="38648"/>
                  </a:lnTo>
                  <a:lnTo>
                    <a:pt x="12098" y="20452"/>
                  </a:lnTo>
                  <a:lnTo>
                    <a:pt x="10443" y="4713"/>
                  </a:lnTo>
                  <a:lnTo>
                    <a:pt x="9959"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1" name="Google Shape;2171;p68"/>
            <p:cNvSpPr/>
            <p:nvPr/>
          </p:nvSpPr>
          <p:spPr>
            <a:xfrm>
              <a:off x="7612703" y="2958622"/>
              <a:ext cx="334730" cy="151468"/>
            </a:xfrm>
            <a:custGeom>
              <a:avLst/>
              <a:gdLst/>
              <a:ahLst/>
              <a:cxnLst/>
              <a:rect l="l" t="t" r="r" b="b"/>
              <a:pathLst>
                <a:path w="10444" h="4726" extrusionOk="0">
                  <a:moveTo>
                    <a:pt x="1" y="1"/>
                  </a:moveTo>
                  <a:cubicBezTo>
                    <a:pt x="1" y="1"/>
                    <a:pt x="151" y="1939"/>
                    <a:pt x="418" y="4713"/>
                  </a:cubicBezTo>
                  <a:cubicBezTo>
                    <a:pt x="1964" y="4721"/>
                    <a:pt x="3580" y="4725"/>
                    <a:pt x="5255" y="4725"/>
                  </a:cubicBezTo>
                  <a:cubicBezTo>
                    <a:pt x="6930" y="4725"/>
                    <a:pt x="8664" y="4721"/>
                    <a:pt x="10443" y="4713"/>
                  </a:cubicBezTo>
                  <a:lnTo>
                    <a:pt x="9959"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2" name="Google Shape;2172;p68"/>
            <p:cNvSpPr/>
            <p:nvPr/>
          </p:nvSpPr>
          <p:spPr>
            <a:xfrm>
              <a:off x="7302106" y="2043434"/>
              <a:ext cx="734233" cy="974128"/>
            </a:xfrm>
            <a:custGeom>
              <a:avLst/>
              <a:gdLst/>
              <a:ahLst/>
              <a:cxnLst/>
              <a:rect l="l" t="t" r="r" b="b"/>
              <a:pathLst>
                <a:path w="22909" h="30394" extrusionOk="0">
                  <a:moveTo>
                    <a:pt x="15172" y="1"/>
                  </a:moveTo>
                  <a:cubicBezTo>
                    <a:pt x="12833" y="1"/>
                    <a:pt x="8037" y="118"/>
                    <a:pt x="7904" y="118"/>
                  </a:cubicBezTo>
                  <a:cubicBezTo>
                    <a:pt x="7904" y="118"/>
                    <a:pt x="7486" y="168"/>
                    <a:pt x="6935" y="268"/>
                  </a:cubicBezTo>
                  <a:cubicBezTo>
                    <a:pt x="6083" y="452"/>
                    <a:pt x="4880" y="786"/>
                    <a:pt x="4362" y="1388"/>
                  </a:cubicBezTo>
                  <a:cubicBezTo>
                    <a:pt x="3526" y="2373"/>
                    <a:pt x="4144" y="16626"/>
                    <a:pt x="4144" y="16626"/>
                  </a:cubicBezTo>
                  <a:cubicBezTo>
                    <a:pt x="4128" y="16693"/>
                    <a:pt x="1020" y="25799"/>
                    <a:pt x="1" y="30394"/>
                  </a:cubicBezTo>
                  <a:lnTo>
                    <a:pt x="22407" y="30394"/>
                  </a:lnTo>
                  <a:cubicBezTo>
                    <a:pt x="22407" y="30394"/>
                    <a:pt x="21688" y="25765"/>
                    <a:pt x="20987" y="22223"/>
                  </a:cubicBezTo>
                  <a:cubicBezTo>
                    <a:pt x="20469" y="19683"/>
                    <a:pt x="20485" y="17060"/>
                    <a:pt x="21020" y="14521"/>
                  </a:cubicBezTo>
                  <a:cubicBezTo>
                    <a:pt x="21972" y="9976"/>
                    <a:pt x="22908" y="4612"/>
                    <a:pt x="21822" y="2774"/>
                  </a:cubicBezTo>
                  <a:cubicBezTo>
                    <a:pt x="20552" y="602"/>
                    <a:pt x="18163" y="536"/>
                    <a:pt x="16058" y="185"/>
                  </a:cubicBezTo>
                  <a:cubicBezTo>
                    <a:pt x="15757" y="135"/>
                    <a:pt x="15456" y="68"/>
                    <a:pt x="15172"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3" name="Google Shape;2173;p68"/>
            <p:cNvSpPr/>
            <p:nvPr/>
          </p:nvSpPr>
          <p:spPr>
            <a:xfrm>
              <a:off x="7747665" y="2758886"/>
              <a:ext cx="139802" cy="160699"/>
            </a:xfrm>
            <a:custGeom>
              <a:avLst/>
              <a:gdLst/>
              <a:ahLst/>
              <a:cxnLst/>
              <a:rect l="l" t="t" r="r" b="b"/>
              <a:pathLst>
                <a:path w="4362" h="5014" extrusionOk="0">
                  <a:moveTo>
                    <a:pt x="0" y="0"/>
                  </a:moveTo>
                  <a:lnTo>
                    <a:pt x="0" y="3493"/>
                  </a:lnTo>
                  <a:cubicBezTo>
                    <a:pt x="0" y="3493"/>
                    <a:pt x="100" y="4512"/>
                    <a:pt x="1454" y="4896"/>
                  </a:cubicBezTo>
                  <a:cubicBezTo>
                    <a:pt x="1729" y="4977"/>
                    <a:pt x="2000" y="5013"/>
                    <a:pt x="2259" y="5013"/>
                  </a:cubicBezTo>
                  <a:cubicBezTo>
                    <a:pt x="3276" y="5013"/>
                    <a:pt x="4104" y="4460"/>
                    <a:pt x="4211" y="3927"/>
                  </a:cubicBezTo>
                  <a:cubicBezTo>
                    <a:pt x="4361" y="3208"/>
                    <a:pt x="4278" y="168"/>
                    <a:pt x="4261" y="101"/>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4" name="Google Shape;2174;p68"/>
            <p:cNvSpPr/>
            <p:nvPr/>
          </p:nvSpPr>
          <p:spPr>
            <a:xfrm>
              <a:off x="7424217" y="2758886"/>
              <a:ext cx="139802" cy="160699"/>
            </a:xfrm>
            <a:custGeom>
              <a:avLst/>
              <a:gdLst/>
              <a:ahLst/>
              <a:cxnLst/>
              <a:rect l="l" t="t" r="r" b="b"/>
              <a:pathLst>
                <a:path w="4362" h="5014" extrusionOk="0">
                  <a:moveTo>
                    <a:pt x="0" y="0"/>
                  </a:moveTo>
                  <a:lnTo>
                    <a:pt x="0" y="3493"/>
                  </a:lnTo>
                  <a:cubicBezTo>
                    <a:pt x="0" y="3493"/>
                    <a:pt x="84" y="4512"/>
                    <a:pt x="1454" y="4896"/>
                  </a:cubicBezTo>
                  <a:cubicBezTo>
                    <a:pt x="1729" y="4977"/>
                    <a:pt x="2000" y="5013"/>
                    <a:pt x="2259" y="5013"/>
                  </a:cubicBezTo>
                  <a:cubicBezTo>
                    <a:pt x="3276" y="5013"/>
                    <a:pt x="4104" y="4460"/>
                    <a:pt x="4211" y="3927"/>
                  </a:cubicBezTo>
                  <a:cubicBezTo>
                    <a:pt x="4361" y="3208"/>
                    <a:pt x="4278" y="168"/>
                    <a:pt x="4261" y="101"/>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5" name="Google Shape;2175;p68"/>
            <p:cNvSpPr/>
            <p:nvPr/>
          </p:nvSpPr>
          <p:spPr>
            <a:xfrm>
              <a:off x="7524341" y="2043434"/>
              <a:ext cx="292424" cy="207812"/>
            </a:xfrm>
            <a:custGeom>
              <a:avLst/>
              <a:gdLst/>
              <a:ahLst/>
              <a:cxnLst/>
              <a:rect l="l" t="t" r="r" b="b"/>
              <a:pathLst>
                <a:path w="9124" h="6484" extrusionOk="0">
                  <a:moveTo>
                    <a:pt x="8238" y="1"/>
                  </a:moveTo>
                  <a:cubicBezTo>
                    <a:pt x="5899" y="1"/>
                    <a:pt x="1103" y="118"/>
                    <a:pt x="970" y="118"/>
                  </a:cubicBezTo>
                  <a:cubicBezTo>
                    <a:pt x="970" y="118"/>
                    <a:pt x="552" y="168"/>
                    <a:pt x="1" y="268"/>
                  </a:cubicBezTo>
                  <a:cubicBezTo>
                    <a:pt x="519" y="2190"/>
                    <a:pt x="1638" y="5982"/>
                    <a:pt x="2774" y="6484"/>
                  </a:cubicBezTo>
                  <a:cubicBezTo>
                    <a:pt x="4629" y="6283"/>
                    <a:pt x="7887" y="2691"/>
                    <a:pt x="9124" y="185"/>
                  </a:cubicBezTo>
                  <a:cubicBezTo>
                    <a:pt x="8823" y="135"/>
                    <a:pt x="8522" y="68"/>
                    <a:pt x="823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6" name="Google Shape;2176;p68"/>
            <p:cNvSpPr/>
            <p:nvPr/>
          </p:nvSpPr>
          <p:spPr>
            <a:xfrm>
              <a:off x="7451523" y="1572940"/>
              <a:ext cx="424695" cy="431457"/>
            </a:xfrm>
            <a:custGeom>
              <a:avLst/>
              <a:gdLst/>
              <a:ahLst/>
              <a:cxnLst/>
              <a:rect l="l" t="t" r="r" b="b"/>
              <a:pathLst>
                <a:path w="13251" h="13462" extrusionOk="0">
                  <a:moveTo>
                    <a:pt x="5495" y="0"/>
                  </a:moveTo>
                  <a:cubicBezTo>
                    <a:pt x="3163" y="0"/>
                    <a:pt x="950" y="1046"/>
                    <a:pt x="301" y="3603"/>
                  </a:cubicBezTo>
                  <a:cubicBezTo>
                    <a:pt x="0" y="4773"/>
                    <a:pt x="84" y="6009"/>
                    <a:pt x="167" y="7212"/>
                  </a:cubicBezTo>
                  <a:cubicBezTo>
                    <a:pt x="268" y="8833"/>
                    <a:pt x="435" y="10571"/>
                    <a:pt x="1487" y="11807"/>
                  </a:cubicBezTo>
                  <a:cubicBezTo>
                    <a:pt x="2599" y="13082"/>
                    <a:pt x="4415" y="13462"/>
                    <a:pt x="6105" y="13462"/>
                  </a:cubicBezTo>
                  <a:cubicBezTo>
                    <a:pt x="6142" y="13462"/>
                    <a:pt x="6179" y="13461"/>
                    <a:pt x="6216" y="13461"/>
                  </a:cubicBezTo>
                  <a:cubicBezTo>
                    <a:pt x="7502" y="13444"/>
                    <a:pt x="8822" y="13244"/>
                    <a:pt x="9959" y="12642"/>
                  </a:cubicBezTo>
                  <a:cubicBezTo>
                    <a:pt x="11980" y="11590"/>
                    <a:pt x="13250" y="9284"/>
                    <a:pt x="13200" y="6995"/>
                  </a:cubicBezTo>
                  <a:cubicBezTo>
                    <a:pt x="13133" y="4723"/>
                    <a:pt x="11830" y="2534"/>
                    <a:pt x="9925" y="1281"/>
                  </a:cubicBezTo>
                  <a:cubicBezTo>
                    <a:pt x="8688" y="474"/>
                    <a:pt x="7065" y="0"/>
                    <a:pt x="5495"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7" name="Google Shape;2177;p68"/>
            <p:cNvSpPr/>
            <p:nvPr/>
          </p:nvSpPr>
          <p:spPr>
            <a:xfrm>
              <a:off x="7500175" y="1755625"/>
              <a:ext cx="286591" cy="228420"/>
            </a:xfrm>
            <a:custGeom>
              <a:avLst/>
              <a:gdLst/>
              <a:ahLst/>
              <a:cxnLst/>
              <a:rect l="l" t="t" r="r" b="b"/>
              <a:pathLst>
                <a:path w="8942" h="7127" extrusionOk="0">
                  <a:moveTo>
                    <a:pt x="4286" y="1"/>
                  </a:moveTo>
                  <a:cubicBezTo>
                    <a:pt x="1835" y="1"/>
                    <a:pt x="0" y="1783"/>
                    <a:pt x="136" y="3768"/>
                  </a:cubicBezTo>
                  <a:cubicBezTo>
                    <a:pt x="320" y="6441"/>
                    <a:pt x="2609" y="7093"/>
                    <a:pt x="4915" y="7126"/>
                  </a:cubicBezTo>
                  <a:cubicBezTo>
                    <a:pt x="4928" y="7126"/>
                    <a:pt x="4941" y="7126"/>
                    <a:pt x="4954" y="7126"/>
                  </a:cubicBezTo>
                  <a:cubicBezTo>
                    <a:pt x="7257" y="7126"/>
                    <a:pt x="8941" y="5662"/>
                    <a:pt x="8808" y="3851"/>
                  </a:cubicBezTo>
                  <a:cubicBezTo>
                    <a:pt x="8675" y="2013"/>
                    <a:pt x="7004" y="710"/>
                    <a:pt x="7004" y="710"/>
                  </a:cubicBezTo>
                  <a:cubicBezTo>
                    <a:pt x="6061" y="215"/>
                    <a:pt x="5137" y="1"/>
                    <a:pt x="4286" y="1"/>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8" name="Google Shape;2178;p68"/>
            <p:cNvSpPr/>
            <p:nvPr/>
          </p:nvSpPr>
          <p:spPr>
            <a:xfrm>
              <a:off x="7486875" y="1710210"/>
              <a:ext cx="308481" cy="507319"/>
            </a:xfrm>
            <a:custGeom>
              <a:avLst/>
              <a:gdLst/>
              <a:ahLst/>
              <a:cxnLst/>
              <a:rect l="l" t="t" r="r" b="b"/>
              <a:pathLst>
                <a:path w="9625" h="15829" extrusionOk="0">
                  <a:moveTo>
                    <a:pt x="2710" y="0"/>
                  </a:moveTo>
                  <a:cubicBezTo>
                    <a:pt x="2301" y="0"/>
                    <a:pt x="1900" y="85"/>
                    <a:pt x="1537" y="289"/>
                  </a:cubicBezTo>
                  <a:cubicBezTo>
                    <a:pt x="1370" y="373"/>
                    <a:pt x="1237" y="490"/>
                    <a:pt x="1103" y="623"/>
                  </a:cubicBezTo>
                  <a:cubicBezTo>
                    <a:pt x="401" y="1375"/>
                    <a:pt x="886" y="2361"/>
                    <a:pt x="501" y="3230"/>
                  </a:cubicBezTo>
                  <a:cubicBezTo>
                    <a:pt x="384" y="3481"/>
                    <a:pt x="0" y="3648"/>
                    <a:pt x="0" y="3915"/>
                  </a:cubicBezTo>
                  <a:cubicBezTo>
                    <a:pt x="17" y="4132"/>
                    <a:pt x="585" y="4182"/>
                    <a:pt x="602" y="4800"/>
                  </a:cubicBezTo>
                  <a:cubicBezTo>
                    <a:pt x="618" y="5452"/>
                    <a:pt x="719" y="6438"/>
                    <a:pt x="952" y="6622"/>
                  </a:cubicBezTo>
                  <a:cubicBezTo>
                    <a:pt x="1167" y="6815"/>
                    <a:pt x="1541" y="6912"/>
                    <a:pt x="2029" y="6912"/>
                  </a:cubicBezTo>
                  <a:cubicBezTo>
                    <a:pt x="2300" y="6912"/>
                    <a:pt x="2607" y="6882"/>
                    <a:pt x="2941" y="6822"/>
                  </a:cubicBezTo>
                  <a:cubicBezTo>
                    <a:pt x="3041" y="6806"/>
                    <a:pt x="3125" y="6789"/>
                    <a:pt x="3208" y="6789"/>
                  </a:cubicBezTo>
                  <a:cubicBezTo>
                    <a:pt x="3219" y="6788"/>
                    <a:pt x="3230" y="6788"/>
                    <a:pt x="3241" y="6788"/>
                  </a:cubicBezTo>
                  <a:cubicBezTo>
                    <a:pt x="3878" y="6788"/>
                    <a:pt x="3927" y="8213"/>
                    <a:pt x="3943" y="8460"/>
                  </a:cubicBezTo>
                  <a:cubicBezTo>
                    <a:pt x="3993" y="9011"/>
                    <a:pt x="3810" y="9562"/>
                    <a:pt x="3442" y="9980"/>
                  </a:cubicBezTo>
                  <a:cubicBezTo>
                    <a:pt x="3091" y="10364"/>
                    <a:pt x="2139" y="10515"/>
                    <a:pt x="2139" y="10515"/>
                  </a:cubicBezTo>
                  <a:cubicBezTo>
                    <a:pt x="2139" y="10515"/>
                    <a:pt x="3225" y="15577"/>
                    <a:pt x="4244" y="15828"/>
                  </a:cubicBezTo>
                  <a:cubicBezTo>
                    <a:pt x="5631" y="15260"/>
                    <a:pt x="8705" y="12169"/>
                    <a:pt x="9624" y="10465"/>
                  </a:cubicBezTo>
                  <a:cubicBezTo>
                    <a:pt x="8588" y="10131"/>
                    <a:pt x="7569" y="9562"/>
                    <a:pt x="7218" y="8577"/>
                  </a:cubicBezTo>
                  <a:cubicBezTo>
                    <a:pt x="6884" y="7591"/>
                    <a:pt x="7168" y="3915"/>
                    <a:pt x="7168" y="3915"/>
                  </a:cubicBezTo>
                  <a:lnTo>
                    <a:pt x="7168" y="3915"/>
                  </a:lnTo>
                  <a:cubicBezTo>
                    <a:pt x="7168" y="3915"/>
                    <a:pt x="7248" y="3960"/>
                    <a:pt x="7396" y="3960"/>
                  </a:cubicBezTo>
                  <a:cubicBezTo>
                    <a:pt x="7519" y="3960"/>
                    <a:pt x="7691" y="3929"/>
                    <a:pt x="7903" y="3815"/>
                  </a:cubicBezTo>
                  <a:cubicBezTo>
                    <a:pt x="8371" y="3581"/>
                    <a:pt x="8755" y="1409"/>
                    <a:pt x="8004" y="1225"/>
                  </a:cubicBezTo>
                  <a:cubicBezTo>
                    <a:pt x="7927" y="1204"/>
                    <a:pt x="7850" y="1194"/>
                    <a:pt x="7773" y="1194"/>
                  </a:cubicBezTo>
                  <a:cubicBezTo>
                    <a:pt x="7478" y="1194"/>
                    <a:pt x="7190" y="1341"/>
                    <a:pt x="7018" y="1592"/>
                  </a:cubicBezTo>
                  <a:cubicBezTo>
                    <a:pt x="6951" y="1726"/>
                    <a:pt x="6834" y="1826"/>
                    <a:pt x="6784" y="1960"/>
                  </a:cubicBezTo>
                  <a:cubicBezTo>
                    <a:pt x="6700" y="2144"/>
                    <a:pt x="6633" y="2328"/>
                    <a:pt x="6583" y="2511"/>
                  </a:cubicBezTo>
                  <a:cubicBezTo>
                    <a:pt x="6132" y="1643"/>
                    <a:pt x="5414" y="924"/>
                    <a:pt x="4528" y="473"/>
                  </a:cubicBezTo>
                  <a:cubicBezTo>
                    <a:pt x="3982" y="200"/>
                    <a:pt x="3337" y="0"/>
                    <a:pt x="2710"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79" name="Google Shape;2179;p68"/>
            <p:cNvSpPr/>
            <p:nvPr/>
          </p:nvSpPr>
          <p:spPr>
            <a:xfrm>
              <a:off x="7555397" y="1814790"/>
              <a:ext cx="239958" cy="402740"/>
            </a:xfrm>
            <a:custGeom>
              <a:avLst/>
              <a:gdLst/>
              <a:ahLst/>
              <a:cxnLst/>
              <a:rect l="l" t="t" r="r" b="b"/>
              <a:pathLst>
                <a:path w="7487" h="12566" extrusionOk="0">
                  <a:moveTo>
                    <a:pt x="4579" y="0"/>
                  </a:moveTo>
                  <a:cubicBezTo>
                    <a:pt x="4512" y="318"/>
                    <a:pt x="4445" y="535"/>
                    <a:pt x="4412" y="685"/>
                  </a:cubicBezTo>
                  <a:cubicBezTo>
                    <a:pt x="3727" y="2857"/>
                    <a:pt x="1789" y="3392"/>
                    <a:pt x="1070" y="3526"/>
                  </a:cubicBezTo>
                  <a:cubicBezTo>
                    <a:pt x="1081" y="3525"/>
                    <a:pt x="1092" y="3525"/>
                    <a:pt x="1103" y="3525"/>
                  </a:cubicBezTo>
                  <a:cubicBezTo>
                    <a:pt x="1740" y="3525"/>
                    <a:pt x="1789" y="4950"/>
                    <a:pt x="1805" y="5197"/>
                  </a:cubicBezTo>
                  <a:cubicBezTo>
                    <a:pt x="1855" y="5748"/>
                    <a:pt x="1672" y="6299"/>
                    <a:pt x="1304" y="6717"/>
                  </a:cubicBezTo>
                  <a:cubicBezTo>
                    <a:pt x="953" y="7101"/>
                    <a:pt x="1" y="7252"/>
                    <a:pt x="1" y="7252"/>
                  </a:cubicBezTo>
                  <a:cubicBezTo>
                    <a:pt x="1" y="7252"/>
                    <a:pt x="1087" y="12314"/>
                    <a:pt x="2106" y="12565"/>
                  </a:cubicBezTo>
                  <a:cubicBezTo>
                    <a:pt x="3493" y="11997"/>
                    <a:pt x="6567" y="8906"/>
                    <a:pt x="7486" y="7202"/>
                  </a:cubicBezTo>
                  <a:cubicBezTo>
                    <a:pt x="6450" y="6868"/>
                    <a:pt x="5431" y="6299"/>
                    <a:pt x="5080" y="5314"/>
                  </a:cubicBezTo>
                  <a:cubicBezTo>
                    <a:pt x="4746" y="4311"/>
                    <a:pt x="5030" y="652"/>
                    <a:pt x="5030" y="652"/>
                  </a:cubicBezTo>
                  <a:cubicBezTo>
                    <a:pt x="5030" y="652"/>
                    <a:pt x="4679" y="552"/>
                    <a:pt x="4579"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0" name="Google Shape;2180;p68"/>
            <p:cNvSpPr/>
            <p:nvPr/>
          </p:nvSpPr>
          <p:spPr>
            <a:xfrm>
              <a:off x="7709622" y="1763798"/>
              <a:ext cx="33236" cy="54773"/>
            </a:xfrm>
            <a:custGeom>
              <a:avLst/>
              <a:gdLst/>
              <a:ahLst/>
              <a:cxnLst/>
              <a:rect l="l" t="t" r="r" b="b"/>
              <a:pathLst>
                <a:path w="1037" h="1709" extrusionOk="0">
                  <a:moveTo>
                    <a:pt x="819" y="0"/>
                  </a:moveTo>
                  <a:cubicBezTo>
                    <a:pt x="736" y="0"/>
                    <a:pt x="630" y="29"/>
                    <a:pt x="502" y="121"/>
                  </a:cubicBezTo>
                  <a:cubicBezTo>
                    <a:pt x="68" y="438"/>
                    <a:pt x="1" y="1708"/>
                    <a:pt x="469" y="1708"/>
                  </a:cubicBezTo>
                  <a:cubicBezTo>
                    <a:pt x="937" y="1708"/>
                    <a:pt x="953" y="923"/>
                    <a:pt x="636" y="839"/>
                  </a:cubicBezTo>
                  <a:cubicBezTo>
                    <a:pt x="569" y="823"/>
                    <a:pt x="502" y="806"/>
                    <a:pt x="435" y="806"/>
                  </a:cubicBezTo>
                  <a:cubicBezTo>
                    <a:pt x="435" y="806"/>
                    <a:pt x="501" y="87"/>
                    <a:pt x="1019" y="87"/>
                  </a:cubicBezTo>
                  <a:cubicBezTo>
                    <a:pt x="1025" y="87"/>
                    <a:pt x="1031" y="87"/>
                    <a:pt x="1037" y="88"/>
                  </a:cubicBezTo>
                  <a:cubicBezTo>
                    <a:pt x="1037" y="88"/>
                    <a:pt x="963" y="0"/>
                    <a:pt x="819"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1" name="Google Shape;2181;p68"/>
            <p:cNvSpPr/>
            <p:nvPr/>
          </p:nvSpPr>
          <p:spPr>
            <a:xfrm>
              <a:off x="7529693" y="1749440"/>
              <a:ext cx="41280" cy="20384"/>
            </a:xfrm>
            <a:custGeom>
              <a:avLst/>
              <a:gdLst/>
              <a:ahLst/>
              <a:cxnLst/>
              <a:rect l="l" t="t" r="r" b="b"/>
              <a:pathLst>
                <a:path w="1288" h="636" extrusionOk="0">
                  <a:moveTo>
                    <a:pt x="657" y="1"/>
                  </a:moveTo>
                  <a:cubicBezTo>
                    <a:pt x="385" y="1"/>
                    <a:pt x="109" y="176"/>
                    <a:pt x="1" y="419"/>
                  </a:cubicBezTo>
                  <a:cubicBezTo>
                    <a:pt x="112" y="397"/>
                    <a:pt x="226" y="387"/>
                    <a:pt x="340" y="387"/>
                  </a:cubicBezTo>
                  <a:cubicBezTo>
                    <a:pt x="670" y="387"/>
                    <a:pt x="1002" y="474"/>
                    <a:pt x="1287" y="636"/>
                  </a:cubicBezTo>
                  <a:cubicBezTo>
                    <a:pt x="1195" y="176"/>
                    <a:pt x="928" y="1"/>
                    <a:pt x="657" y="1"/>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2" name="Google Shape;2182;p68"/>
            <p:cNvSpPr/>
            <p:nvPr/>
          </p:nvSpPr>
          <p:spPr>
            <a:xfrm>
              <a:off x="7536135" y="1782964"/>
              <a:ext cx="24134" cy="24358"/>
            </a:xfrm>
            <a:custGeom>
              <a:avLst/>
              <a:gdLst/>
              <a:ahLst/>
              <a:cxnLst/>
              <a:rect l="l" t="t" r="r" b="b"/>
              <a:pathLst>
                <a:path w="753" h="760" extrusionOk="0">
                  <a:moveTo>
                    <a:pt x="328" y="1"/>
                  </a:moveTo>
                  <a:cubicBezTo>
                    <a:pt x="292" y="1"/>
                    <a:pt x="259" y="16"/>
                    <a:pt x="234" y="41"/>
                  </a:cubicBezTo>
                  <a:cubicBezTo>
                    <a:pt x="184" y="58"/>
                    <a:pt x="134" y="74"/>
                    <a:pt x="101" y="124"/>
                  </a:cubicBezTo>
                  <a:cubicBezTo>
                    <a:pt x="67" y="158"/>
                    <a:pt x="50" y="191"/>
                    <a:pt x="34" y="241"/>
                  </a:cubicBezTo>
                  <a:cubicBezTo>
                    <a:pt x="17" y="292"/>
                    <a:pt x="0" y="342"/>
                    <a:pt x="0" y="392"/>
                  </a:cubicBezTo>
                  <a:cubicBezTo>
                    <a:pt x="0" y="409"/>
                    <a:pt x="17" y="442"/>
                    <a:pt x="17" y="475"/>
                  </a:cubicBezTo>
                  <a:cubicBezTo>
                    <a:pt x="34" y="542"/>
                    <a:pt x="67" y="609"/>
                    <a:pt x="117" y="642"/>
                  </a:cubicBezTo>
                  <a:lnTo>
                    <a:pt x="201" y="709"/>
                  </a:lnTo>
                  <a:cubicBezTo>
                    <a:pt x="251" y="743"/>
                    <a:pt x="318" y="759"/>
                    <a:pt x="385" y="759"/>
                  </a:cubicBezTo>
                  <a:cubicBezTo>
                    <a:pt x="485" y="743"/>
                    <a:pt x="585" y="709"/>
                    <a:pt x="652" y="642"/>
                  </a:cubicBezTo>
                  <a:cubicBezTo>
                    <a:pt x="685" y="609"/>
                    <a:pt x="719" y="559"/>
                    <a:pt x="735" y="509"/>
                  </a:cubicBezTo>
                  <a:cubicBezTo>
                    <a:pt x="752" y="459"/>
                    <a:pt x="752" y="425"/>
                    <a:pt x="752" y="375"/>
                  </a:cubicBezTo>
                  <a:lnTo>
                    <a:pt x="735" y="275"/>
                  </a:lnTo>
                  <a:cubicBezTo>
                    <a:pt x="719" y="208"/>
                    <a:pt x="685" y="158"/>
                    <a:pt x="635" y="108"/>
                  </a:cubicBezTo>
                  <a:cubicBezTo>
                    <a:pt x="619" y="91"/>
                    <a:pt x="585" y="58"/>
                    <a:pt x="552" y="41"/>
                  </a:cubicBezTo>
                  <a:cubicBezTo>
                    <a:pt x="515" y="16"/>
                    <a:pt x="469" y="1"/>
                    <a:pt x="421" y="1"/>
                  </a:cubicBezTo>
                  <a:cubicBezTo>
                    <a:pt x="404" y="1"/>
                    <a:pt x="386" y="3"/>
                    <a:pt x="368" y="7"/>
                  </a:cubicBezTo>
                  <a:cubicBezTo>
                    <a:pt x="354" y="3"/>
                    <a:pt x="341" y="1"/>
                    <a:pt x="32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3" name="Google Shape;2183;p68"/>
            <p:cNvSpPr/>
            <p:nvPr/>
          </p:nvSpPr>
          <p:spPr>
            <a:xfrm>
              <a:off x="7486875" y="1835654"/>
              <a:ext cx="171916" cy="107912"/>
            </a:xfrm>
            <a:custGeom>
              <a:avLst/>
              <a:gdLst/>
              <a:ahLst/>
              <a:cxnLst/>
              <a:rect l="l" t="t" r="r" b="b"/>
              <a:pathLst>
                <a:path w="5364" h="3367" extrusionOk="0">
                  <a:moveTo>
                    <a:pt x="0" y="1"/>
                  </a:moveTo>
                  <a:cubicBezTo>
                    <a:pt x="0" y="1"/>
                    <a:pt x="318" y="2691"/>
                    <a:pt x="936" y="3109"/>
                  </a:cubicBezTo>
                  <a:cubicBezTo>
                    <a:pt x="1219" y="3295"/>
                    <a:pt x="1613" y="3367"/>
                    <a:pt x="2045" y="3367"/>
                  </a:cubicBezTo>
                  <a:cubicBezTo>
                    <a:pt x="3244" y="3367"/>
                    <a:pt x="4738" y="2812"/>
                    <a:pt x="4996" y="2591"/>
                  </a:cubicBezTo>
                  <a:cubicBezTo>
                    <a:pt x="5364" y="2290"/>
                    <a:pt x="5313" y="870"/>
                    <a:pt x="5146" y="502"/>
                  </a:cubicBezTo>
                  <a:cubicBezTo>
                    <a:pt x="4996" y="151"/>
                    <a:pt x="1" y="1"/>
                    <a:pt x="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4" name="Google Shape;2184;p68"/>
            <p:cNvSpPr/>
            <p:nvPr/>
          </p:nvSpPr>
          <p:spPr>
            <a:xfrm>
              <a:off x="7502387" y="1705499"/>
              <a:ext cx="205665" cy="85221"/>
            </a:xfrm>
            <a:custGeom>
              <a:avLst/>
              <a:gdLst/>
              <a:ahLst/>
              <a:cxnLst/>
              <a:rect l="l" t="t" r="r" b="b"/>
              <a:pathLst>
                <a:path w="6417" h="2659" extrusionOk="0">
                  <a:moveTo>
                    <a:pt x="2488" y="1"/>
                  </a:moveTo>
                  <a:cubicBezTo>
                    <a:pt x="1462" y="1"/>
                    <a:pt x="823" y="243"/>
                    <a:pt x="435" y="470"/>
                  </a:cubicBezTo>
                  <a:cubicBezTo>
                    <a:pt x="101" y="670"/>
                    <a:pt x="1" y="1088"/>
                    <a:pt x="218" y="1422"/>
                  </a:cubicBezTo>
                  <a:cubicBezTo>
                    <a:pt x="218" y="1422"/>
                    <a:pt x="664" y="752"/>
                    <a:pt x="1931" y="752"/>
                  </a:cubicBezTo>
                  <a:cubicBezTo>
                    <a:pt x="1961" y="752"/>
                    <a:pt x="1991" y="753"/>
                    <a:pt x="2022" y="754"/>
                  </a:cubicBezTo>
                  <a:cubicBezTo>
                    <a:pt x="3359" y="787"/>
                    <a:pt x="4846" y="1422"/>
                    <a:pt x="6099" y="2658"/>
                  </a:cubicBezTo>
                  <a:cubicBezTo>
                    <a:pt x="6250" y="2424"/>
                    <a:pt x="6367" y="2157"/>
                    <a:pt x="6417" y="1873"/>
                  </a:cubicBezTo>
                  <a:cubicBezTo>
                    <a:pt x="6417" y="1873"/>
                    <a:pt x="4746" y="52"/>
                    <a:pt x="2590" y="2"/>
                  </a:cubicBezTo>
                  <a:cubicBezTo>
                    <a:pt x="2556" y="1"/>
                    <a:pt x="2522" y="1"/>
                    <a:pt x="2488" y="1"/>
                  </a:cubicBezTo>
                  <a:close/>
                </a:path>
              </a:pathLst>
            </a:custGeom>
            <a:solidFill>
              <a:srgbClr val="EAF1F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5" name="Google Shape;2185;p68"/>
            <p:cNvSpPr/>
            <p:nvPr/>
          </p:nvSpPr>
          <p:spPr>
            <a:xfrm>
              <a:off x="6637005" y="2859011"/>
              <a:ext cx="462706" cy="1007332"/>
            </a:xfrm>
            <a:custGeom>
              <a:avLst/>
              <a:gdLst/>
              <a:ahLst/>
              <a:cxnLst/>
              <a:rect l="l" t="t" r="r" b="b"/>
              <a:pathLst>
                <a:path w="14437" h="31430" extrusionOk="0">
                  <a:moveTo>
                    <a:pt x="2774" y="1"/>
                  </a:moveTo>
                  <a:cubicBezTo>
                    <a:pt x="1237" y="1"/>
                    <a:pt x="1" y="1237"/>
                    <a:pt x="1" y="2758"/>
                  </a:cubicBezTo>
                  <a:lnTo>
                    <a:pt x="1" y="31430"/>
                  </a:lnTo>
                  <a:lnTo>
                    <a:pt x="1839" y="31430"/>
                  </a:lnTo>
                  <a:lnTo>
                    <a:pt x="1839" y="2340"/>
                  </a:lnTo>
                  <a:cubicBezTo>
                    <a:pt x="1839" y="2056"/>
                    <a:pt x="2056" y="1822"/>
                    <a:pt x="2340" y="1822"/>
                  </a:cubicBezTo>
                  <a:lnTo>
                    <a:pt x="13234" y="1822"/>
                  </a:lnTo>
                  <a:cubicBezTo>
                    <a:pt x="14437" y="1805"/>
                    <a:pt x="14437" y="18"/>
                    <a:pt x="1323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6" name="Google Shape;2186;p68"/>
            <p:cNvSpPr/>
            <p:nvPr/>
          </p:nvSpPr>
          <p:spPr>
            <a:xfrm>
              <a:off x="7131825" y="2859011"/>
              <a:ext cx="462706" cy="1007332"/>
            </a:xfrm>
            <a:custGeom>
              <a:avLst/>
              <a:gdLst/>
              <a:ahLst/>
              <a:cxnLst/>
              <a:rect l="l" t="t" r="r" b="b"/>
              <a:pathLst>
                <a:path w="14437" h="31430" extrusionOk="0">
                  <a:moveTo>
                    <a:pt x="2774" y="1"/>
                  </a:moveTo>
                  <a:cubicBezTo>
                    <a:pt x="1237" y="1"/>
                    <a:pt x="0" y="1237"/>
                    <a:pt x="0" y="2758"/>
                  </a:cubicBezTo>
                  <a:lnTo>
                    <a:pt x="0" y="31430"/>
                  </a:lnTo>
                  <a:lnTo>
                    <a:pt x="1838" y="31430"/>
                  </a:lnTo>
                  <a:lnTo>
                    <a:pt x="1838" y="2340"/>
                  </a:lnTo>
                  <a:cubicBezTo>
                    <a:pt x="1838" y="2056"/>
                    <a:pt x="2055" y="1822"/>
                    <a:pt x="2340" y="1822"/>
                  </a:cubicBezTo>
                  <a:lnTo>
                    <a:pt x="13234" y="1822"/>
                  </a:lnTo>
                  <a:cubicBezTo>
                    <a:pt x="14437" y="1805"/>
                    <a:pt x="14437" y="18"/>
                    <a:pt x="1323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7" name="Google Shape;2187;p68"/>
            <p:cNvSpPr/>
            <p:nvPr/>
          </p:nvSpPr>
          <p:spPr>
            <a:xfrm>
              <a:off x="6446371" y="3026632"/>
              <a:ext cx="698882" cy="762598"/>
            </a:xfrm>
            <a:custGeom>
              <a:avLst/>
              <a:gdLst/>
              <a:ahLst/>
              <a:cxnLst/>
              <a:rect l="l" t="t" r="r" b="b"/>
              <a:pathLst>
                <a:path w="21806" h="23794" extrusionOk="0">
                  <a:moveTo>
                    <a:pt x="20218" y="1"/>
                  </a:moveTo>
                  <a:lnTo>
                    <a:pt x="17193" y="17"/>
                  </a:lnTo>
                  <a:lnTo>
                    <a:pt x="3242" y="101"/>
                  </a:lnTo>
                  <a:cubicBezTo>
                    <a:pt x="1437" y="118"/>
                    <a:pt x="0" y="1588"/>
                    <a:pt x="17" y="3376"/>
                  </a:cubicBezTo>
                  <a:lnTo>
                    <a:pt x="218" y="23794"/>
                  </a:lnTo>
                  <a:lnTo>
                    <a:pt x="21805" y="23660"/>
                  </a:lnTo>
                  <a:lnTo>
                    <a:pt x="21772" y="18280"/>
                  </a:lnTo>
                  <a:lnTo>
                    <a:pt x="21588" y="2707"/>
                  </a:lnTo>
                  <a:cubicBezTo>
                    <a:pt x="21571" y="418"/>
                    <a:pt x="20368" y="1"/>
                    <a:pt x="20218"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8" name="Google Shape;2188;p68"/>
            <p:cNvSpPr/>
            <p:nvPr/>
          </p:nvSpPr>
          <p:spPr>
            <a:xfrm>
              <a:off x="5917290" y="3877015"/>
              <a:ext cx="67497" cy="551613"/>
            </a:xfrm>
            <a:custGeom>
              <a:avLst/>
              <a:gdLst/>
              <a:ahLst/>
              <a:cxnLst/>
              <a:rect l="l" t="t" r="r" b="b"/>
              <a:pathLst>
                <a:path w="2106" h="17211" extrusionOk="0">
                  <a:moveTo>
                    <a:pt x="1053" y="1"/>
                  </a:moveTo>
                  <a:cubicBezTo>
                    <a:pt x="527" y="1"/>
                    <a:pt x="0" y="352"/>
                    <a:pt x="0" y="1053"/>
                  </a:cubicBezTo>
                  <a:lnTo>
                    <a:pt x="0" y="16158"/>
                  </a:lnTo>
                  <a:cubicBezTo>
                    <a:pt x="0" y="16743"/>
                    <a:pt x="468" y="17211"/>
                    <a:pt x="1053" y="17211"/>
                  </a:cubicBezTo>
                  <a:cubicBezTo>
                    <a:pt x="1638" y="17211"/>
                    <a:pt x="2106" y="16743"/>
                    <a:pt x="2106" y="16158"/>
                  </a:cubicBezTo>
                  <a:lnTo>
                    <a:pt x="2106" y="1053"/>
                  </a:lnTo>
                  <a:cubicBezTo>
                    <a:pt x="2106" y="352"/>
                    <a:pt x="1579" y="1"/>
                    <a:pt x="1053"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89" name="Google Shape;2189;p68"/>
            <p:cNvSpPr/>
            <p:nvPr/>
          </p:nvSpPr>
          <p:spPr>
            <a:xfrm>
              <a:off x="5620603" y="4264724"/>
              <a:ext cx="306366" cy="262489"/>
            </a:xfrm>
            <a:custGeom>
              <a:avLst/>
              <a:gdLst/>
              <a:ahLst/>
              <a:cxnLst/>
              <a:rect l="l" t="t" r="r" b="b"/>
              <a:pathLst>
                <a:path w="9559" h="8190" extrusionOk="0">
                  <a:moveTo>
                    <a:pt x="4094" y="1"/>
                  </a:moveTo>
                  <a:cubicBezTo>
                    <a:pt x="1822" y="1"/>
                    <a:pt x="1" y="1822"/>
                    <a:pt x="1" y="4094"/>
                  </a:cubicBezTo>
                  <a:cubicBezTo>
                    <a:pt x="1" y="6559"/>
                    <a:pt x="2012" y="8190"/>
                    <a:pt x="4116" y="8190"/>
                  </a:cubicBezTo>
                  <a:cubicBezTo>
                    <a:pt x="5121" y="8190"/>
                    <a:pt x="6147" y="7817"/>
                    <a:pt x="6985" y="6985"/>
                  </a:cubicBezTo>
                  <a:cubicBezTo>
                    <a:pt x="9558" y="4395"/>
                    <a:pt x="7737" y="1"/>
                    <a:pt x="409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0" name="Google Shape;2190;p68"/>
            <p:cNvSpPr/>
            <p:nvPr/>
          </p:nvSpPr>
          <p:spPr>
            <a:xfrm>
              <a:off x="5695568" y="4339689"/>
              <a:ext cx="130700" cy="111919"/>
            </a:xfrm>
            <a:custGeom>
              <a:avLst/>
              <a:gdLst/>
              <a:ahLst/>
              <a:cxnLst/>
              <a:rect l="l" t="t" r="r" b="b"/>
              <a:pathLst>
                <a:path w="4078" h="3492" extrusionOk="0">
                  <a:moveTo>
                    <a:pt x="1755" y="1"/>
                  </a:moveTo>
                  <a:cubicBezTo>
                    <a:pt x="786" y="1"/>
                    <a:pt x="1" y="786"/>
                    <a:pt x="1" y="1755"/>
                  </a:cubicBezTo>
                  <a:cubicBezTo>
                    <a:pt x="1" y="2795"/>
                    <a:pt x="865" y="3491"/>
                    <a:pt x="1760" y="3491"/>
                  </a:cubicBezTo>
                  <a:cubicBezTo>
                    <a:pt x="2188" y="3491"/>
                    <a:pt x="2624" y="3332"/>
                    <a:pt x="2975" y="2975"/>
                  </a:cubicBezTo>
                  <a:cubicBezTo>
                    <a:pt x="4078" y="1889"/>
                    <a:pt x="3293" y="1"/>
                    <a:pt x="1755"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1" name="Google Shape;2191;p68"/>
            <p:cNvSpPr/>
            <p:nvPr/>
          </p:nvSpPr>
          <p:spPr>
            <a:xfrm>
              <a:off x="5706305" y="4360585"/>
              <a:ext cx="278482" cy="67497"/>
            </a:xfrm>
            <a:custGeom>
              <a:avLst/>
              <a:gdLst/>
              <a:ahLst/>
              <a:cxnLst/>
              <a:rect l="l" t="t" r="r" b="b"/>
              <a:pathLst>
                <a:path w="8689" h="2106" extrusionOk="0">
                  <a:moveTo>
                    <a:pt x="1420" y="1"/>
                  </a:moveTo>
                  <a:cubicBezTo>
                    <a:pt x="0" y="1"/>
                    <a:pt x="0" y="2106"/>
                    <a:pt x="1420" y="2106"/>
                  </a:cubicBezTo>
                  <a:lnTo>
                    <a:pt x="7636" y="2106"/>
                  </a:lnTo>
                  <a:cubicBezTo>
                    <a:pt x="8221" y="2106"/>
                    <a:pt x="8689" y="1638"/>
                    <a:pt x="8689" y="1053"/>
                  </a:cubicBezTo>
                  <a:cubicBezTo>
                    <a:pt x="8689" y="468"/>
                    <a:pt x="8221" y="1"/>
                    <a:pt x="76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2" name="Google Shape;2192;p68"/>
            <p:cNvSpPr/>
            <p:nvPr/>
          </p:nvSpPr>
          <p:spPr>
            <a:xfrm>
              <a:off x="6315703" y="3877015"/>
              <a:ext cx="67497" cy="551613"/>
            </a:xfrm>
            <a:custGeom>
              <a:avLst/>
              <a:gdLst/>
              <a:ahLst/>
              <a:cxnLst/>
              <a:rect l="l" t="t" r="r" b="b"/>
              <a:pathLst>
                <a:path w="2106" h="17211" extrusionOk="0">
                  <a:moveTo>
                    <a:pt x="1053" y="1"/>
                  </a:moveTo>
                  <a:cubicBezTo>
                    <a:pt x="527" y="1"/>
                    <a:pt x="0" y="352"/>
                    <a:pt x="0" y="1053"/>
                  </a:cubicBezTo>
                  <a:lnTo>
                    <a:pt x="0" y="16158"/>
                  </a:lnTo>
                  <a:cubicBezTo>
                    <a:pt x="0" y="16743"/>
                    <a:pt x="468" y="17211"/>
                    <a:pt x="1053" y="17211"/>
                  </a:cubicBezTo>
                  <a:cubicBezTo>
                    <a:pt x="1638" y="17211"/>
                    <a:pt x="2106" y="16743"/>
                    <a:pt x="2106" y="16158"/>
                  </a:cubicBezTo>
                  <a:lnTo>
                    <a:pt x="2106" y="1053"/>
                  </a:lnTo>
                  <a:cubicBezTo>
                    <a:pt x="2106" y="352"/>
                    <a:pt x="1579" y="1"/>
                    <a:pt x="1053"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3" name="Google Shape;2193;p68"/>
            <p:cNvSpPr/>
            <p:nvPr/>
          </p:nvSpPr>
          <p:spPr>
            <a:xfrm>
              <a:off x="6019017" y="4264724"/>
              <a:ext cx="306366" cy="262489"/>
            </a:xfrm>
            <a:custGeom>
              <a:avLst/>
              <a:gdLst/>
              <a:ahLst/>
              <a:cxnLst/>
              <a:rect l="l" t="t" r="r" b="b"/>
              <a:pathLst>
                <a:path w="9559" h="8190" extrusionOk="0">
                  <a:moveTo>
                    <a:pt x="4095" y="1"/>
                  </a:moveTo>
                  <a:cubicBezTo>
                    <a:pt x="1839" y="1"/>
                    <a:pt x="1" y="1822"/>
                    <a:pt x="1" y="4094"/>
                  </a:cubicBezTo>
                  <a:cubicBezTo>
                    <a:pt x="1" y="6559"/>
                    <a:pt x="2020" y="8190"/>
                    <a:pt x="4123" y="8190"/>
                  </a:cubicBezTo>
                  <a:cubicBezTo>
                    <a:pt x="5129" y="8190"/>
                    <a:pt x="6153" y="7817"/>
                    <a:pt x="6985" y="6985"/>
                  </a:cubicBezTo>
                  <a:cubicBezTo>
                    <a:pt x="9558" y="4395"/>
                    <a:pt x="7737" y="1"/>
                    <a:pt x="409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4" name="Google Shape;2194;p68"/>
            <p:cNvSpPr/>
            <p:nvPr/>
          </p:nvSpPr>
          <p:spPr>
            <a:xfrm>
              <a:off x="6094526" y="4339689"/>
              <a:ext cx="130155" cy="111919"/>
            </a:xfrm>
            <a:custGeom>
              <a:avLst/>
              <a:gdLst/>
              <a:ahLst/>
              <a:cxnLst/>
              <a:rect l="l" t="t" r="r" b="b"/>
              <a:pathLst>
                <a:path w="4061" h="3492" extrusionOk="0">
                  <a:moveTo>
                    <a:pt x="1739" y="1"/>
                  </a:moveTo>
                  <a:cubicBezTo>
                    <a:pt x="769" y="1"/>
                    <a:pt x="1" y="786"/>
                    <a:pt x="1" y="1755"/>
                  </a:cubicBezTo>
                  <a:cubicBezTo>
                    <a:pt x="1" y="2795"/>
                    <a:pt x="857" y="3491"/>
                    <a:pt x="1747" y="3491"/>
                  </a:cubicBezTo>
                  <a:cubicBezTo>
                    <a:pt x="2173" y="3491"/>
                    <a:pt x="2607" y="3332"/>
                    <a:pt x="2958" y="2975"/>
                  </a:cubicBezTo>
                  <a:cubicBezTo>
                    <a:pt x="4061" y="1889"/>
                    <a:pt x="3292" y="1"/>
                    <a:pt x="173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5" name="Google Shape;2195;p68"/>
            <p:cNvSpPr/>
            <p:nvPr/>
          </p:nvSpPr>
          <p:spPr>
            <a:xfrm>
              <a:off x="6105231" y="4360585"/>
              <a:ext cx="277970" cy="67497"/>
            </a:xfrm>
            <a:custGeom>
              <a:avLst/>
              <a:gdLst/>
              <a:ahLst/>
              <a:cxnLst/>
              <a:rect l="l" t="t" r="r" b="b"/>
              <a:pathLst>
                <a:path w="8673" h="2106" extrusionOk="0">
                  <a:moveTo>
                    <a:pt x="1405" y="1"/>
                  </a:moveTo>
                  <a:cubicBezTo>
                    <a:pt x="1" y="1"/>
                    <a:pt x="1" y="2106"/>
                    <a:pt x="1405" y="2106"/>
                  </a:cubicBezTo>
                  <a:lnTo>
                    <a:pt x="7620" y="2106"/>
                  </a:lnTo>
                  <a:cubicBezTo>
                    <a:pt x="8205" y="2106"/>
                    <a:pt x="8673" y="1638"/>
                    <a:pt x="8673" y="1053"/>
                  </a:cubicBezTo>
                  <a:cubicBezTo>
                    <a:pt x="8673" y="468"/>
                    <a:pt x="8205" y="1"/>
                    <a:pt x="762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6" name="Google Shape;2196;p68"/>
            <p:cNvSpPr/>
            <p:nvPr/>
          </p:nvSpPr>
          <p:spPr>
            <a:xfrm>
              <a:off x="5816621" y="3853458"/>
              <a:ext cx="1401450" cy="136052"/>
            </a:xfrm>
            <a:custGeom>
              <a:avLst/>
              <a:gdLst/>
              <a:ahLst/>
              <a:cxnLst/>
              <a:rect l="l" t="t" r="r" b="b"/>
              <a:pathLst>
                <a:path w="43727" h="4245" extrusionOk="0">
                  <a:moveTo>
                    <a:pt x="1370" y="1"/>
                  </a:moveTo>
                  <a:cubicBezTo>
                    <a:pt x="551" y="1"/>
                    <a:pt x="0" y="819"/>
                    <a:pt x="301" y="1588"/>
                  </a:cubicBezTo>
                  <a:cubicBezTo>
                    <a:pt x="952" y="3192"/>
                    <a:pt x="2506" y="4245"/>
                    <a:pt x="4244" y="4245"/>
                  </a:cubicBezTo>
                  <a:lnTo>
                    <a:pt x="39482" y="4245"/>
                  </a:lnTo>
                  <a:cubicBezTo>
                    <a:pt x="41220" y="4245"/>
                    <a:pt x="42774" y="3192"/>
                    <a:pt x="43426" y="1588"/>
                  </a:cubicBezTo>
                  <a:cubicBezTo>
                    <a:pt x="43726" y="819"/>
                    <a:pt x="43175" y="1"/>
                    <a:pt x="42356"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7" name="Google Shape;2197;p68"/>
            <p:cNvSpPr/>
            <p:nvPr/>
          </p:nvSpPr>
          <p:spPr>
            <a:xfrm>
              <a:off x="7094326" y="3026632"/>
              <a:ext cx="98041" cy="768238"/>
            </a:xfrm>
            <a:custGeom>
              <a:avLst/>
              <a:gdLst/>
              <a:ahLst/>
              <a:cxnLst/>
              <a:rect l="l" t="t" r="r" b="b"/>
              <a:pathLst>
                <a:path w="3059" h="23970" extrusionOk="0">
                  <a:moveTo>
                    <a:pt x="1" y="1"/>
                  </a:moveTo>
                  <a:lnTo>
                    <a:pt x="218" y="22557"/>
                  </a:lnTo>
                  <a:cubicBezTo>
                    <a:pt x="226" y="23583"/>
                    <a:pt x="892" y="23970"/>
                    <a:pt x="1572" y="23970"/>
                  </a:cubicBezTo>
                  <a:cubicBezTo>
                    <a:pt x="2287" y="23970"/>
                    <a:pt x="3017" y="23541"/>
                    <a:pt x="3008" y="22975"/>
                  </a:cubicBezTo>
                  <a:cubicBezTo>
                    <a:pt x="3008" y="21855"/>
                    <a:pt x="3058" y="3810"/>
                    <a:pt x="2791" y="2022"/>
                  </a:cubicBezTo>
                  <a:cubicBezTo>
                    <a:pt x="2557" y="418"/>
                    <a:pt x="1204" y="51"/>
                    <a:pt x="1"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8" name="Google Shape;2198;p68"/>
            <p:cNvSpPr/>
            <p:nvPr/>
          </p:nvSpPr>
          <p:spPr>
            <a:xfrm>
              <a:off x="6916000" y="2866735"/>
              <a:ext cx="143552" cy="99515"/>
            </a:xfrm>
            <a:custGeom>
              <a:avLst/>
              <a:gdLst/>
              <a:ahLst/>
              <a:cxnLst/>
              <a:rect l="l" t="t" r="r" b="b"/>
              <a:pathLst>
                <a:path w="4479" h="3105" extrusionOk="0">
                  <a:moveTo>
                    <a:pt x="1418" y="0"/>
                  </a:moveTo>
                  <a:cubicBezTo>
                    <a:pt x="1297" y="0"/>
                    <a:pt x="1176" y="38"/>
                    <a:pt x="1070" y="111"/>
                  </a:cubicBezTo>
                  <a:cubicBezTo>
                    <a:pt x="903" y="261"/>
                    <a:pt x="1" y="2534"/>
                    <a:pt x="51" y="2584"/>
                  </a:cubicBezTo>
                  <a:cubicBezTo>
                    <a:pt x="167" y="2731"/>
                    <a:pt x="427" y="2770"/>
                    <a:pt x="672" y="2770"/>
                  </a:cubicBezTo>
                  <a:cubicBezTo>
                    <a:pt x="956" y="2770"/>
                    <a:pt x="1220" y="2717"/>
                    <a:pt x="1220" y="2717"/>
                  </a:cubicBezTo>
                  <a:cubicBezTo>
                    <a:pt x="1220" y="2717"/>
                    <a:pt x="1638" y="2985"/>
                    <a:pt x="1839" y="3085"/>
                  </a:cubicBezTo>
                  <a:cubicBezTo>
                    <a:pt x="1866" y="3099"/>
                    <a:pt x="1895" y="3104"/>
                    <a:pt x="1924" y="3104"/>
                  </a:cubicBezTo>
                  <a:cubicBezTo>
                    <a:pt x="2111" y="3104"/>
                    <a:pt x="2323" y="2868"/>
                    <a:pt x="2323" y="2868"/>
                  </a:cubicBezTo>
                  <a:cubicBezTo>
                    <a:pt x="2540" y="2935"/>
                    <a:pt x="2741" y="2985"/>
                    <a:pt x="2958" y="3001"/>
                  </a:cubicBezTo>
                  <a:cubicBezTo>
                    <a:pt x="3075" y="2985"/>
                    <a:pt x="3242" y="2650"/>
                    <a:pt x="3242" y="2650"/>
                  </a:cubicBezTo>
                  <a:lnTo>
                    <a:pt x="3526" y="2701"/>
                  </a:lnTo>
                  <a:lnTo>
                    <a:pt x="3977" y="2784"/>
                  </a:lnTo>
                  <a:cubicBezTo>
                    <a:pt x="4094" y="2584"/>
                    <a:pt x="4195" y="2366"/>
                    <a:pt x="4261" y="2149"/>
                  </a:cubicBezTo>
                  <a:cubicBezTo>
                    <a:pt x="4312" y="1915"/>
                    <a:pt x="4479" y="846"/>
                    <a:pt x="4362" y="662"/>
                  </a:cubicBezTo>
                  <a:cubicBezTo>
                    <a:pt x="4289" y="589"/>
                    <a:pt x="4178" y="542"/>
                    <a:pt x="4074" y="542"/>
                  </a:cubicBezTo>
                  <a:cubicBezTo>
                    <a:pt x="4058" y="542"/>
                    <a:pt x="4043" y="543"/>
                    <a:pt x="4028" y="545"/>
                  </a:cubicBezTo>
                  <a:cubicBezTo>
                    <a:pt x="4007" y="542"/>
                    <a:pt x="3986" y="541"/>
                    <a:pt x="3964" y="541"/>
                  </a:cubicBezTo>
                  <a:cubicBezTo>
                    <a:pt x="3864" y="541"/>
                    <a:pt x="3756" y="571"/>
                    <a:pt x="3660" y="612"/>
                  </a:cubicBezTo>
                  <a:cubicBezTo>
                    <a:pt x="3593" y="696"/>
                    <a:pt x="3576" y="1331"/>
                    <a:pt x="3576" y="1397"/>
                  </a:cubicBezTo>
                  <a:cubicBezTo>
                    <a:pt x="3576" y="1397"/>
                    <a:pt x="3476" y="1197"/>
                    <a:pt x="3393" y="1046"/>
                  </a:cubicBezTo>
                  <a:cubicBezTo>
                    <a:pt x="3292" y="913"/>
                    <a:pt x="3142" y="829"/>
                    <a:pt x="2975" y="829"/>
                  </a:cubicBezTo>
                  <a:cubicBezTo>
                    <a:pt x="2908" y="813"/>
                    <a:pt x="2841" y="796"/>
                    <a:pt x="2774" y="796"/>
                  </a:cubicBezTo>
                  <a:cubicBezTo>
                    <a:pt x="2708" y="645"/>
                    <a:pt x="1872" y="645"/>
                    <a:pt x="1872" y="645"/>
                  </a:cubicBezTo>
                  <a:cubicBezTo>
                    <a:pt x="1889" y="495"/>
                    <a:pt x="1872" y="345"/>
                    <a:pt x="1822" y="194"/>
                  </a:cubicBezTo>
                  <a:cubicBezTo>
                    <a:pt x="1805" y="178"/>
                    <a:pt x="1789" y="144"/>
                    <a:pt x="1772" y="128"/>
                  </a:cubicBezTo>
                  <a:cubicBezTo>
                    <a:pt x="1669" y="42"/>
                    <a:pt x="1544" y="0"/>
                    <a:pt x="1418"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9" name="Google Shape;2199;p68"/>
            <p:cNvSpPr/>
            <p:nvPr/>
          </p:nvSpPr>
          <p:spPr>
            <a:xfrm>
              <a:off x="6958306" y="2872952"/>
              <a:ext cx="18236" cy="59998"/>
            </a:xfrm>
            <a:custGeom>
              <a:avLst/>
              <a:gdLst/>
              <a:ahLst/>
              <a:cxnLst/>
              <a:rect l="l" t="t" r="r" b="b"/>
              <a:pathLst>
                <a:path w="569" h="1872" extrusionOk="0">
                  <a:moveTo>
                    <a:pt x="502" y="0"/>
                  </a:moveTo>
                  <a:cubicBezTo>
                    <a:pt x="435" y="201"/>
                    <a:pt x="268" y="451"/>
                    <a:pt x="168" y="802"/>
                  </a:cubicBezTo>
                  <a:cubicBezTo>
                    <a:pt x="34" y="1153"/>
                    <a:pt x="1" y="1521"/>
                    <a:pt x="68" y="1872"/>
                  </a:cubicBezTo>
                  <a:lnTo>
                    <a:pt x="552" y="451"/>
                  </a:lnTo>
                  <a:cubicBezTo>
                    <a:pt x="569" y="301"/>
                    <a:pt x="552" y="151"/>
                    <a:pt x="50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0" name="Google Shape;2200;p68"/>
            <p:cNvSpPr/>
            <p:nvPr/>
          </p:nvSpPr>
          <p:spPr>
            <a:xfrm>
              <a:off x="6993657" y="2892214"/>
              <a:ext cx="21986" cy="49325"/>
            </a:xfrm>
            <a:custGeom>
              <a:avLst/>
              <a:gdLst/>
              <a:ahLst/>
              <a:cxnLst/>
              <a:rect l="l" t="t" r="r" b="b"/>
              <a:pathLst>
                <a:path w="686" h="1539" extrusionOk="0">
                  <a:moveTo>
                    <a:pt x="351" y="1"/>
                  </a:moveTo>
                  <a:cubicBezTo>
                    <a:pt x="351" y="1"/>
                    <a:pt x="151" y="1003"/>
                    <a:pt x="1" y="1538"/>
                  </a:cubicBezTo>
                  <a:cubicBezTo>
                    <a:pt x="335" y="1087"/>
                    <a:pt x="686" y="853"/>
                    <a:pt x="552" y="34"/>
                  </a:cubicBezTo>
                  <a:cubicBezTo>
                    <a:pt x="485" y="18"/>
                    <a:pt x="418" y="1"/>
                    <a:pt x="351"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1" name="Google Shape;2201;p68"/>
            <p:cNvSpPr/>
            <p:nvPr/>
          </p:nvSpPr>
          <p:spPr>
            <a:xfrm>
              <a:off x="7019906" y="2886317"/>
              <a:ext cx="23012" cy="66985"/>
            </a:xfrm>
            <a:custGeom>
              <a:avLst/>
              <a:gdLst/>
              <a:ahLst/>
              <a:cxnLst/>
              <a:rect l="l" t="t" r="r" b="b"/>
              <a:pathLst>
                <a:path w="718" h="2090" extrusionOk="0">
                  <a:moveTo>
                    <a:pt x="420" y="0"/>
                  </a:moveTo>
                  <a:cubicBezTo>
                    <a:pt x="419" y="0"/>
                    <a:pt x="419" y="1"/>
                    <a:pt x="418" y="1"/>
                  </a:cubicBezTo>
                  <a:cubicBezTo>
                    <a:pt x="351" y="85"/>
                    <a:pt x="334" y="720"/>
                    <a:pt x="334" y="770"/>
                  </a:cubicBezTo>
                  <a:lnTo>
                    <a:pt x="334" y="786"/>
                  </a:lnTo>
                  <a:cubicBezTo>
                    <a:pt x="368" y="937"/>
                    <a:pt x="385" y="1087"/>
                    <a:pt x="385" y="1254"/>
                  </a:cubicBezTo>
                  <a:cubicBezTo>
                    <a:pt x="368" y="1505"/>
                    <a:pt x="0" y="2039"/>
                    <a:pt x="0" y="2039"/>
                  </a:cubicBezTo>
                  <a:lnTo>
                    <a:pt x="284" y="2090"/>
                  </a:lnTo>
                  <a:cubicBezTo>
                    <a:pt x="435" y="1889"/>
                    <a:pt x="552" y="1689"/>
                    <a:pt x="652" y="1471"/>
                  </a:cubicBezTo>
                  <a:cubicBezTo>
                    <a:pt x="718" y="1339"/>
                    <a:pt x="474" y="0"/>
                    <a:pt x="420"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2" name="Google Shape;2202;p68"/>
            <p:cNvSpPr/>
            <p:nvPr/>
          </p:nvSpPr>
          <p:spPr>
            <a:xfrm>
              <a:off x="7450979" y="2445085"/>
              <a:ext cx="615328" cy="490557"/>
            </a:xfrm>
            <a:custGeom>
              <a:avLst/>
              <a:gdLst/>
              <a:ahLst/>
              <a:cxnLst/>
              <a:rect l="l" t="t" r="r" b="b"/>
              <a:pathLst>
                <a:path w="19199" h="15306" extrusionOk="0">
                  <a:moveTo>
                    <a:pt x="12916" y="0"/>
                  </a:moveTo>
                  <a:lnTo>
                    <a:pt x="12365" y="6283"/>
                  </a:lnTo>
                  <a:cubicBezTo>
                    <a:pt x="12365" y="6283"/>
                    <a:pt x="6517" y="10226"/>
                    <a:pt x="4646" y="11345"/>
                  </a:cubicBezTo>
                  <a:cubicBezTo>
                    <a:pt x="4423" y="11470"/>
                    <a:pt x="4190" y="11538"/>
                    <a:pt x="3945" y="11538"/>
                  </a:cubicBezTo>
                  <a:cubicBezTo>
                    <a:pt x="3895" y="11538"/>
                    <a:pt x="3844" y="11535"/>
                    <a:pt x="3793" y="11529"/>
                  </a:cubicBezTo>
                  <a:cubicBezTo>
                    <a:pt x="3175" y="11503"/>
                    <a:pt x="2669" y="11439"/>
                    <a:pt x="2257" y="11439"/>
                  </a:cubicBezTo>
                  <a:cubicBezTo>
                    <a:pt x="1891" y="11439"/>
                    <a:pt x="1599" y="11490"/>
                    <a:pt x="1371" y="11663"/>
                  </a:cubicBezTo>
                  <a:cubicBezTo>
                    <a:pt x="986" y="11980"/>
                    <a:pt x="652" y="12381"/>
                    <a:pt x="385" y="12799"/>
                  </a:cubicBezTo>
                  <a:cubicBezTo>
                    <a:pt x="1" y="13317"/>
                    <a:pt x="67" y="13952"/>
                    <a:pt x="17" y="14553"/>
                  </a:cubicBezTo>
                  <a:cubicBezTo>
                    <a:pt x="1" y="14804"/>
                    <a:pt x="17" y="15238"/>
                    <a:pt x="352" y="15238"/>
                  </a:cubicBezTo>
                  <a:cubicBezTo>
                    <a:pt x="385" y="15238"/>
                    <a:pt x="402" y="15222"/>
                    <a:pt x="435" y="15222"/>
                  </a:cubicBezTo>
                  <a:cubicBezTo>
                    <a:pt x="636" y="15155"/>
                    <a:pt x="719" y="14837"/>
                    <a:pt x="786" y="14654"/>
                  </a:cubicBezTo>
                  <a:cubicBezTo>
                    <a:pt x="903" y="14888"/>
                    <a:pt x="1103" y="15222"/>
                    <a:pt x="1371" y="15289"/>
                  </a:cubicBezTo>
                  <a:cubicBezTo>
                    <a:pt x="1438" y="15305"/>
                    <a:pt x="1504" y="15305"/>
                    <a:pt x="1555" y="15305"/>
                  </a:cubicBezTo>
                  <a:cubicBezTo>
                    <a:pt x="1671" y="15289"/>
                    <a:pt x="1788" y="15238"/>
                    <a:pt x="1855" y="15172"/>
                  </a:cubicBezTo>
                  <a:cubicBezTo>
                    <a:pt x="1956" y="15205"/>
                    <a:pt x="2056" y="15238"/>
                    <a:pt x="2139" y="15272"/>
                  </a:cubicBezTo>
                  <a:lnTo>
                    <a:pt x="2290" y="15272"/>
                  </a:lnTo>
                  <a:cubicBezTo>
                    <a:pt x="2457" y="15238"/>
                    <a:pt x="2473" y="15038"/>
                    <a:pt x="2473" y="15021"/>
                  </a:cubicBezTo>
                  <a:cubicBezTo>
                    <a:pt x="2624" y="15038"/>
                    <a:pt x="2758" y="15038"/>
                    <a:pt x="2908" y="15038"/>
                  </a:cubicBezTo>
                  <a:cubicBezTo>
                    <a:pt x="3025" y="15038"/>
                    <a:pt x="3159" y="15004"/>
                    <a:pt x="3259" y="14938"/>
                  </a:cubicBezTo>
                  <a:cubicBezTo>
                    <a:pt x="3409" y="14804"/>
                    <a:pt x="3877" y="14002"/>
                    <a:pt x="3827" y="13785"/>
                  </a:cubicBezTo>
                  <a:lnTo>
                    <a:pt x="3827" y="13785"/>
                  </a:lnTo>
                  <a:cubicBezTo>
                    <a:pt x="3827" y="13785"/>
                    <a:pt x="4147" y="13896"/>
                    <a:pt x="4864" y="13896"/>
                  </a:cubicBezTo>
                  <a:cubicBezTo>
                    <a:pt x="6557" y="13896"/>
                    <a:pt x="10464" y="13278"/>
                    <a:pt x="17611" y="9123"/>
                  </a:cubicBezTo>
                  <a:cubicBezTo>
                    <a:pt x="19199" y="8588"/>
                    <a:pt x="18530" y="284"/>
                    <a:pt x="18530" y="284"/>
                  </a:cubicBezTo>
                  <a:lnTo>
                    <a:pt x="12916"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3" name="Google Shape;2203;p68"/>
            <p:cNvSpPr/>
            <p:nvPr/>
          </p:nvSpPr>
          <p:spPr>
            <a:xfrm>
              <a:off x="7483670" y="2876702"/>
              <a:ext cx="27307" cy="57145"/>
            </a:xfrm>
            <a:custGeom>
              <a:avLst/>
              <a:gdLst/>
              <a:ahLst/>
              <a:cxnLst/>
              <a:rect l="l" t="t" r="r" b="b"/>
              <a:pathLst>
                <a:path w="852" h="1783" extrusionOk="0">
                  <a:moveTo>
                    <a:pt x="317" y="0"/>
                  </a:moveTo>
                  <a:cubicBezTo>
                    <a:pt x="317" y="1"/>
                    <a:pt x="317" y="1"/>
                    <a:pt x="317" y="1"/>
                  </a:cubicBezTo>
                  <a:lnTo>
                    <a:pt x="317" y="1"/>
                  </a:lnTo>
                  <a:cubicBezTo>
                    <a:pt x="317" y="1"/>
                    <a:pt x="317" y="0"/>
                    <a:pt x="317" y="0"/>
                  </a:cubicBezTo>
                  <a:close/>
                  <a:moveTo>
                    <a:pt x="317" y="1"/>
                  </a:moveTo>
                  <a:lnTo>
                    <a:pt x="317" y="1"/>
                  </a:lnTo>
                  <a:cubicBezTo>
                    <a:pt x="311" y="29"/>
                    <a:pt x="0" y="622"/>
                    <a:pt x="50" y="969"/>
                  </a:cubicBezTo>
                  <a:cubicBezTo>
                    <a:pt x="117" y="1237"/>
                    <a:pt x="234" y="1471"/>
                    <a:pt x="401" y="1671"/>
                  </a:cubicBezTo>
                  <a:cubicBezTo>
                    <a:pt x="456" y="1745"/>
                    <a:pt x="541" y="1783"/>
                    <a:pt x="629" y="1783"/>
                  </a:cubicBezTo>
                  <a:cubicBezTo>
                    <a:pt x="701" y="1783"/>
                    <a:pt x="775" y="1757"/>
                    <a:pt x="835" y="1705"/>
                  </a:cubicBezTo>
                  <a:lnTo>
                    <a:pt x="852" y="1705"/>
                  </a:lnTo>
                  <a:cubicBezTo>
                    <a:pt x="618" y="1521"/>
                    <a:pt x="451" y="1304"/>
                    <a:pt x="351" y="1036"/>
                  </a:cubicBezTo>
                  <a:cubicBezTo>
                    <a:pt x="284" y="702"/>
                    <a:pt x="267" y="352"/>
                    <a:pt x="317"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4" name="Google Shape;2204;p68"/>
            <p:cNvSpPr/>
            <p:nvPr/>
          </p:nvSpPr>
          <p:spPr>
            <a:xfrm>
              <a:off x="7544148" y="2870805"/>
              <a:ext cx="31088" cy="56248"/>
            </a:xfrm>
            <a:custGeom>
              <a:avLst/>
              <a:gdLst/>
              <a:ahLst/>
              <a:cxnLst/>
              <a:rect l="l" t="t" r="r" b="b"/>
              <a:pathLst>
                <a:path w="970" h="1755" extrusionOk="0">
                  <a:moveTo>
                    <a:pt x="636" y="1"/>
                  </a:moveTo>
                  <a:lnTo>
                    <a:pt x="385" y="335"/>
                  </a:lnTo>
                  <a:cubicBezTo>
                    <a:pt x="151" y="619"/>
                    <a:pt x="18" y="986"/>
                    <a:pt x="1" y="1354"/>
                  </a:cubicBezTo>
                  <a:cubicBezTo>
                    <a:pt x="1" y="1488"/>
                    <a:pt x="1" y="1638"/>
                    <a:pt x="1" y="1755"/>
                  </a:cubicBezTo>
                  <a:cubicBezTo>
                    <a:pt x="118" y="1755"/>
                    <a:pt x="252" y="1721"/>
                    <a:pt x="352" y="1655"/>
                  </a:cubicBezTo>
                  <a:cubicBezTo>
                    <a:pt x="502" y="1521"/>
                    <a:pt x="970" y="719"/>
                    <a:pt x="920" y="502"/>
                  </a:cubicBezTo>
                  <a:cubicBezTo>
                    <a:pt x="853" y="318"/>
                    <a:pt x="753" y="151"/>
                    <a:pt x="63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5" name="Google Shape;2205;p68"/>
            <p:cNvSpPr/>
            <p:nvPr/>
          </p:nvSpPr>
          <p:spPr>
            <a:xfrm>
              <a:off x="7462773" y="2868658"/>
              <a:ext cx="14487" cy="64292"/>
            </a:xfrm>
            <a:custGeom>
              <a:avLst/>
              <a:gdLst/>
              <a:ahLst/>
              <a:cxnLst/>
              <a:rect l="l" t="t" r="r" b="b"/>
              <a:pathLst>
                <a:path w="452" h="2006" extrusionOk="0">
                  <a:moveTo>
                    <a:pt x="451" y="1"/>
                  </a:moveTo>
                  <a:cubicBezTo>
                    <a:pt x="451" y="1"/>
                    <a:pt x="50" y="569"/>
                    <a:pt x="34" y="736"/>
                  </a:cubicBezTo>
                  <a:cubicBezTo>
                    <a:pt x="0" y="1037"/>
                    <a:pt x="17" y="1337"/>
                    <a:pt x="50" y="1621"/>
                  </a:cubicBezTo>
                  <a:cubicBezTo>
                    <a:pt x="67" y="1755"/>
                    <a:pt x="67" y="1872"/>
                    <a:pt x="67" y="2006"/>
                  </a:cubicBezTo>
                  <a:cubicBezTo>
                    <a:pt x="268" y="1939"/>
                    <a:pt x="351" y="1621"/>
                    <a:pt x="418" y="1438"/>
                  </a:cubicBezTo>
                  <a:cubicBezTo>
                    <a:pt x="418" y="1438"/>
                    <a:pt x="201" y="803"/>
                    <a:pt x="234" y="585"/>
                  </a:cubicBezTo>
                  <a:cubicBezTo>
                    <a:pt x="284" y="385"/>
                    <a:pt x="368" y="184"/>
                    <a:pt x="451"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6" name="Google Shape;2206;p68"/>
            <p:cNvSpPr/>
            <p:nvPr/>
          </p:nvSpPr>
          <p:spPr>
            <a:xfrm>
              <a:off x="7510431" y="2878850"/>
              <a:ext cx="19839" cy="55703"/>
            </a:xfrm>
            <a:custGeom>
              <a:avLst/>
              <a:gdLst/>
              <a:ahLst/>
              <a:cxnLst/>
              <a:rect l="l" t="t" r="r" b="b"/>
              <a:pathLst>
                <a:path w="619" h="1738" extrusionOk="0">
                  <a:moveTo>
                    <a:pt x="535" y="0"/>
                  </a:moveTo>
                  <a:lnTo>
                    <a:pt x="535" y="0"/>
                  </a:lnTo>
                  <a:cubicBezTo>
                    <a:pt x="84" y="468"/>
                    <a:pt x="0" y="1170"/>
                    <a:pt x="284" y="1738"/>
                  </a:cubicBezTo>
                  <a:lnTo>
                    <a:pt x="435" y="1738"/>
                  </a:lnTo>
                  <a:cubicBezTo>
                    <a:pt x="602" y="1704"/>
                    <a:pt x="618" y="1504"/>
                    <a:pt x="618" y="1487"/>
                  </a:cubicBezTo>
                  <a:cubicBezTo>
                    <a:pt x="435" y="1019"/>
                    <a:pt x="418" y="501"/>
                    <a:pt x="535"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7" name="Google Shape;2207;p68"/>
            <p:cNvSpPr/>
            <p:nvPr/>
          </p:nvSpPr>
          <p:spPr>
            <a:xfrm>
              <a:off x="7811381" y="2082343"/>
              <a:ext cx="264989" cy="380433"/>
            </a:xfrm>
            <a:custGeom>
              <a:avLst/>
              <a:gdLst/>
              <a:ahLst/>
              <a:cxnLst/>
              <a:rect l="l" t="t" r="r" b="b"/>
              <a:pathLst>
                <a:path w="8268" h="11870" extrusionOk="0">
                  <a:moveTo>
                    <a:pt x="3708" y="1"/>
                  </a:moveTo>
                  <a:cubicBezTo>
                    <a:pt x="3653" y="1"/>
                    <a:pt x="3598" y="3"/>
                    <a:pt x="3543" y="7"/>
                  </a:cubicBezTo>
                  <a:cubicBezTo>
                    <a:pt x="0" y="240"/>
                    <a:pt x="719" y="11435"/>
                    <a:pt x="736" y="11669"/>
                  </a:cubicBezTo>
                  <a:lnTo>
                    <a:pt x="8104" y="11870"/>
                  </a:lnTo>
                  <a:cubicBezTo>
                    <a:pt x="8267" y="3557"/>
                    <a:pt x="6100" y="1"/>
                    <a:pt x="370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8" name="Google Shape;2208;p68"/>
            <p:cNvSpPr/>
            <p:nvPr/>
          </p:nvSpPr>
          <p:spPr>
            <a:xfrm>
              <a:off x="6446371" y="3026632"/>
              <a:ext cx="698882" cy="762598"/>
            </a:xfrm>
            <a:custGeom>
              <a:avLst/>
              <a:gdLst/>
              <a:ahLst/>
              <a:cxnLst/>
              <a:rect l="l" t="t" r="r" b="b"/>
              <a:pathLst>
                <a:path w="21806" h="23794" extrusionOk="0">
                  <a:moveTo>
                    <a:pt x="20218" y="1"/>
                  </a:moveTo>
                  <a:lnTo>
                    <a:pt x="17193" y="17"/>
                  </a:lnTo>
                  <a:lnTo>
                    <a:pt x="3242" y="101"/>
                  </a:lnTo>
                  <a:cubicBezTo>
                    <a:pt x="1437" y="118"/>
                    <a:pt x="0" y="1588"/>
                    <a:pt x="17" y="3376"/>
                  </a:cubicBezTo>
                  <a:lnTo>
                    <a:pt x="218" y="23794"/>
                  </a:lnTo>
                  <a:lnTo>
                    <a:pt x="21805" y="23660"/>
                  </a:lnTo>
                  <a:lnTo>
                    <a:pt x="21772" y="18280"/>
                  </a:lnTo>
                  <a:lnTo>
                    <a:pt x="21588" y="2707"/>
                  </a:lnTo>
                  <a:cubicBezTo>
                    <a:pt x="21571" y="418"/>
                    <a:pt x="20368" y="1"/>
                    <a:pt x="20218" y="1"/>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09" name="Google Shape;2209;p68"/>
            <p:cNvSpPr/>
            <p:nvPr/>
          </p:nvSpPr>
          <p:spPr>
            <a:xfrm>
              <a:off x="5816621" y="3853458"/>
              <a:ext cx="1401450" cy="136052"/>
            </a:xfrm>
            <a:custGeom>
              <a:avLst/>
              <a:gdLst/>
              <a:ahLst/>
              <a:cxnLst/>
              <a:rect l="l" t="t" r="r" b="b"/>
              <a:pathLst>
                <a:path w="43727" h="4245" extrusionOk="0">
                  <a:moveTo>
                    <a:pt x="1370" y="1"/>
                  </a:moveTo>
                  <a:cubicBezTo>
                    <a:pt x="551" y="1"/>
                    <a:pt x="0" y="819"/>
                    <a:pt x="301" y="1588"/>
                  </a:cubicBezTo>
                  <a:cubicBezTo>
                    <a:pt x="952" y="3192"/>
                    <a:pt x="2506" y="4245"/>
                    <a:pt x="4244" y="4245"/>
                  </a:cubicBezTo>
                  <a:lnTo>
                    <a:pt x="39482" y="4245"/>
                  </a:lnTo>
                  <a:cubicBezTo>
                    <a:pt x="41220" y="4245"/>
                    <a:pt x="42774" y="3192"/>
                    <a:pt x="43426" y="1588"/>
                  </a:cubicBezTo>
                  <a:cubicBezTo>
                    <a:pt x="43726" y="819"/>
                    <a:pt x="43175" y="1"/>
                    <a:pt x="42356" y="1"/>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0" name="Google Shape;2210;p68"/>
            <p:cNvSpPr/>
            <p:nvPr/>
          </p:nvSpPr>
          <p:spPr>
            <a:xfrm>
              <a:off x="6531528" y="3367772"/>
              <a:ext cx="732599" cy="1003550"/>
            </a:xfrm>
            <a:custGeom>
              <a:avLst/>
              <a:gdLst/>
              <a:ahLst/>
              <a:cxnLst/>
              <a:rect l="l" t="t" r="r" b="b"/>
              <a:pathLst>
                <a:path w="22858" h="31312" extrusionOk="0">
                  <a:moveTo>
                    <a:pt x="2974" y="0"/>
                  </a:moveTo>
                  <a:cubicBezTo>
                    <a:pt x="2423" y="0"/>
                    <a:pt x="1955" y="401"/>
                    <a:pt x="1855" y="952"/>
                  </a:cubicBezTo>
                  <a:lnTo>
                    <a:pt x="1236" y="4662"/>
                  </a:lnTo>
                  <a:cubicBezTo>
                    <a:pt x="401" y="9507"/>
                    <a:pt x="0" y="14436"/>
                    <a:pt x="0" y="19365"/>
                  </a:cubicBezTo>
                  <a:lnTo>
                    <a:pt x="0" y="20936"/>
                  </a:lnTo>
                  <a:cubicBezTo>
                    <a:pt x="0" y="26667"/>
                    <a:pt x="4645" y="31312"/>
                    <a:pt x="10359" y="31312"/>
                  </a:cubicBezTo>
                  <a:lnTo>
                    <a:pt x="12481" y="31312"/>
                  </a:lnTo>
                  <a:cubicBezTo>
                    <a:pt x="18212" y="31312"/>
                    <a:pt x="22857" y="26667"/>
                    <a:pt x="22857" y="20936"/>
                  </a:cubicBezTo>
                  <a:lnTo>
                    <a:pt x="22857" y="2556"/>
                  </a:lnTo>
                  <a:cubicBezTo>
                    <a:pt x="22857" y="1136"/>
                    <a:pt x="21704" y="0"/>
                    <a:pt x="20284"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1" name="Google Shape;2211;p68"/>
            <p:cNvSpPr/>
            <p:nvPr/>
          </p:nvSpPr>
          <p:spPr>
            <a:xfrm>
              <a:off x="6868342" y="3519850"/>
              <a:ext cx="48235" cy="988037"/>
            </a:xfrm>
            <a:custGeom>
              <a:avLst/>
              <a:gdLst/>
              <a:ahLst/>
              <a:cxnLst/>
              <a:rect l="l" t="t" r="r" b="b"/>
              <a:pathLst>
                <a:path w="1505" h="30828" extrusionOk="0">
                  <a:moveTo>
                    <a:pt x="686" y="0"/>
                  </a:moveTo>
                  <a:cubicBezTo>
                    <a:pt x="301" y="0"/>
                    <a:pt x="1" y="318"/>
                    <a:pt x="1" y="702"/>
                  </a:cubicBezTo>
                  <a:lnTo>
                    <a:pt x="101" y="30142"/>
                  </a:lnTo>
                  <a:cubicBezTo>
                    <a:pt x="101" y="30527"/>
                    <a:pt x="418" y="30827"/>
                    <a:pt x="803" y="30827"/>
                  </a:cubicBezTo>
                  <a:cubicBezTo>
                    <a:pt x="1187" y="30827"/>
                    <a:pt x="1504" y="30510"/>
                    <a:pt x="1504" y="30126"/>
                  </a:cubicBezTo>
                  <a:lnTo>
                    <a:pt x="1388" y="702"/>
                  </a:lnTo>
                  <a:cubicBezTo>
                    <a:pt x="1388" y="318"/>
                    <a:pt x="1070" y="0"/>
                    <a:pt x="68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2" name="Google Shape;2212;p68"/>
            <p:cNvSpPr/>
            <p:nvPr/>
          </p:nvSpPr>
          <p:spPr>
            <a:xfrm>
              <a:off x="6530438" y="3656511"/>
              <a:ext cx="726189" cy="714811"/>
            </a:xfrm>
            <a:custGeom>
              <a:avLst/>
              <a:gdLst/>
              <a:ahLst/>
              <a:cxnLst/>
              <a:rect l="l" t="t" r="r" b="b"/>
              <a:pathLst>
                <a:path w="22658" h="22303" extrusionOk="0">
                  <a:moveTo>
                    <a:pt x="21644" y="0"/>
                  </a:moveTo>
                  <a:cubicBezTo>
                    <a:pt x="21480" y="0"/>
                    <a:pt x="21308" y="63"/>
                    <a:pt x="21154" y="214"/>
                  </a:cubicBezTo>
                  <a:lnTo>
                    <a:pt x="435" y="21100"/>
                  </a:lnTo>
                  <a:cubicBezTo>
                    <a:pt x="1" y="21551"/>
                    <a:pt x="301" y="22303"/>
                    <a:pt x="920" y="22303"/>
                  </a:cubicBezTo>
                  <a:cubicBezTo>
                    <a:pt x="1120" y="22303"/>
                    <a:pt x="1287" y="22219"/>
                    <a:pt x="1421" y="22086"/>
                  </a:cubicBezTo>
                  <a:lnTo>
                    <a:pt x="22156" y="1200"/>
                  </a:lnTo>
                  <a:cubicBezTo>
                    <a:pt x="22657" y="699"/>
                    <a:pt x="22190" y="0"/>
                    <a:pt x="2164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3" name="Google Shape;2213;p68"/>
            <p:cNvSpPr/>
            <p:nvPr/>
          </p:nvSpPr>
          <p:spPr>
            <a:xfrm>
              <a:off x="6390668" y="3990023"/>
              <a:ext cx="1003037" cy="48235"/>
            </a:xfrm>
            <a:custGeom>
              <a:avLst/>
              <a:gdLst/>
              <a:ahLst/>
              <a:cxnLst/>
              <a:rect l="l" t="t" r="r" b="b"/>
              <a:pathLst>
                <a:path w="31296" h="1505" extrusionOk="0">
                  <a:moveTo>
                    <a:pt x="30360" y="0"/>
                  </a:moveTo>
                  <a:lnTo>
                    <a:pt x="936" y="101"/>
                  </a:lnTo>
                  <a:cubicBezTo>
                    <a:pt x="1" y="101"/>
                    <a:pt x="1" y="1504"/>
                    <a:pt x="936" y="1504"/>
                  </a:cubicBezTo>
                  <a:lnTo>
                    <a:pt x="30377" y="1387"/>
                  </a:lnTo>
                  <a:cubicBezTo>
                    <a:pt x="31296" y="1387"/>
                    <a:pt x="31296" y="0"/>
                    <a:pt x="3036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4" name="Google Shape;2214;p68"/>
            <p:cNvSpPr/>
            <p:nvPr/>
          </p:nvSpPr>
          <p:spPr>
            <a:xfrm>
              <a:off x="6524125" y="3658306"/>
              <a:ext cx="733048" cy="710356"/>
            </a:xfrm>
            <a:custGeom>
              <a:avLst/>
              <a:gdLst/>
              <a:ahLst/>
              <a:cxnLst/>
              <a:rect l="l" t="t" r="r" b="b"/>
              <a:pathLst>
                <a:path w="22872" h="22164" extrusionOk="0">
                  <a:moveTo>
                    <a:pt x="1031" y="0"/>
                  </a:moveTo>
                  <a:cubicBezTo>
                    <a:pt x="483" y="0"/>
                    <a:pt x="1" y="731"/>
                    <a:pt x="548" y="1227"/>
                  </a:cubicBezTo>
                  <a:lnTo>
                    <a:pt x="21434" y="21963"/>
                  </a:lnTo>
                  <a:cubicBezTo>
                    <a:pt x="21568" y="22096"/>
                    <a:pt x="21752" y="22163"/>
                    <a:pt x="21935" y="22163"/>
                  </a:cubicBezTo>
                  <a:cubicBezTo>
                    <a:pt x="22554" y="22163"/>
                    <a:pt x="22871" y="21411"/>
                    <a:pt x="22420" y="20977"/>
                  </a:cubicBezTo>
                  <a:lnTo>
                    <a:pt x="1534" y="242"/>
                  </a:lnTo>
                  <a:cubicBezTo>
                    <a:pt x="1380" y="71"/>
                    <a:pt x="1202" y="0"/>
                    <a:pt x="103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5" name="Google Shape;2215;p68"/>
            <p:cNvSpPr/>
            <p:nvPr/>
          </p:nvSpPr>
          <p:spPr>
            <a:xfrm>
              <a:off x="6383714" y="3542317"/>
              <a:ext cx="980025" cy="943264"/>
            </a:xfrm>
            <a:custGeom>
              <a:avLst/>
              <a:gdLst/>
              <a:ahLst/>
              <a:cxnLst/>
              <a:rect l="l" t="t" r="r" b="b"/>
              <a:pathLst>
                <a:path w="30578" h="29431" extrusionOk="0">
                  <a:moveTo>
                    <a:pt x="15872" y="4542"/>
                  </a:moveTo>
                  <a:cubicBezTo>
                    <a:pt x="17183" y="4542"/>
                    <a:pt x="18506" y="4795"/>
                    <a:pt x="19767" y="5314"/>
                  </a:cubicBezTo>
                  <a:cubicBezTo>
                    <a:pt x="23560" y="6902"/>
                    <a:pt x="26032" y="10594"/>
                    <a:pt x="26032" y="14721"/>
                  </a:cubicBezTo>
                  <a:cubicBezTo>
                    <a:pt x="26032" y="20335"/>
                    <a:pt x="21488" y="24880"/>
                    <a:pt x="15874" y="24880"/>
                  </a:cubicBezTo>
                  <a:cubicBezTo>
                    <a:pt x="11747" y="24880"/>
                    <a:pt x="8054" y="22407"/>
                    <a:pt x="6467" y="18614"/>
                  </a:cubicBezTo>
                  <a:cubicBezTo>
                    <a:pt x="4896" y="14805"/>
                    <a:pt x="5765" y="10427"/>
                    <a:pt x="8672" y="7520"/>
                  </a:cubicBezTo>
                  <a:cubicBezTo>
                    <a:pt x="10617" y="5575"/>
                    <a:pt x="13221" y="4542"/>
                    <a:pt x="15872" y="4542"/>
                  </a:cubicBezTo>
                  <a:close/>
                  <a:moveTo>
                    <a:pt x="15874" y="1"/>
                  </a:moveTo>
                  <a:cubicBezTo>
                    <a:pt x="9909" y="1"/>
                    <a:pt x="4545" y="3593"/>
                    <a:pt x="2273" y="9090"/>
                  </a:cubicBezTo>
                  <a:cubicBezTo>
                    <a:pt x="0" y="14588"/>
                    <a:pt x="1254" y="20920"/>
                    <a:pt x="5464" y="25114"/>
                  </a:cubicBezTo>
                  <a:cubicBezTo>
                    <a:pt x="8281" y="27930"/>
                    <a:pt x="12046" y="29431"/>
                    <a:pt x="15876" y="29431"/>
                  </a:cubicBezTo>
                  <a:cubicBezTo>
                    <a:pt x="17772" y="29431"/>
                    <a:pt x="19684" y="29063"/>
                    <a:pt x="21504" y="28305"/>
                  </a:cubicBezTo>
                  <a:cubicBezTo>
                    <a:pt x="27001" y="26033"/>
                    <a:pt x="30577" y="20669"/>
                    <a:pt x="30577" y="14721"/>
                  </a:cubicBezTo>
                  <a:cubicBezTo>
                    <a:pt x="30577" y="6584"/>
                    <a:pt x="23994" y="1"/>
                    <a:pt x="15874"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6" name="Google Shape;2216;p68"/>
            <p:cNvSpPr/>
            <p:nvPr/>
          </p:nvSpPr>
          <p:spPr>
            <a:xfrm>
              <a:off x="6739821" y="3899514"/>
              <a:ext cx="266720" cy="229061"/>
            </a:xfrm>
            <a:custGeom>
              <a:avLst/>
              <a:gdLst/>
              <a:ahLst/>
              <a:cxnLst/>
              <a:rect l="l" t="t" r="r" b="b"/>
              <a:pathLst>
                <a:path w="8322" h="7147" extrusionOk="0">
                  <a:moveTo>
                    <a:pt x="4763" y="1"/>
                  </a:moveTo>
                  <a:cubicBezTo>
                    <a:pt x="1588" y="1"/>
                    <a:pt x="1" y="3844"/>
                    <a:pt x="2240" y="6099"/>
                  </a:cubicBezTo>
                  <a:cubicBezTo>
                    <a:pt x="2963" y="6823"/>
                    <a:pt x="3854" y="7147"/>
                    <a:pt x="4729" y="7147"/>
                  </a:cubicBezTo>
                  <a:cubicBezTo>
                    <a:pt x="6561" y="7147"/>
                    <a:pt x="8322" y="5725"/>
                    <a:pt x="8322" y="3576"/>
                  </a:cubicBezTo>
                  <a:cubicBezTo>
                    <a:pt x="8322" y="1605"/>
                    <a:pt x="6717" y="1"/>
                    <a:pt x="476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7" name="Google Shape;2217;p68"/>
            <p:cNvSpPr/>
            <p:nvPr/>
          </p:nvSpPr>
          <p:spPr>
            <a:xfrm>
              <a:off x="6820683" y="3960569"/>
              <a:ext cx="124803" cy="106951"/>
            </a:xfrm>
            <a:custGeom>
              <a:avLst/>
              <a:gdLst/>
              <a:ahLst/>
              <a:cxnLst/>
              <a:rect l="l" t="t" r="r" b="b"/>
              <a:pathLst>
                <a:path w="3894" h="3337" extrusionOk="0">
                  <a:moveTo>
                    <a:pt x="2240" y="0"/>
                  </a:moveTo>
                  <a:cubicBezTo>
                    <a:pt x="753" y="0"/>
                    <a:pt x="1" y="1788"/>
                    <a:pt x="1053" y="2841"/>
                  </a:cubicBezTo>
                  <a:cubicBezTo>
                    <a:pt x="1395" y="3183"/>
                    <a:pt x="1815" y="3336"/>
                    <a:pt x="2226" y="3336"/>
                  </a:cubicBezTo>
                  <a:cubicBezTo>
                    <a:pt x="3079" y="3336"/>
                    <a:pt x="3894" y="2675"/>
                    <a:pt x="3894" y="1671"/>
                  </a:cubicBezTo>
                  <a:cubicBezTo>
                    <a:pt x="3894" y="752"/>
                    <a:pt x="3159" y="0"/>
                    <a:pt x="2240"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8" name="Google Shape;2218;p68"/>
            <p:cNvSpPr/>
            <p:nvPr/>
          </p:nvSpPr>
          <p:spPr>
            <a:xfrm>
              <a:off x="6383714" y="3542317"/>
              <a:ext cx="980025" cy="943264"/>
            </a:xfrm>
            <a:custGeom>
              <a:avLst/>
              <a:gdLst/>
              <a:ahLst/>
              <a:cxnLst/>
              <a:rect l="l" t="t" r="r" b="b"/>
              <a:pathLst>
                <a:path w="30578" h="29431" extrusionOk="0">
                  <a:moveTo>
                    <a:pt x="15872" y="4542"/>
                  </a:moveTo>
                  <a:cubicBezTo>
                    <a:pt x="17183" y="4542"/>
                    <a:pt x="18506" y="4795"/>
                    <a:pt x="19767" y="5314"/>
                  </a:cubicBezTo>
                  <a:cubicBezTo>
                    <a:pt x="23560" y="6902"/>
                    <a:pt x="26032" y="10594"/>
                    <a:pt x="26032" y="14721"/>
                  </a:cubicBezTo>
                  <a:cubicBezTo>
                    <a:pt x="26032" y="20335"/>
                    <a:pt x="21488" y="24880"/>
                    <a:pt x="15874" y="24880"/>
                  </a:cubicBezTo>
                  <a:cubicBezTo>
                    <a:pt x="11747" y="24880"/>
                    <a:pt x="8054" y="22407"/>
                    <a:pt x="6467" y="18614"/>
                  </a:cubicBezTo>
                  <a:cubicBezTo>
                    <a:pt x="4896" y="14805"/>
                    <a:pt x="5765" y="10427"/>
                    <a:pt x="8672" y="7520"/>
                  </a:cubicBezTo>
                  <a:cubicBezTo>
                    <a:pt x="10617" y="5575"/>
                    <a:pt x="13221" y="4542"/>
                    <a:pt x="15872" y="4542"/>
                  </a:cubicBezTo>
                  <a:close/>
                  <a:moveTo>
                    <a:pt x="15874" y="1"/>
                  </a:moveTo>
                  <a:cubicBezTo>
                    <a:pt x="9909" y="1"/>
                    <a:pt x="4545" y="3593"/>
                    <a:pt x="2273" y="9090"/>
                  </a:cubicBezTo>
                  <a:cubicBezTo>
                    <a:pt x="0" y="14588"/>
                    <a:pt x="1254" y="20920"/>
                    <a:pt x="5464" y="25114"/>
                  </a:cubicBezTo>
                  <a:cubicBezTo>
                    <a:pt x="8281" y="27930"/>
                    <a:pt x="12046" y="29431"/>
                    <a:pt x="15876" y="29431"/>
                  </a:cubicBezTo>
                  <a:cubicBezTo>
                    <a:pt x="17772" y="29431"/>
                    <a:pt x="19684" y="29063"/>
                    <a:pt x="21504" y="28305"/>
                  </a:cubicBezTo>
                  <a:cubicBezTo>
                    <a:pt x="27001" y="26033"/>
                    <a:pt x="30577" y="20669"/>
                    <a:pt x="30577" y="14721"/>
                  </a:cubicBezTo>
                  <a:cubicBezTo>
                    <a:pt x="30577" y="6584"/>
                    <a:pt x="23994" y="1"/>
                    <a:pt x="15874" y="1"/>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219" name="Google Shape;2219;p68"/>
            <p:cNvSpPr/>
            <p:nvPr/>
          </p:nvSpPr>
          <p:spPr>
            <a:xfrm>
              <a:off x="6361214" y="3507478"/>
              <a:ext cx="1094604" cy="1016466"/>
            </a:xfrm>
            <a:custGeom>
              <a:avLst/>
              <a:gdLst/>
              <a:ahLst/>
              <a:cxnLst/>
              <a:rect l="l" t="t" r="r" b="b"/>
              <a:pathLst>
                <a:path w="34153" h="31715" extrusionOk="0">
                  <a:moveTo>
                    <a:pt x="16576" y="2274"/>
                  </a:moveTo>
                  <a:cubicBezTo>
                    <a:pt x="18380" y="2274"/>
                    <a:pt x="20168" y="2642"/>
                    <a:pt x="21839" y="3344"/>
                  </a:cubicBezTo>
                  <a:cubicBezTo>
                    <a:pt x="28205" y="6034"/>
                    <a:pt x="31496" y="13118"/>
                    <a:pt x="29458" y="19718"/>
                  </a:cubicBezTo>
                  <a:cubicBezTo>
                    <a:pt x="27687" y="25466"/>
                    <a:pt x="22386" y="29221"/>
                    <a:pt x="16588" y="29221"/>
                  </a:cubicBezTo>
                  <a:cubicBezTo>
                    <a:pt x="15712" y="29221"/>
                    <a:pt x="14824" y="29136"/>
                    <a:pt x="13936" y="28958"/>
                  </a:cubicBezTo>
                  <a:cubicBezTo>
                    <a:pt x="7152" y="27588"/>
                    <a:pt x="2507" y="21305"/>
                    <a:pt x="3192" y="14421"/>
                  </a:cubicBezTo>
                  <a:cubicBezTo>
                    <a:pt x="3860" y="7537"/>
                    <a:pt x="9658" y="2291"/>
                    <a:pt x="16576" y="2274"/>
                  </a:cubicBezTo>
                  <a:close/>
                  <a:moveTo>
                    <a:pt x="16616" y="0"/>
                  </a:moveTo>
                  <a:cubicBezTo>
                    <a:pt x="15571" y="0"/>
                    <a:pt x="14512" y="104"/>
                    <a:pt x="13451" y="319"/>
                  </a:cubicBezTo>
                  <a:cubicBezTo>
                    <a:pt x="5464" y="1923"/>
                    <a:pt x="1" y="9325"/>
                    <a:pt x="803" y="17412"/>
                  </a:cubicBezTo>
                  <a:cubicBezTo>
                    <a:pt x="1605" y="25516"/>
                    <a:pt x="8422" y="31698"/>
                    <a:pt x="16576" y="31715"/>
                  </a:cubicBezTo>
                  <a:cubicBezTo>
                    <a:pt x="18698" y="31715"/>
                    <a:pt x="20803" y="31297"/>
                    <a:pt x="22758" y="30462"/>
                  </a:cubicBezTo>
                  <a:cubicBezTo>
                    <a:pt x="30260" y="27287"/>
                    <a:pt x="34153" y="18949"/>
                    <a:pt x="31747" y="11180"/>
                  </a:cubicBezTo>
                  <a:cubicBezTo>
                    <a:pt x="29660" y="4428"/>
                    <a:pt x="23440" y="0"/>
                    <a:pt x="1661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2" name="TextBox 1">
            <a:extLst>
              <a:ext uri="{FF2B5EF4-FFF2-40B4-BE49-F238E27FC236}">
                <a16:creationId xmlns:a16="http://schemas.microsoft.com/office/drawing/2014/main" id="{AD598189-E741-7F07-C646-C8ADAE512DDB}"/>
              </a:ext>
            </a:extLst>
          </p:cNvPr>
          <p:cNvSpPr txBox="1"/>
          <p:nvPr/>
        </p:nvSpPr>
        <p:spPr>
          <a:xfrm>
            <a:off x="493776" y="1234440"/>
            <a:ext cx="5837099" cy="5078313"/>
          </a:xfrm>
          <a:prstGeom prst="rect">
            <a:avLst/>
          </a:prstGeom>
          <a:noFill/>
        </p:spPr>
        <p:txBody>
          <a:bodyPr wrap="square" rtlCol="0">
            <a:spAutoFit/>
          </a:bodyPr>
          <a:lstStyle/>
          <a:p>
            <a:r>
              <a:rPr lang="en-US" b="1" dirty="0"/>
              <a:t>Project Goals Achieved</a:t>
            </a:r>
          </a:p>
          <a:p>
            <a:endParaRPr lang="en-US" dirty="0"/>
          </a:p>
          <a:p>
            <a:r>
              <a:rPr lang="en-US" dirty="0"/>
              <a:t>Developed ML model for health risk prediction</a:t>
            </a:r>
          </a:p>
          <a:p>
            <a:r>
              <a:rPr lang="en-US" dirty="0"/>
              <a:t>Built scalable, cloud-based system</a:t>
            </a:r>
          </a:p>
          <a:p>
            <a:r>
              <a:rPr lang="en-US" dirty="0"/>
              <a:t>Delivered user-friendly interfaces for patients and doctors</a:t>
            </a:r>
          </a:p>
          <a:p>
            <a:endParaRPr lang="en-US" dirty="0"/>
          </a:p>
          <a:p>
            <a:r>
              <a:rPr lang="en-US" b="1" dirty="0"/>
              <a:t>Preventive Healthcare with AI</a:t>
            </a:r>
          </a:p>
          <a:p>
            <a:endParaRPr lang="en-US" dirty="0"/>
          </a:p>
          <a:p>
            <a:r>
              <a:rPr lang="en-US" dirty="0"/>
              <a:t>Real-time monitoring and alerts</a:t>
            </a:r>
          </a:p>
          <a:p>
            <a:r>
              <a:rPr lang="en-US" dirty="0"/>
              <a:t>Early detection for rural communities</a:t>
            </a:r>
          </a:p>
          <a:p>
            <a:r>
              <a:rPr lang="en-US" dirty="0"/>
              <a:t>Reduced emergency hospital visits</a:t>
            </a:r>
          </a:p>
          <a:p>
            <a:endParaRPr lang="en-US" dirty="0"/>
          </a:p>
          <a:p>
            <a:r>
              <a:rPr lang="en-US" b="1" dirty="0"/>
              <a:t>Future Scope</a:t>
            </a:r>
            <a:endParaRPr lang="en-US" dirty="0"/>
          </a:p>
          <a:p>
            <a:r>
              <a:rPr lang="en-US" dirty="0"/>
              <a:t>Expand datasets for better accuracy</a:t>
            </a:r>
          </a:p>
          <a:p>
            <a:r>
              <a:rPr lang="en-US" dirty="0"/>
              <a:t>Integrate deep learning models</a:t>
            </a:r>
          </a:p>
          <a:p>
            <a:r>
              <a:rPr lang="en-US" dirty="0"/>
              <a:t>Add multilingual support for wider accessibility</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9"/>
        <p:cNvGrpSpPr/>
        <p:nvPr/>
      </p:nvGrpSpPr>
      <p:grpSpPr>
        <a:xfrm>
          <a:off x="0" y="0"/>
          <a:ext cx="0" cy="0"/>
          <a:chOff x="0" y="0"/>
          <a:chExt cx="0" cy="0"/>
        </a:xfrm>
      </p:grpSpPr>
      <p:grpSp>
        <p:nvGrpSpPr>
          <p:cNvPr id="1780" name="Google Shape;1780;p63"/>
          <p:cNvGrpSpPr/>
          <p:nvPr/>
        </p:nvGrpSpPr>
        <p:grpSpPr>
          <a:xfrm>
            <a:off x="3705311" y="642642"/>
            <a:ext cx="5191444" cy="6654479"/>
            <a:chOff x="2772125" y="289957"/>
            <a:chExt cx="3893583" cy="4990859"/>
          </a:xfrm>
        </p:grpSpPr>
        <p:grpSp>
          <p:nvGrpSpPr>
            <p:cNvPr id="1781" name="Google Shape;1781;p63"/>
            <p:cNvGrpSpPr/>
            <p:nvPr/>
          </p:nvGrpSpPr>
          <p:grpSpPr>
            <a:xfrm>
              <a:off x="2772125" y="289957"/>
              <a:ext cx="3489773" cy="4321192"/>
              <a:chOff x="2772125" y="289957"/>
              <a:chExt cx="3489773" cy="4321192"/>
            </a:xfrm>
          </p:grpSpPr>
          <p:grpSp>
            <p:nvGrpSpPr>
              <p:cNvPr id="1782" name="Google Shape;1782;p63"/>
              <p:cNvGrpSpPr/>
              <p:nvPr/>
            </p:nvGrpSpPr>
            <p:grpSpPr>
              <a:xfrm>
                <a:off x="2772125" y="664600"/>
                <a:ext cx="3489773" cy="3946549"/>
                <a:chOff x="2772125" y="664600"/>
                <a:chExt cx="3489773" cy="3946549"/>
              </a:xfrm>
            </p:grpSpPr>
            <p:sp>
              <p:nvSpPr>
                <p:cNvPr id="1783" name="Google Shape;1783;p63"/>
                <p:cNvSpPr/>
                <p:nvPr/>
              </p:nvSpPr>
              <p:spPr>
                <a:xfrm>
                  <a:off x="2772125" y="664600"/>
                  <a:ext cx="3489773" cy="3946549"/>
                </a:xfrm>
                <a:custGeom>
                  <a:avLst/>
                  <a:gdLst/>
                  <a:ahLst/>
                  <a:cxnLst/>
                  <a:rect l="l" t="t" r="r" b="b"/>
                  <a:pathLst>
                    <a:path w="140816" h="180827" extrusionOk="0">
                      <a:moveTo>
                        <a:pt x="1790" y="0"/>
                      </a:moveTo>
                      <a:cubicBezTo>
                        <a:pt x="778" y="0"/>
                        <a:pt x="0" y="856"/>
                        <a:pt x="0" y="1868"/>
                      </a:cubicBezTo>
                      <a:lnTo>
                        <a:pt x="0" y="179036"/>
                      </a:lnTo>
                      <a:cubicBezTo>
                        <a:pt x="0" y="180048"/>
                        <a:pt x="778" y="180826"/>
                        <a:pt x="1790" y="180826"/>
                      </a:cubicBezTo>
                      <a:lnTo>
                        <a:pt x="139025" y="180826"/>
                      </a:lnTo>
                      <a:cubicBezTo>
                        <a:pt x="140037" y="180826"/>
                        <a:pt x="140816" y="180048"/>
                        <a:pt x="140816" y="179036"/>
                      </a:cubicBezTo>
                      <a:lnTo>
                        <a:pt x="140816" y="1868"/>
                      </a:lnTo>
                      <a:cubicBezTo>
                        <a:pt x="140816" y="856"/>
                        <a:pt x="140037" y="0"/>
                        <a:pt x="13902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84" name="Google Shape;1784;p63"/>
                <p:cNvSpPr/>
                <p:nvPr/>
              </p:nvSpPr>
              <p:spPr>
                <a:xfrm>
                  <a:off x="3042180" y="914319"/>
                  <a:ext cx="2949638" cy="3448787"/>
                </a:xfrm>
                <a:custGeom>
                  <a:avLst/>
                  <a:gdLst/>
                  <a:ahLst/>
                  <a:cxnLst/>
                  <a:rect l="l" t="t" r="r" b="b"/>
                  <a:pathLst>
                    <a:path w="119021" h="158020" extrusionOk="0">
                      <a:moveTo>
                        <a:pt x="1" y="1"/>
                      </a:moveTo>
                      <a:lnTo>
                        <a:pt x="1" y="158020"/>
                      </a:lnTo>
                      <a:lnTo>
                        <a:pt x="119021" y="158020"/>
                      </a:lnTo>
                      <a:lnTo>
                        <a:pt x="119021"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1785" name="Google Shape;1785;p63"/>
              <p:cNvSpPr/>
              <p:nvPr/>
            </p:nvSpPr>
            <p:spPr>
              <a:xfrm>
                <a:off x="3746327" y="289957"/>
                <a:ext cx="1541372" cy="488067"/>
              </a:xfrm>
              <a:custGeom>
                <a:avLst/>
                <a:gdLst/>
                <a:ahLst/>
                <a:cxnLst/>
                <a:rect l="l" t="t" r="r" b="b"/>
                <a:pathLst>
                  <a:path w="62196" h="19694" extrusionOk="0">
                    <a:moveTo>
                      <a:pt x="31115" y="3929"/>
                    </a:moveTo>
                    <a:cubicBezTo>
                      <a:pt x="33197" y="3929"/>
                      <a:pt x="35185" y="5547"/>
                      <a:pt x="35185" y="8018"/>
                    </a:cubicBezTo>
                    <a:cubicBezTo>
                      <a:pt x="35185" y="10275"/>
                      <a:pt x="33394" y="12143"/>
                      <a:pt x="31137" y="12143"/>
                    </a:cubicBezTo>
                    <a:cubicBezTo>
                      <a:pt x="27478" y="12143"/>
                      <a:pt x="25610" y="7706"/>
                      <a:pt x="28257" y="5138"/>
                    </a:cubicBezTo>
                    <a:cubicBezTo>
                      <a:pt x="29091" y="4303"/>
                      <a:pt x="30114" y="3929"/>
                      <a:pt x="31115" y="3929"/>
                    </a:cubicBezTo>
                    <a:close/>
                    <a:moveTo>
                      <a:pt x="31137" y="0"/>
                    </a:moveTo>
                    <a:cubicBezTo>
                      <a:pt x="26544" y="0"/>
                      <a:pt x="22808" y="3736"/>
                      <a:pt x="22808" y="8329"/>
                    </a:cubicBezTo>
                    <a:cubicBezTo>
                      <a:pt x="22808" y="8796"/>
                      <a:pt x="22808" y="9185"/>
                      <a:pt x="22886" y="9652"/>
                    </a:cubicBezTo>
                    <a:lnTo>
                      <a:pt x="1557" y="9652"/>
                    </a:lnTo>
                    <a:cubicBezTo>
                      <a:pt x="701" y="9652"/>
                      <a:pt x="0" y="10353"/>
                      <a:pt x="0" y="11209"/>
                    </a:cubicBezTo>
                    <a:lnTo>
                      <a:pt x="0" y="18059"/>
                    </a:lnTo>
                    <a:cubicBezTo>
                      <a:pt x="0" y="18916"/>
                      <a:pt x="701" y="19616"/>
                      <a:pt x="1557" y="19694"/>
                    </a:cubicBezTo>
                    <a:lnTo>
                      <a:pt x="60639" y="19694"/>
                    </a:lnTo>
                    <a:cubicBezTo>
                      <a:pt x="61495" y="19616"/>
                      <a:pt x="62196" y="18916"/>
                      <a:pt x="62196" y="18059"/>
                    </a:cubicBezTo>
                    <a:lnTo>
                      <a:pt x="62196" y="11209"/>
                    </a:lnTo>
                    <a:cubicBezTo>
                      <a:pt x="62196" y="10353"/>
                      <a:pt x="61495" y="9652"/>
                      <a:pt x="60639" y="9652"/>
                    </a:cubicBezTo>
                    <a:lnTo>
                      <a:pt x="39310" y="9652"/>
                    </a:lnTo>
                    <a:cubicBezTo>
                      <a:pt x="39388" y="9185"/>
                      <a:pt x="39388" y="8796"/>
                      <a:pt x="39466" y="8329"/>
                    </a:cubicBezTo>
                    <a:cubicBezTo>
                      <a:pt x="39466" y="3736"/>
                      <a:pt x="35729" y="0"/>
                      <a:pt x="31137" y="0"/>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1786" name="Google Shape;1786;p63"/>
            <p:cNvGrpSpPr/>
            <p:nvPr/>
          </p:nvGrpSpPr>
          <p:grpSpPr>
            <a:xfrm>
              <a:off x="4612307" y="3076644"/>
              <a:ext cx="2053401" cy="2204172"/>
              <a:chOff x="4612307" y="3076644"/>
              <a:chExt cx="2053401" cy="2204172"/>
            </a:xfrm>
          </p:grpSpPr>
          <p:sp>
            <p:nvSpPr>
              <p:cNvPr id="1787" name="Google Shape;1787;p63"/>
              <p:cNvSpPr/>
              <p:nvPr/>
            </p:nvSpPr>
            <p:spPr>
              <a:xfrm rot="1751529">
                <a:off x="5034588" y="3186841"/>
                <a:ext cx="968457" cy="1983779"/>
              </a:xfrm>
              <a:custGeom>
                <a:avLst/>
                <a:gdLst/>
                <a:ahLst/>
                <a:cxnLst/>
                <a:rect l="l" t="t" r="r" b="b"/>
                <a:pathLst>
                  <a:path w="39078" h="80047" extrusionOk="0">
                    <a:moveTo>
                      <a:pt x="33799" y="1"/>
                    </a:moveTo>
                    <a:cubicBezTo>
                      <a:pt x="33120" y="1"/>
                      <a:pt x="32467" y="383"/>
                      <a:pt x="32227" y="1041"/>
                    </a:cubicBezTo>
                    <a:lnTo>
                      <a:pt x="312" y="76314"/>
                    </a:lnTo>
                    <a:cubicBezTo>
                      <a:pt x="1" y="77093"/>
                      <a:pt x="390" y="78105"/>
                      <a:pt x="1246" y="78494"/>
                    </a:cubicBezTo>
                    <a:lnTo>
                      <a:pt x="4671" y="79895"/>
                    </a:lnTo>
                    <a:cubicBezTo>
                      <a:pt x="4897" y="79998"/>
                      <a:pt x="5129" y="80046"/>
                      <a:pt x="5354" y="80046"/>
                    </a:cubicBezTo>
                    <a:cubicBezTo>
                      <a:pt x="5983" y="80046"/>
                      <a:pt x="6564" y="79669"/>
                      <a:pt x="6851" y="79039"/>
                    </a:cubicBezTo>
                    <a:lnTo>
                      <a:pt x="38688" y="3766"/>
                    </a:lnTo>
                    <a:cubicBezTo>
                      <a:pt x="39077" y="2910"/>
                      <a:pt x="38688" y="1976"/>
                      <a:pt x="37832" y="1586"/>
                    </a:cubicBezTo>
                    <a:lnTo>
                      <a:pt x="34407" y="107"/>
                    </a:lnTo>
                    <a:cubicBezTo>
                      <a:pt x="34209" y="35"/>
                      <a:pt x="34003" y="1"/>
                      <a:pt x="33799"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788" name="Google Shape;1788;p63"/>
              <p:cNvSpPr/>
              <p:nvPr/>
            </p:nvSpPr>
            <p:spPr>
              <a:xfrm rot="1751529">
                <a:off x="6020815" y="3222050"/>
                <a:ext cx="490028" cy="762637"/>
              </a:xfrm>
              <a:custGeom>
                <a:avLst/>
                <a:gdLst/>
                <a:ahLst/>
                <a:cxnLst/>
                <a:rect l="l" t="t" r="r" b="b"/>
                <a:pathLst>
                  <a:path w="19773" h="30773" extrusionOk="0">
                    <a:moveTo>
                      <a:pt x="12539" y="1"/>
                    </a:moveTo>
                    <a:cubicBezTo>
                      <a:pt x="11892" y="1"/>
                      <a:pt x="11284" y="378"/>
                      <a:pt x="11054" y="1008"/>
                    </a:cubicBezTo>
                    <a:lnTo>
                      <a:pt x="390" y="26229"/>
                    </a:lnTo>
                    <a:cubicBezTo>
                      <a:pt x="1" y="27085"/>
                      <a:pt x="390" y="28019"/>
                      <a:pt x="1246" y="28408"/>
                    </a:cubicBezTo>
                    <a:lnTo>
                      <a:pt x="6617" y="30666"/>
                    </a:lnTo>
                    <a:cubicBezTo>
                      <a:pt x="6797" y="30738"/>
                      <a:pt x="6990" y="30772"/>
                      <a:pt x="7183" y="30772"/>
                    </a:cubicBezTo>
                    <a:cubicBezTo>
                      <a:pt x="7826" y="30772"/>
                      <a:pt x="8480" y="30390"/>
                      <a:pt x="8719" y="29732"/>
                    </a:cubicBezTo>
                    <a:lnTo>
                      <a:pt x="19383" y="4589"/>
                    </a:lnTo>
                    <a:cubicBezTo>
                      <a:pt x="19773" y="3732"/>
                      <a:pt x="19383" y="2721"/>
                      <a:pt x="18527" y="2409"/>
                    </a:cubicBezTo>
                    <a:lnTo>
                      <a:pt x="13234" y="152"/>
                    </a:lnTo>
                    <a:cubicBezTo>
                      <a:pt x="13008" y="49"/>
                      <a:pt x="12771" y="1"/>
                      <a:pt x="12539"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1789" name="Google Shape;1789;p63"/>
            <p:cNvSpPr/>
            <p:nvPr/>
          </p:nvSpPr>
          <p:spPr>
            <a:xfrm>
              <a:off x="5343409" y="956281"/>
              <a:ext cx="350815" cy="334261"/>
            </a:xfrm>
            <a:custGeom>
              <a:avLst/>
              <a:gdLst/>
              <a:ahLst/>
              <a:cxnLst/>
              <a:rect l="l" t="t" r="r" b="b"/>
              <a:pathLst>
                <a:path w="19305" h="19305" extrusionOk="0">
                  <a:moveTo>
                    <a:pt x="7551" y="0"/>
                  </a:moveTo>
                  <a:cubicBezTo>
                    <a:pt x="7084" y="0"/>
                    <a:pt x="6694" y="311"/>
                    <a:pt x="6694" y="778"/>
                  </a:cubicBezTo>
                  <a:lnTo>
                    <a:pt x="6694" y="6694"/>
                  </a:lnTo>
                  <a:lnTo>
                    <a:pt x="778" y="6694"/>
                  </a:lnTo>
                  <a:cubicBezTo>
                    <a:pt x="389" y="6694"/>
                    <a:pt x="0" y="7084"/>
                    <a:pt x="0" y="7551"/>
                  </a:cubicBezTo>
                  <a:lnTo>
                    <a:pt x="0" y="11754"/>
                  </a:lnTo>
                  <a:cubicBezTo>
                    <a:pt x="0" y="12221"/>
                    <a:pt x="389" y="12533"/>
                    <a:pt x="778" y="12533"/>
                  </a:cubicBezTo>
                  <a:lnTo>
                    <a:pt x="6694" y="12533"/>
                  </a:lnTo>
                  <a:lnTo>
                    <a:pt x="6694" y="18449"/>
                  </a:lnTo>
                  <a:cubicBezTo>
                    <a:pt x="6694" y="18916"/>
                    <a:pt x="7084" y="19305"/>
                    <a:pt x="7551" y="19305"/>
                  </a:cubicBezTo>
                  <a:lnTo>
                    <a:pt x="11754" y="19305"/>
                  </a:lnTo>
                  <a:cubicBezTo>
                    <a:pt x="12221" y="19305"/>
                    <a:pt x="12533" y="18916"/>
                    <a:pt x="12533" y="18449"/>
                  </a:cubicBezTo>
                  <a:lnTo>
                    <a:pt x="12533" y="12533"/>
                  </a:lnTo>
                  <a:lnTo>
                    <a:pt x="18449" y="12533"/>
                  </a:lnTo>
                  <a:cubicBezTo>
                    <a:pt x="18916" y="12533"/>
                    <a:pt x="19305" y="12221"/>
                    <a:pt x="19305" y="11754"/>
                  </a:cubicBezTo>
                  <a:lnTo>
                    <a:pt x="19305" y="7551"/>
                  </a:lnTo>
                  <a:cubicBezTo>
                    <a:pt x="19305" y="7084"/>
                    <a:pt x="18916" y="6694"/>
                    <a:pt x="18449" y="6694"/>
                  </a:cubicBezTo>
                  <a:lnTo>
                    <a:pt x="12610" y="6694"/>
                  </a:lnTo>
                  <a:lnTo>
                    <a:pt x="12610" y="778"/>
                  </a:lnTo>
                  <a:cubicBezTo>
                    <a:pt x="12533" y="389"/>
                    <a:pt x="12221" y="0"/>
                    <a:pt x="1175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1790" name="Google Shape;1790;p63"/>
          <p:cNvSpPr txBox="1">
            <a:spLocks noGrp="1"/>
          </p:cNvSpPr>
          <p:nvPr>
            <p:ph type="title"/>
          </p:nvPr>
        </p:nvSpPr>
        <p:spPr>
          <a:xfrm>
            <a:off x="4088645" y="1531074"/>
            <a:ext cx="3932851" cy="923734"/>
          </a:xfrm>
          <a:prstGeom prst="rect">
            <a:avLst/>
          </a:prstGeom>
        </p:spPr>
        <p:txBody>
          <a:bodyPr spcFirstLastPara="1" wrap="square" lIns="121900" tIns="121900" rIns="121900" bIns="121900" anchor="b" anchorCtr="0">
            <a:noAutofit/>
          </a:bodyPr>
          <a:lstStyle/>
          <a:p>
            <a:r>
              <a:rPr lang="en" dirty="0"/>
              <a:t>Acknowledgement</a:t>
            </a:r>
            <a:endParaRPr dirty="0"/>
          </a:p>
        </p:txBody>
      </p:sp>
      <p:sp>
        <p:nvSpPr>
          <p:cNvPr id="2" name="Subtitle 1">
            <a:extLst>
              <a:ext uri="{FF2B5EF4-FFF2-40B4-BE49-F238E27FC236}">
                <a16:creationId xmlns:a16="http://schemas.microsoft.com/office/drawing/2014/main" id="{003E74F4-5207-03FE-3640-7EE0CCE20527}"/>
              </a:ext>
            </a:extLst>
          </p:cNvPr>
          <p:cNvSpPr>
            <a:spLocks noGrp="1" noChangeArrowheads="1"/>
          </p:cNvSpPr>
          <p:nvPr>
            <p:ph type="subTitle" idx="1"/>
          </p:nvPr>
        </p:nvSpPr>
        <p:spPr bwMode="auto">
          <a:xfrm>
            <a:off x="4282797" y="2329030"/>
            <a:ext cx="349802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Supervisor: Mr. Sandaruwan Herath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NIBM – School of Computing and Engineering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Liberty Channel Center – Thalawakelle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Tea estate community – Nuwara Eliya</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sp>
        <p:nvSpPr>
          <p:cNvPr id="1979" name="Google Shape;1979;p67"/>
          <p:cNvSpPr txBox="1">
            <a:spLocks noGrp="1"/>
          </p:cNvSpPr>
          <p:nvPr>
            <p:ph type="title"/>
          </p:nvPr>
        </p:nvSpPr>
        <p:spPr>
          <a:xfrm>
            <a:off x="960000" y="189648"/>
            <a:ext cx="10272000" cy="427200"/>
          </a:xfrm>
          <a:prstGeom prst="rect">
            <a:avLst/>
          </a:prstGeom>
        </p:spPr>
        <p:txBody>
          <a:bodyPr spcFirstLastPara="1" wrap="square" lIns="121900" tIns="121900" rIns="121900" bIns="121900" anchor="ctr" anchorCtr="0">
            <a:noAutofit/>
          </a:bodyPr>
          <a:lstStyle/>
          <a:p>
            <a:r>
              <a:rPr lang="en" dirty="0"/>
              <a:t>Thank You</a:t>
            </a:r>
            <a:endParaRPr dirty="0"/>
          </a:p>
        </p:txBody>
      </p:sp>
      <p:grpSp>
        <p:nvGrpSpPr>
          <p:cNvPr id="1980" name="Google Shape;1980;p67"/>
          <p:cNvGrpSpPr/>
          <p:nvPr/>
        </p:nvGrpSpPr>
        <p:grpSpPr>
          <a:xfrm>
            <a:off x="1643906" y="2073260"/>
            <a:ext cx="1375161" cy="4096581"/>
            <a:chOff x="1232929" y="1554945"/>
            <a:chExt cx="1031371" cy="3072436"/>
          </a:xfrm>
        </p:grpSpPr>
        <p:sp>
          <p:nvSpPr>
            <p:cNvPr id="1981" name="Google Shape;1981;p67"/>
            <p:cNvSpPr/>
            <p:nvPr/>
          </p:nvSpPr>
          <p:spPr>
            <a:xfrm>
              <a:off x="1582245" y="1554945"/>
              <a:ext cx="440958" cy="466642"/>
            </a:xfrm>
            <a:custGeom>
              <a:avLst/>
              <a:gdLst/>
              <a:ahLst/>
              <a:cxnLst/>
              <a:rect l="l" t="t" r="r" b="b"/>
              <a:pathLst>
                <a:path w="13752" h="14553" extrusionOk="0">
                  <a:moveTo>
                    <a:pt x="8438" y="1"/>
                  </a:moveTo>
                  <a:cubicBezTo>
                    <a:pt x="7661" y="1"/>
                    <a:pt x="6783" y="142"/>
                    <a:pt x="6116" y="229"/>
                  </a:cubicBezTo>
                  <a:cubicBezTo>
                    <a:pt x="4010" y="529"/>
                    <a:pt x="2690" y="1866"/>
                    <a:pt x="1905" y="3804"/>
                  </a:cubicBezTo>
                  <a:cubicBezTo>
                    <a:pt x="969" y="6160"/>
                    <a:pt x="2005" y="8717"/>
                    <a:pt x="1003" y="11006"/>
                  </a:cubicBezTo>
                  <a:cubicBezTo>
                    <a:pt x="819" y="11407"/>
                    <a:pt x="618" y="11791"/>
                    <a:pt x="368" y="12175"/>
                  </a:cubicBezTo>
                  <a:cubicBezTo>
                    <a:pt x="201" y="12443"/>
                    <a:pt x="0" y="12676"/>
                    <a:pt x="0" y="13011"/>
                  </a:cubicBezTo>
                  <a:cubicBezTo>
                    <a:pt x="0" y="13763"/>
                    <a:pt x="518" y="14297"/>
                    <a:pt x="1237" y="14481"/>
                  </a:cubicBezTo>
                  <a:cubicBezTo>
                    <a:pt x="1483" y="14535"/>
                    <a:pt x="1734" y="14552"/>
                    <a:pt x="1986" y="14552"/>
                  </a:cubicBezTo>
                  <a:cubicBezTo>
                    <a:pt x="2435" y="14552"/>
                    <a:pt x="2887" y="14498"/>
                    <a:pt x="3325" y="14498"/>
                  </a:cubicBezTo>
                  <a:lnTo>
                    <a:pt x="7486" y="14498"/>
                  </a:lnTo>
                  <a:cubicBezTo>
                    <a:pt x="8522" y="14498"/>
                    <a:pt x="9541" y="14481"/>
                    <a:pt x="10560" y="14481"/>
                  </a:cubicBezTo>
                  <a:cubicBezTo>
                    <a:pt x="12081" y="14464"/>
                    <a:pt x="13033" y="13111"/>
                    <a:pt x="13417" y="11724"/>
                  </a:cubicBezTo>
                  <a:cubicBezTo>
                    <a:pt x="13751" y="10521"/>
                    <a:pt x="13401" y="9351"/>
                    <a:pt x="13350" y="8148"/>
                  </a:cubicBezTo>
                  <a:cubicBezTo>
                    <a:pt x="13300" y="6895"/>
                    <a:pt x="13150" y="5642"/>
                    <a:pt x="13050" y="4389"/>
                  </a:cubicBezTo>
                  <a:cubicBezTo>
                    <a:pt x="12966" y="3186"/>
                    <a:pt x="12866" y="1615"/>
                    <a:pt x="11663" y="813"/>
                  </a:cubicBezTo>
                  <a:cubicBezTo>
                    <a:pt x="11011" y="379"/>
                    <a:pt x="9992" y="195"/>
                    <a:pt x="9207" y="62"/>
                  </a:cubicBezTo>
                  <a:cubicBezTo>
                    <a:pt x="8972" y="18"/>
                    <a:pt x="8711" y="1"/>
                    <a:pt x="8438" y="1"/>
                  </a:cubicBezTo>
                  <a:close/>
                </a:path>
              </a:pathLst>
            </a:custGeom>
            <a:solidFill>
              <a:srgbClr val="F3E0A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2" name="Google Shape;1982;p67"/>
            <p:cNvSpPr/>
            <p:nvPr/>
          </p:nvSpPr>
          <p:spPr>
            <a:xfrm>
              <a:off x="1663209" y="1689234"/>
              <a:ext cx="289258" cy="328602"/>
            </a:xfrm>
            <a:custGeom>
              <a:avLst/>
              <a:gdLst/>
              <a:ahLst/>
              <a:cxnLst/>
              <a:rect l="l" t="t" r="r" b="b"/>
              <a:pathLst>
                <a:path w="9021" h="10248" extrusionOk="0">
                  <a:moveTo>
                    <a:pt x="2361" y="0"/>
                  </a:moveTo>
                  <a:cubicBezTo>
                    <a:pt x="1841" y="0"/>
                    <a:pt x="2250" y="2567"/>
                    <a:pt x="1602" y="4194"/>
                  </a:cubicBezTo>
                  <a:cubicBezTo>
                    <a:pt x="867" y="5982"/>
                    <a:pt x="132" y="6584"/>
                    <a:pt x="65" y="7937"/>
                  </a:cubicBezTo>
                  <a:cubicBezTo>
                    <a:pt x="1" y="9285"/>
                    <a:pt x="1555" y="10248"/>
                    <a:pt x="3958" y="10248"/>
                  </a:cubicBezTo>
                  <a:cubicBezTo>
                    <a:pt x="4057" y="10248"/>
                    <a:pt x="4157" y="10246"/>
                    <a:pt x="4259" y="10243"/>
                  </a:cubicBezTo>
                  <a:cubicBezTo>
                    <a:pt x="6832" y="10176"/>
                    <a:pt x="8620" y="8472"/>
                    <a:pt x="8804" y="5782"/>
                  </a:cubicBezTo>
                  <a:cubicBezTo>
                    <a:pt x="9021" y="2223"/>
                    <a:pt x="8620" y="502"/>
                    <a:pt x="8620" y="502"/>
                  </a:cubicBezTo>
                  <a:cubicBezTo>
                    <a:pt x="8620" y="502"/>
                    <a:pt x="6431" y="1722"/>
                    <a:pt x="4827" y="1722"/>
                  </a:cubicBezTo>
                  <a:cubicBezTo>
                    <a:pt x="3223" y="1722"/>
                    <a:pt x="2889" y="34"/>
                    <a:pt x="2371" y="1"/>
                  </a:cubicBezTo>
                  <a:cubicBezTo>
                    <a:pt x="2367" y="0"/>
                    <a:pt x="2364" y="0"/>
                    <a:pt x="2361" y="0"/>
                  </a:cubicBezTo>
                  <a:close/>
                </a:path>
              </a:pathLst>
            </a:custGeom>
            <a:solidFill>
              <a:srgbClr val="F4D57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3" name="Google Shape;1983;p67"/>
            <p:cNvSpPr/>
            <p:nvPr/>
          </p:nvSpPr>
          <p:spPr>
            <a:xfrm>
              <a:off x="1632074" y="4229808"/>
              <a:ext cx="362719" cy="397574"/>
            </a:xfrm>
            <a:custGeom>
              <a:avLst/>
              <a:gdLst/>
              <a:ahLst/>
              <a:cxnLst/>
              <a:rect l="l" t="t" r="r" b="b"/>
              <a:pathLst>
                <a:path w="11312" h="12399" extrusionOk="0">
                  <a:moveTo>
                    <a:pt x="2490" y="0"/>
                  </a:moveTo>
                  <a:cubicBezTo>
                    <a:pt x="2490" y="0"/>
                    <a:pt x="2122" y="568"/>
                    <a:pt x="1688" y="1304"/>
                  </a:cubicBezTo>
                  <a:cubicBezTo>
                    <a:pt x="986" y="2457"/>
                    <a:pt x="67" y="4044"/>
                    <a:pt x="0" y="4462"/>
                  </a:cubicBezTo>
                  <a:cubicBezTo>
                    <a:pt x="1387" y="7252"/>
                    <a:pt x="4578" y="12398"/>
                    <a:pt x="4578" y="12398"/>
                  </a:cubicBezTo>
                  <a:lnTo>
                    <a:pt x="11312" y="12398"/>
                  </a:lnTo>
                  <a:cubicBezTo>
                    <a:pt x="11312" y="12398"/>
                    <a:pt x="10827" y="11412"/>
                    <a:pt x="9440" y="10426"/>
                  </a:cubicBezTo>
                  <a:lnTo>
                    <a:pt x="9424" y="10426"/>
                  </a:lnTo>
                  <a:cubicBezTo>
                    <a:pt x="8037" y="9424"/>
                    <a:pt x="7452" y="8438"/>
                    <a:pt x="6550" y="6249"/>
                  </a:cubicBezTo>
                  <a:cubicBezTo>
                    <a:pt x="5664" y="4077"/>
                    <a:pt x="6249" y="1487"/>
                    <a:pt x="6249" y="1487"/>
                  </a:cubicBezTo>
                  <a:lnTo>
                    <a:pt x="2490" y="0"/>
                  </a:ln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4" name="Google Shape;1984;p67"/>
            <p:cNvSpPr/>
            <p:nvPr/>
          </p:nvSpPr>
          <p:spPr>
            <a:xfrm>
              <a:off x="1632074" y="4271588"/>
              <a:ext cx="362719" cy="355793"/>
            </a:xfrm>
            <a:custGeom>
              <a:avLst/>
              <a:gdLst/>
              <a:ahLst/>
              <a:cxnLst/>
              <a:rect l="l" t="t" r="r" b="b"/>
              <a:pathLst>
                <a:path w="11312" h="11096" extrusionOk="0">
                  <a:moveTo>
                    <a:pt x="1688" y="1"/>
                  </a:moveTo>
                  <a:cubicBezTo>
                    <a:pt x="986" y="1154"/>
                    <a:pt x="67" y="2741"/>
                    <a:pt x="0" y="3159"/>
                  </a:cubicBezTo>
                  <a:cubicBezTo>
                    <a:pt x="1387" y="5949"/>
                    <a:pt x="4578" y="11095"/>
                    <a:pt x="4578" y="11095"/>
                  </a:cubicBezTo>
                  <a:lnTo>
                    <a:pt x="11312" y="11095"/>
                  </a:lnTo>
                  <a:cubicBezTo>
                    <a:pt x="11312" y="11095"/>
                    <a:pt x="10827" y="10109"/>
                    <a:pt x="9440" y="9123"/>
                  </a:cubicBezTo>
                  <a:lnTo>
                    <a:pt x="9424" y="9123"/>
                  </a:lnTo>
                  <a:cubicBezTo>
                    <a:pt x="9374" y="9073"/>
                    <a:pt x="8638" y="8823"/>
                    <a:pt x="7469" y="8823"/>
                  </a:cubicBezTo>
                  <a:cubicBezTo>
                    <a:pt x="6249" y="8823"/>
                    <a:pt x="4428" y="8906"/>
                    <a:pt x="4428" y="8906"/>
                  </a:cubicBezTo>
                  <a:cubicBezTo>
                    <a:pt x="4428" y="8906"/>
                    <a:pt x="2523" y="5247"/>
                    <a:pt x="2306" y="3810"/>
                  </a:cubicBezTo>
                  <a:cubicBezTo>
                    <a:pt x="2122" y="2574"/>
                    <a:pt x="2423" y="903"/>
                    <a:pt x="168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5" name="Google Shape;1985;p67"/>
            <p:cNvSpPr/>
            <p:nvPr/>
          </p:nvSpPr>
          <p:spPr>
            <a:xfrm>
              <a:off x="1644387" y="2900040"/>
              <a:ext cx="472029" cy="1451422"/>
            </a:xfrm>
            <a:custGeom>
              <a:avLst/>
              <a:gdLst/>
              <a:ahLst/>
              <a:cxnLst/>
              <a:rect l="l" t="t" r="r" b="b"/>
              <a:pathLst>
                <a:path w="14721" h="45265" extrusionOk="0">
                  <a:moveTo>
                    <a:pt x="14119" y="1"/>
                  </a:moveTo>
                  <a:lnTo>
                    <a:pt x="4813" y="101"/>
                  </a:lnTo>
                  <a:cubicBezTo>
                    <a:pt x="4629" y="719"/>
                    <a:pt x="4579" y="2373"/>
                    <a:pt x="4612" y="4512"/>
                  </a:cubicBezTo>
                  <a:cubicBezTo>
                    <a:pt x="4712" y="10878"/>
                    <a:pt x="5514" y="21505"/>
                    <a:pt x="5514" y="21505"/>
                  </a:cubicBezTo>
                  <a:lnTo>
                    <a:pt x="0" y="42808"/>
                  </a:lnTo>
                  <a:lnTo>
                    <a:pt x="6350" y="45264"/>
                  </a:lnTo>
                  <a:cubicBezTo>
                    <a:pt x="6350" y="45264"/>
                    <a:pt x="13300" y="31029"/>
                    <a:pt x="14119" y="27453"/>
                  </a:cubicBezTo>
                  <a:cubicBezTo>
                    <a:pt x="14721" y="24846"/>
                    <a:pt x="14453" y="11613"/>
                    <a:pt x="14253" y="4512"/>
                  </a:cubicBezTo>
                  <a:cubicBezTo>
                    <a:pt x="14186" y="1822"/>
                    <a:pt x="14119" y="1"/>
                    <a:pt x="1411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6" name="Google Shape;1986;p67"/>
            <p:cNvSpPr/>
            <p:nvPr/>
          </p:nvSpPr>
          <p:spPr>
            <a:xfrm>
              <a:off x="1543671" y="4440347"/>
              <a:ext cx="449006" cy="187035"/>
            </a:xfrm>
            <a:custGeom>
              <a:avLst/>
              <a:gdLst/>
              <a:ahLst/>
              <a:cxnLst/>
              <a:rect l="l" t="t" r="r" b="b"/>
              <a:pathLst>
                <a:path w="14003" h="5833" extrusionOk="0">
                  <a:moveTo>
                    <a:pt x="5948" y="1"/>
                  </a:moveTo>
                  <a:lnTo>
                    <a:pt x="284" y="435"/>
                  </a:lnTo>
                  <a:lnTo>
                    <a:pt x="134" y="3209"/>
                  </a:lnTo>
                  <a:lnTo>
                    <a:pt x="0" y="5832"/>
                  </a:lnTo>
                  <a:lnTo>
                    <a:pt x="14002" y="5832"/>
                  </a:lnTo>
                  <a:cubicBezTo>
                    <a:pt x="14002" y="5832"/>
                    <a:pt x="13350" y="4111"/>
                    <a:pt x="11128" y="3610"/>
                  </a:cubicBezTo>
                  <a:cubicBezTo>
                    <a:pt x="10176" y="3409"/>
                    <a:pt x="9240" y="3109"/>
                    <a:pt x="8355" y="2708"/>
                  </a:cubicBezTo>
                  <a:cubicBezTo>
                    <a:pt x="5748" y="1471"/>
                    <a:pt x="5948" y="1"/>
                    <a:pt x="5948"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7" name="Google Shape;1987;p67"/>
            <p:cNvSpPr/>
            <p:nvPr/>
          </p:nvSpPr>
          <p:spPr>
            <a:xfrm>
              <a:off x="1501345" y="2833088"/>
              <a:ext cx="364355" cy="1673184"/>
            </a:xfrm>
            <a:custGeom>
              <a:avLst/>
              <a:gdLst/>
              <a:ahLst/>
              <a:cxnLst/>
              <a:rect l="l" t="t" r="r" b="b"/>
              <a:pathLst>
                <a:path w="11363" h="52181" extrusionOk="0">
                  <a:moveTo>
                    <a:pt x="702" y="0"/>
                  </a:moveTo>
                  <a:cubicBezTo>
                    <a:pt x="702" y="0"/>
                    <a:pt x="769" y="2323"/>
                    <a:pt x="869" y="5631"/>
                  </a:cubicBezTo>
                  <a:cubicBezTo>
                    <a:pt x="1070" y="12448"/>
                    <a:pt x="1387" y="23459"/>
                    <a:pt x="1471" y="26767"/>
                  </a:cubicBezTo>
                  <a:cubicBezTo>
                    <a:pt x="1036" y="31513"/>
                    <a:pt x="0" y="52181"/>
                    <a:pt x="0" y="52181"/>
                  </a:cubicBezTo>
                  <a:lnTo>
                    <a:pt x="8472" y="50243"/>
                  </a:lnTo>
                  <a:cubicBezTo>
                    <a:pt x="8472" y="50243"/>
                    <a:pt x="10744" y="31078"/>
                    <a:pt x="11128" y="25431"/>
                  </a:cubicBezTo>
                  <a:cubicBezTo>
                    <a:pt x="11362" y="21671"/>
                    <a:pt x="10827" y="11813"/>
                    <a:pt x="10426" y="5631"/>
                  </a:cubicBezTo>
                  <a:cubicBezTo>
                    <a:pt x="10226" y="2507"/>
                    <a:pt x="10076" y="301"/>
                    <a:pt x="10076" y="301"/>
                  </a:cubicBezTo>
                  <a:lnTo>
                    <a:pt x="752" y="17"/>
                  </a:lnTo>
                  <a:lnTo>
                    <a:pt x="702"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8" name="Google Shape;1988;p67"/>
            <p:cNvSpPr/>
            <p:nvPr/>
          </p:nvSpPr>
          <p:spPr>
            <a:xfrm>
              <a:off x="1525458" y="2833601"/>
              <a:ext cx="310229" cy="180045"/>
            </a:xfrm>
            <a:custGeom>
              <a:avLst/>
              <a:gdLst/>
              <a:ahLst/>
              <a:cxnLst/>
              <a:rect l="l" t="t" r="r" b="b"/>
              <a:pathLst>
                <a:path w="9675" h="5615" extrusionOk="0">
                  <a:moveTo>
                    <a:pt x="0" y="1"/>
                  </a:moveTo>
                  <a:cubicBezTo>
                    <a:pt x="0" y="68"/>
                    <a:pt x="67" y="2357"/>
                    <a:pt x="184" y="5615"/>
                  </a:cubicBezTo>
                  <a:lnTo>
                    <a:pt x="9674" y="5615"/>
                  </a:lnTo>
                  <a:cubicBezTo>
                    <a:pt x="9474" y="2491"/>
                    <a:pt x="9324" y="285"/>
                    <a:pt x="9324" y="285"/>
                  </a:cubicBezTo>
                  <a:lnTo>
                    <a:pt x="0" y="1"/>
                  </a:lnTo>
                  <a:close/>
                </a:path>
              </a:pathLst>
            </a:custGeom>
            <a:solidFill>
              <a:srgbClr val="08BCCB"/>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89" name="Google Shape;1989;p67"/>
            <p:cNvSpPr/>
            <p:nvPr/>
          </p:nvSpPr>
          <p:spPr>
            <a:xfrm>
              <a:off x="1543671" y="4527146"/>
              <a:ext cx="449006" cy="100235"/>
            </a:xfrm>
            <a:custGeom>
              <a:avLst/>
              <a:gdLst/>
              <a:ahLst/>
              <a:cxnLst/>
              <a:rect l="l" t="t" r="r" b="b"/>
              <a:pathLst>
                <a:path w="14003" h="3126" extrusionOk="0">
                  <a:moveTo>
                    <a:pt x="8355" y="1"/>
                  </a:moveTo>
                  <a:cubicBezTo>
                    <a:pt x="7686" y="585"/>
                    <a:pt x="6984" y="1321"/>
                    <a:pt x="6583" y="2072"/>
                  </a:cubicBezTo>
                  <a:cubicBezTo>
                    <a:pt x="3275" y="1772"/>
                    <a:pt x="1387" y="886"/>
                    <a:pt x="134" y="502"/>
                  </a:cubicBezTo>
                  <a:lnTo>
                    <a:pt x="0" y="3125"/>
                  </a:lnTo>
                  <a:lnTo>
                    <a:pt x="14002" y="3125"/>
                  </a:lnTo>
                  <a:cubicBezTo>
                    <a:pt x="14002" y="3125"/>
                    <a:pt x="13350" y="1404"/>
                    <a:pt x="11128" y="903"/>
                  </a:cubicBezTo>
                  <a:cubicBezTo>
                    <a:pt x="10176" y="702"/>
                    <a:pt x="9240" y="402"/>
                    <a:pt x="835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0" name="Google Shape;1990;p67"/>
            <p:cNvSpPr/>
            <p:nvPr/>
          </p:nvSpPr>
          <p:spPr>
            <a:xfrm>
              <a:off x="1448310" y="1964095"/>
              <a:ext cx="727587" cy="965445"/>
            </a:xfrm>
            <a:custGeom>
              <a:avLst/>
              <a:gdLst/>
              <a:ahLst/>
              <a:cxnLst/>
              <a:rect l="l" t="t" r="r" b="b"/>
              <a:pathLst>
                <a:path w="22691" h="30109" extrusionOk="0">
                  <a:moveTo>
                    <a:pt x="7669" y="0"/>
                  </a:moveTo>
                  <a:cubicBezTo>
                    <a:pt x="7385" y="67"/>
                    <a:pt x="7085" y="117"/>
                    <a:pt x="6784" y="167"/>
                  </a:cubicBezTo>
                  <a:cubicBezTo>
                    <a:pt x="4695" y="518"/>
                    <a:pt x="2339" y="585"/>
                    <a:pt x="1069" y="2740"/>
                  </a:cubicBezTo>
                  <a:cubicBezTo>
                    <a:pt x="0" y="4561"/>
                    <a:pt x="936" y="9875"/>
                    <a:pt x="1871" y="14369"/>
                  </a:cubicBezTo>
                  <a:cubicBezTo>
                    <a:pt x="2406" y="16892"/>
                    <a:pt x="2406" y="19482"/>
                    <a:pt x="1905" y="22005"/>
                  </a:cubicBezTo>
                  <a:cubicBezTo>
                    <a:pt x="1203" y="25531"/>
                    <a:pt x="501" y="30109"/>
                    <a:pt x="501" y="30109"/>
                  </a:cubicBezTo>
                  <a:lnTo>
                    <a:pt x="22690" y="30109"/>
                  </a:lnTo>
                  <a:cubicBezTo>
                    <a:pt x="21688" y="25547"/>
                    <a:pt x="18613" y="16541"/>
                    <a:pt x="18580" y="16458"/>
                  </a:cubicBezTo>
                  <a:cubicBezTo>
                    <a:pt x="18580" y="16458"/>
                    <a:pt x="19198" y="2339"/>
                    <a:pt x="18363" y="1370"/>
                  </a:cubicBezTo>
                  <a:cubicBezTo>
                    <a:pt x="17862" y="769"/>
                    <a:pt x="16675" y="434"/>
                    <a:pt x="15823" y="267"/>
                  </a:cubicBezTo>
                  <a:cubicBezTo>
                    <a:pt x="15272" y="150"/>
                    <a:pt x="14871" y="117"/>
                    <a:pt x="14871" y="117"/>
                  </a:cubicBezTo>
                  <a:cubicBezTo>
                    <a:pt x="14720" y="117"/>
                    <a:pt x="9975" y="0"/>
                    <a:pt x="7669"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1" name="Google Shape;1991;p67"/>
            <p:cNvSpPr/>
            <p:nvPr/>
          </p:nvSpPr>
          <p:spPr>
            <a:xfrm>
              <a:off x="1675458" y="2281795"/>
              <a:ext cx="138809" cy="158946"/>
            </a:xfrm>
            <a:custGeom>
              <a:avLst/>
              <a:gdLst/>
              <a:ahLst/>
              <a:cxnLst/>
              <a:rect l="l" t="t" r="r" b="b"/>
              <a:pathLst>
                <a:path w="4329" h="4957" extrusionOk="0">
                  <a:moveTo>
                    <a:pt x="4328" y="0"/>
                  </a:moveTo>
                  <a:lnTo>
                    <a:pt x="101" y="84"/>
                  </a:lnTo>
                  <a:cubicBezTo>
                    <a:pt x="84" y="167"/>
                    <a:pt x="1" y="3158"/>
                    <a:pt x="151" y="3893"/>
                  </a:cubicBezTo>
                  <a:cubicBezTo>
                    <a:pt x="258" y="4414"/>
                    <a:pt x="1080" y="4957"/>
                    <a:pt x="2098" y="4957"/>
                  </a:cubicBezTo>
                  <a:cubicBezTo>
                    <a:pt x="2353" y="4957"/>
                    <a:pt x="2620" y="4923"/>
                    <a:pt x="2891" y="4846"/>
                  </a:cubicBezTo>
                  <a:cubicBezTo>
                    <a:pt x="4228" y="4461"/>
                    <a:pt x="4328" y="3459"/>
                    <a:pt x="4328" y="3459"/>
                  </a:cubicBezTo>
                  <a:lnTo>
                    <a:pt x="4328"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2" name="Google Shape;1992;p67"/>
            <p:cNvSpPr/>
            <p:nvPr/>
          </p:nvSpPr>
          <p:spPr>
            <a:xfrm>
              <a:off x="1665806" y="1964095"/>
              <a:ext cx="289900" cy="205761"/>
            </a:xfrm>
            <a:custGeom>
              <a:avLst/>
              <a:gdLst/>
              <a:ahLst/>
              <a:cxnLst/>
              <a:rect l="l" t="t" r="r" b="b"/>
              <a:pathLst>
                <a:path w="9041" h="6417" extrusionOk="0">
                  <a:moveTo>
                    <a:pt x="886" y="0"/>
                  </a:moveTo>
                  <a:cubicBezTo>
                    <a:pt x="602" y="67"/>
                    <a:pt x="302" y="117"/>
                    <a:pt x="1" y="167"/>
                  </a:cubicBezTo>
                  <a:cubicBezTo>
                    <a:pt x="1221" y="2657"/>
                    <a:pt x="4462" y="6216"/>
                    <a:pt x="6283" y="6416"/>
                  </a:cubicBezTo>
                  <a:cubicBezTo>
                    <a:pt x="7419" y="5932"/>
                    <a:pt x="8539" y="2172"/>
                    <a:pt x="9040" y="267"/>
                  </a:cubicBezTo>
                  <a:cubicBezTo>
                    <a:pt x="8489" y="150"/>
                    <a:pt x="8088" y="117"/>
                    <a:pt x="8088" y="117"/>
                  </a:cubicBezTo>
                  <a:cubicBezTo>
                    <a:pt x="7937" y="117"/>
                    <a:pt x="3192" y="0"/>
                    <a:pt x="88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3" name="Google Shape;1993;p67"/>
            <p:cNvSpPr/>
            <p:nvPr/>
          </p:nvSpPr>
          <p:spPr>
            <a:xfrm>
              <a:off x="1232929" y="2849153"/>
              <a:ext cx="590958" cy="388467"/>
            </a:xfrm>
            <a:custGeom>
              <a:avLst/>
              <a:gdLst/>
              <a:ahLst/>
              <a:cxnLst/>
              <a:rect l="l" t="t" r="r" b="b"/>
              <a:pathLst>
                <a:path w="18430" h="12115" extrusionOk="0">
                  <a:moveTo>
                    <a:pt x="1320" y="0"/>
                  </a:moveTo>
                  <a:cubicBezTo>
                    <a:pt x="585" y="0"/>
                    <a:pt x="0" y="585"/>
                    <a:pt x="0" y="1304"/>
                  </a:cubicBezTo>
                  <a:lnTo>
                    <a:pt x="0" y="10811"/>
                  </a:lnTo>
                  <a:cubicBezTo>
                    <a:pt x="0" y="10878"/>
                    <a:pt x="17" y="10961"/>
                    <a:pt x="17" y="11028"/>
                  </a:cubicBezTo>
                  <a:cubicBezTo>
                    <a:pt x="134" y="11663"/>
                    <a:pt x="669" y="12114"/>
                    <a:pt x="1320" y="12114"/>
                  </a:cubicBezTo>
                  <a:lnTo>
                    <a:pt x="16926" y="12114"/>
                  </a:lnTo>
                  <a:cubicBezTo>
                    <a:pt x="17645" y="12114"/>
                    <a:pt x="18229" y="11546"/>
                    <a:pt x="18246" y="10828"/>
                  </a:cubicBezTo>
                  <a:lnTo>
                    <a:pt x="18413" y="1337"/>
                  </a:lnTo>
                  <a:cubicBezTo>
                    <a:pt x="18430" y="635"/>
                    <a:pt x="17895" y="51"/>
                    <a:pt x="17210" y="0"/>
                  </a:cubicBezTo>
                  <a:close/>
                </a:path>
              </a:pathLst>
            </a:custGeom>
            <a:solidFill>
              <a:srgbClr val="0B1F2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4" name="Google Shape;1994;p67"/>
            <p:cNvSpPr/>
            <p:nvPr/>
          </p:nvSpPr>
          <p:spPr>
            <a:xfrm>
              <a:off x="1232929" y="2849153"/>
              <a:ext cx="552384" cy="353645"/>
            </a:xfrm>
            <a:custGeom>
              <a:avLst/>
              <a:gdLst/>
              <a:ahLst/>
              <a:cxnLst/>
              <a:rect l="l" t="t" r="r" b="b"/>
              <a:pathLst>
                <a:path w="17227" h="11029" extrusionOk="0">
                  <a:moveTo>
                    <a:pt x="1320" y="0"/>
                  </a:moveTo>
                  <a:cubicBezTo>
                    <a:pt x="585" y="0"/>
                    <a:pt x="0" y="585"/>
                    <a:pt x="0" y="1304"/>
                  </a:cubicBezTo>
                  <a:lnTo>
                    <a:pt x="0" y="10811"/>
                  </a:lnTo>
                  <a:cubicBezTo>
                    <a:pt x="0" y="10878"/>
                    <a:pt x="17" y="10961"/>
                    <a:pt x="17" y="11028"/>
                  </a:cubicBezTo>
                  <a:lnTo>
                    <a:pt x="16375" y="11028"/>
                  </a:lnTo>
                  <a:cubicBezTo>
                    <a:pt x="16759" y="11028"/>
                    <a:pt x="17076" y="10727"/>
                    <a:pt x="17076" y="10343"/>
                  </a:cubicBezTo>
                  <a:lnTo>
                    <a:pt x="17227" y="251"/>
                  </a:lnTo>
                  <a:cubicBezTo>
                    <a:pt x="17227" y="168"/>
                    <a:pt x="17210" y="84"/>
                    <a:pt x="1721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5" name="Google Shape;1995;p67"/>
            <p:cNvSpPr/>
            <p:nvPr/>
          </p:nvSpPr>
          <p:spPr>
            <a:xfrm>
              <a:off x="1480984" y="3001847"/>
              <a:ext cx="188414" cy="286853"/>
            </a:xfrm>
            <a:custGeom>
              <a:avLst/>
              <a:gdLst/>
              <a:ahLst/>
              <a:cxnLst/>
              <a:rect l="l" t="t" r="r" b="b"/>
              <a:pathLst>
                <a:path w="5876" h="8946" extrusionOk="0">
                  <a:moveTo>
                    <a:pt x="3342" y="0"/>
                  </a:moveTo>
                  <a:lnTo>
                    <a:pt x="0" y="1053"/>
                  </a:lnTo>
                  <a:lnTo>
                    <a:pt x="1020" y="5030"/>
                  </a:lnTo>
                  <a:cubicBezTo>
                    <a:pt x="953" y="6183"/>
                    <a:pt x="2206" y="8655"/>
                    <a:pt x="2440" y="8756"/>
                  </a:cubicBezTo>
                  <a:cubicBezTo>
                    <a:pt x="2454" y="8761"/>
                    <a:pt x="2466" y="8764"/>
                    <a:pt x="2477" y="8764"/>
                  </a:cubicBezTo>
                  <a:cubicBezTo>
                    <a:pt x="2820" y="8764"/>
                    <a:pt x="1711" y="6032"/>
                    <a:pt x="1922" y="6032"/>
                  </a:cubicBezTo>
                  <a:cubicBezTo>
                    <a:pt x="2133" y="6048"/>
                    <a:pt x="2784" y="8914"/>
                    <a:pt x="3159" y="8914"/>
                  </a:cubicBezTo>
                  <a:cubicBezTo>
                    <a:pt x="3170" y="8914"/>
                    <a:pt x="3181" y="8911"/>
                    <a:pt x="3192" y="8906"/>
                  </a:cubicBezTo>
                  <a:cubicBezTo>
                    <a:pt x="3575" y="8723"/>
                    <a:pt x="2563" y="5915"/>
                    <a:pt x="2756" y="5915"/>
                  </a:cubicBezTo>
                  <a:cubicBezTo>
                    <a:pt x="2756" y="5915"/>
                    <a:pt x="2757" y="5915"/>
                    <a:pt x="2757" y="5915"/>
                  </a:cubicBezTo>
                  <a:cubicBezTo>
                    <a:pt x="2941" y="5932"/>
                    <a:pt x="3476" y="8271"/>
                    <a:pt x="3660" y="8605"/>
                  </a:cubicBezTo>
                  <a:cubicBezTo>
                    <a:pt x="3770" y="8797"/>
                    <a:pt x="3893" y="8946"/>
                    <a:pt x="4003" y="8946"/>
                  </a:cubicBezTo>
                  <a:cubicBezTo>
                    <a:pt x="4075" y="8946"/>
                    <a:pt x="4141" y="8881"/>
                    <a:pt x="4194" y="8722"/>
                  </a:cubicBezTo>
                  <a:cubicBezTo>
                    <a:pt x="4328" y="8321"/>
                    <a:pt x="3426" y="5865"/>
                    <a:pt x="3593" y="5765"/>
                  </a:cubicBezTo>
                  <a:cubicBezTo>
                    <a:pt x="3595" y="5763"/>
                    <a:pt x="3598" y="5762"/>
                    <a:pt x="3601" y="5762"/>
                  </a:cubicBezTo>
                  <a:cubicBezTo>
                    <a:pt x="3766" y="5762"/>
                    <a:pt x="4237" y="8341"/>
                    <a:pt x="4633" y="8341"/>
                  </a:cubicBezTo>
                  <a:cubicBezTo>
                    <a:pt x="4660" y="8341"/>
                    <a:pt x="4686" y="8329"/>
                    <a:pt x="4712" y="8305"/>
                  </a:cubicBezTo>
                  <a:cubicBezTo>
                    <a:pt x="5046" y="7987"/>
                    <a:pt x="4194" y="4462"/>
                    <a:pt x="4194" y="4462"/>
                  </a:cubicBezTo>
                  <a:lnTo>
                    <a:pt x="4194" y="4462"/>
                  </a:lnTo>
                  <a:lnTo>
                    <a:pt x="4662" y="5013"/>
                  </a:lnTo>
                  <a:cubicBezTo>
                    <a:pt x="4662" y="5013"/>
                    <a:pt x="5113" y="6416"/>
                    <a:pt x="5497" y="6450"/>
                  </a:cubicBezTo>
                  <a:cubicBezTo>
                    <a:pt x="5502" y="6450"/>
                    <a:pt x="5506" y="6450"/>
                    <a:pt x="5510" y="6450"/>
                  </a:cubicBezTo>
                  <a:cubicBezTo>
                    <a:pt x="5876" y="6450"/>
                    <a:pt x="5612" y="4976"/>
                    <a:pt x="5414" y="4645"/>
                  </a:cubicBezTo>
                  <a:cubicBezTo>
                    <a:pt x="5230" y="4295"/>
                    <a:pt x="4695" y="3292"/>
                    <a:pt x="3676" y="3008"/>
                  </a:cubicBezTo>
                  <a:lnTo>
                    <a:pt x="3342"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6" name="Google Shape;1996;p67"/>
            <p:cNvSpPr/>
            <p:nvPr/>
          </p:nvSpPr>
          <p:spPr>
            <a:xfrm>
              <a:off x="1317581" y="2006196"/>
              <a:ext cx="333252" cy="1093192"/>
            </a:xfrm>
            <a:custGeom>
              <a:avLst/>
              <a:gdLst/>
              <a:ahLst/>
              <a:cxnLst/>
              <a:rect l="l" t="t" r="r" b="b"/>
              <a:pathLst>
                <a:path w="10393" h="34093" extrusionOk="0">
                  <a:moveTo>
                    <a:pt x="7069" y="0"/>
                  </a:moveTo>
                  <a:cubicBezTo>
                    <a:pt x="6934" y="0"/>
                    <a:pt x="6795" y="8"/>
                    <a:pt x="6650" y="24"/>
                  </a:cubicBezTo>
                  <a:cubicBezTo>
                    <a:pt x="3776" y="324"/>
                    <a:pt x="0" y="14978"/>
                    <a:pt x="251" y="18687"/>
                  </a:cubicBezTo>
                  <a:cubicBezTo>
                    <a:pt x="501" y="22413"/>
                    <a:pt x="4227" y="34092"/>
                    <a:pt x="4227" y="34092"/>
                  </a:cubicBezTo>
                  <a:lnTo>
                    <a:pt x="9407" y="32455"/>
                  </a:lnTo>
                  <a:lnTo>
                    <a:pt x="7385" y="18336"/>
                  </a:lnTo>
                  <a:cubicBezTo>
                    <a:pt x="7385" y="18336"/>
                    <a:pt x="10393" y="8278"/>
                    <a:pt x="10276" y="5036"/>
                  </a:cubicBezTo>
                  <a:cubicBezTo>
                    <a:pt x="10182" y="1985"/>
                    <a:pt x="9229" y="0"/>
                    <a:pt x="7069"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7" name="Google Shape;1997;p67"/>
            <p:cNvSpPr/>
            <p:nvPr/>
          </p:nvSpPr>
          <p:spPr>
            <a:xfrm>
              <a:off x="1827606" y="2798266"/>
              <a:ext cx="147371" cy="131883"/>
            </a:xfrm>
            <a:custGeom>
              <a:avLst/>
              <a:gdLst/>
              <a:ahLst/>
              <a:cxnLst/>
              <a:rect l="l" t="t" r="r" b="b"/>
              <a:pathLst>
                <a:path w="4596" h="4113" extrusionOk="0">
                  <a:moveTo>
                    <a:pt x="2925" y="0"/>
                  </a:moveTo>
                  <a:cubicBezTo>
                    <a:pt x="1956" y="418"/>
                    <a:pt x="1" y="2406"/>
                    <a:pt x="1" y="2406"/>
                  </a:cubicBezTo>
                  <a:lnTo>
                    <a:pt x="385" y="3375"/>
                  </a:lnTo>
                  <a:cubicBezTo>
                    <a:pt x="385" y="3375"/>
                    <a:pt x="1044" y="4113"/>
                    <a:pt x="1800" y="4113"/>
                  </a:cubicBezTo>
                  <a:cubicBezTo>
                    <a:pt x="1824" y="4113"/>
                    <a:pt x="1848" y="4112"/>
                    <a:pt x="1872" y="4110"/>
                  </a:cubicBezTo>
                  <a:cubicBezTo>
                    <a:pt x="2657" y="4077"/>
                    <a:pt x="4596" y="2874"/>
                    <a:pt x="4596" y="2874"/>
                  </a:cubicBezTo>
                  <a:lnTo>
                    <a:pt x="2925" y="0"/>
                  </a:ln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8" name="Google Shape;1998;p67"/>
            <p:cNvSpPr/>
            <p:nvPr/>
          </p:nvSpPr>
          <p:spPr>
            <a:xfrm>
              <a:off x="1728494" y="2811060"/>
              <a:ext cx="176293" cy="142080"/>
            </a:xfrm>
            <a:custGeom>
              <a:avLst/>
              <a:gdLst/>
              <a:ahLst/>
              <a:cxnLst/>
              <a:rect l="l" t="t" r="r" b="b"/>
              <a:pathLst>
                <a:path w="5498" h="4431" extrusionOk="0">
                  <a:moveTo>
                    <a:pt x="2875" y="1"/>
                  </a:moveTo>
                  <a:cubicBezTo>
                    <a:pt x="2289" y="1"/>
                    <a:pt x="561" y="1250"/>
                    <a:pt x="184" y="1840"/>
                  </a:cubicBezTo>
                  <a:cubicBezTo>
                    <a:pt x="1" y="2107"/>
                    <a:pt x="84" y="2475"/>
                    <a:pt x="368" y="2625"/>
                  </a:cubicBezTo>
                  <a:cubicBezTo>
                    <a:pt x="435" y="2676"/>
                    <a:pt x="519" y="2709"/>
                    <a:pt x="602" y="2742"/>
                  </a:cubicBezTo>
                  <a:cubicBezTo>
                    <a:pt x="602" y="2742"/>
                    <a:pt x="519" y="3294"/>
                    <a:pt x="1037" y="3361"/>
                  </a:cubicBezTo>
                  <a:cubicBezTo>
                    <a:pt x="1071" y="3365"/>
                    <a:pt x="1105" y="3368"/>
                    <a:pt x="1139" y="3368"/>
                  </a:cubicBezTo>
                  <a:cubicBezTo>
                    <a:pt x="1222" y="3368"/>
                    <a:pt x="1305" y="3356"/>
                    <a:pt x="1388" y="3344"/>
                  </a:cubicBezTo>
                  <a:cubicBezTo>
                    <a:pt x="1546" y="3777"/>
                    <a:pt x="1755" y="3886"/>
                    <a:pt x="2035" y="3886"/>
                  </a:cubicBezTo>
                  <a:cubicBezTo>
                    <a:pt x="2079" y="3886"/>
                    <a:pt x="2125" y="3883"/>
                    <a:pt x="2173" y="3879"/>
                  </a:cubicBezTo>
                  <a:cubicBezTo>
                    <a:pt x="2240" y="4012"/>
                    <a:pt x="2340" y="4129"/>
                    <a:pt x="2440" y="4229"/>
                  </a:cubicBezTo>
                  <a:cubicBezTo>
                    <a:pt x="2574" y="4346"/>
                    <a:pt x="2741" y="4413"/>
                    <a:pt x="2925" y="4430"/>
                  </a:cubicBezTo>
                  <a:cubicBezTo>
                    <a:pt x="2930" y="4431"/>
                    <a:pt x="2936" y="4431"/>
                    <a:pt x="2943" y="4431"/>
                  </a:cubicBezTo>
                  <a:cubicBezTo>
                    <a:pt x="3267" y="4431"/>
                    <a:pt x="5051" y="3655"/>
                    <a:pt x="5264" y="3361"/>
                  </a:cubicBezTo>
                  <a:cubicBezTo>
                    <a:pt x="5498" y="3060"/>
                    <a:pt x="3610" y="36"/>
                    <a:pt x="2908" y="2"/>
                  </a:cubicBezTo>
                  <a:cubicBezTo>
                    <a:pt x="2897" y="1"/>
                    <a:pt x="2887" y="1"/>
                    <a:pt x="2875"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99" name="Google Shape;1999;p67"/>
            <p:cNvSpPr/>
            <p:nvPr/>
          </p:nvSpPr>
          <p:spPr>
            <a:xfrm>
              <a:off x="1740293" y="2844856"/>
              <a:ext cx="91097" cy="54158"/>
            </a:xfrm>
            <a:custGeom>
              <a:avLst/>
              <a:gdLst/>
              <a:ahLst/>
              <a:cxnLst/>
              <a:rect l="l" t="t" r="r" b="b"/>
              <a:pathLst>
                <a:path w="2841" h="1689" extrusionOk="0">
                  <a:moveTo>
                    <a:pt x="2841" y="1"/>
                  </a:moveTo>
                  <a:cubicBezTo>
                    <a:pt x="2807" y="1"/>
                    <a:pt x="1721" y="235"/>
                    <a:pt x="1304" y="402"/>
                  </a:cubicBezTo>
                  <a:cubicBezTo>
                    <a:pt x="752" y="619"/>
                    <a:pt x="284" y="1037"/>
                    <a:pt x="0" y="1571"/>
                  </a:cubicBezTo>
                  <a:cubicBezTo>
                    <a:pt x="67" y="1622"/>
                    <a:pt x="151" y="1655"/>
                    <a:pt x="234" y="1688"/>
                  </a:cubicBezTo>
                  <a:cubicBezTo>
                    <a:pt x="301" y="1505"/>
                    <a:pt x="635" y="1237"/>
                    <a:pt x="936" y="1003"/>
                  </a:cubicBezTo>
                  <a:cubicBezTo>
                    <a:pt x="1237" y="786"/>
                    <a:pt x="2791" y="18"/>
                    <a:pt x="2841"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0" name="Google Shape;2000;p67"/>
            <p:cNvSpPr/>
            <p:nvPr/>
          </p:nvSpPr>
          <p:spPr>
            <a:xfrm>
              <a:off x="1761713" y="2879679"/>
              <a:ext cx="79874" cy="39376"/>
            </a:xfrm>
            <a:custGeom>
              <a:avLst/>
              <a:gdLst/>
              <a:ahLst/>
              <a:cxnLst/>
              <a:rect l="l" t="t" r="r" b="b"/>
              <a:pathLst>
                <a:path w="2491" h="1228" extrusionOk="0">
                  <a:moveTo>
                    <a:pt x="2490" y="1"/>
                  </a:moveTo>
                  <a:lnTo>
                    <a:pt x="2490" y="1"/>
                  </a:lnTo>
                  <a:cubicBezTo>
                    <a:pt x="2440" y="18"/>
                    <a:pt x="1154" y="218"/>
                    <a:pt x="636" y="602"/>
                  </a:cubicBezTo>
                  <a:cubicBezTo>
                    <a:pt x="402" y="786"/>
                    <a:pt x="184" y="987"/>
                    <a:pt x="1" y="1221"/>
                  </a:cubicBezTo>
                  <a:cubicBezTo>
                    <a:pt x="35" y="1225"/>
                    <a:pt x="69" y="1228"/>
                    <a:pt x="103" y="1228"/>
                  </a:cubicBezTo>
                  <a:cubicBezTo>
                    <a:pt x="186" y="1228"/>
                    <a:pt x="269" y="1216"/>
                    <a:pt x="352" y="1204"/>
                  </a:cubicBezTo>
                  <a:lnTo>
                    <a:pt x="2490" y="1"/>
                  </a:ln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1" name="Google Shape;2001;p67"/>
            <p:cNvSpPr/>
            <p:nvPr/>
          </p:nvSpPr>
          <p:spPr>
            <a:xfrm>
              <a:off x="1798139" y="2916137"/>
              <a:ext cx="53068" cy="30558"/>
            </a:xfrm>
            <a:custGeom>
              <a:avLst/>
              <a:gdLst/>
              <a:ahLst/>
              <a:cxnLst/>
              <a:rect l="l" t="t" r="r" b="b"/>
              <a:pathLst>
                <a:path w="1655" h="953" extrusionOk="0">
                  <a:moveTo>
                    <a:pt x="1655" y="0"/>
                  </a:moveTo>
                  <a:lnTo>
                    <a:pt x="1" y="602"/>
                  </a:lnTo>
                  <a:cubicBezTo>
                    <a:pt x="68" y="735"/>
                    <a:pt x="168" y="852"/>
                    <a:pt x="268" y="952"/>
                  </a:cubicBezTo>
                  <a:cubicBezTo>
                    <a:pt x="769" y="685"/>
                    <a:pt x="1237" y="368"/>
                    <a:pt x="1655"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2" name="Google Shape;2002;p67"/>
            <p:cNvSpPr/>
            <p:nvPr/>
          </p:nvSpPr>
          <p:spPr>
            <a:xfrm>
              <a:off x="1865123" y="2008024"/>
              <a:ext cx="399177" cy="943481"/>
            </a:xfrm>
            <a:custGeom>
              <a:avLst/>
              <a:gdLst/>
              <a:ahLst/>
              <a:cxnLst/>
              <a:rect l="l" t="t" r="r" b="b"/>
              <a:pathLst>
                <a:path w="12449" h="29424" extrusionOk="0">
                  <a:moveTo>
                    <a:pt x="5364" y="0"/>
                  </a:moveTo>
                  <a:lnTo>
                    <a:pt x="5497" y="16675"/>
                  </a:lnTo>
                  <a:lnTo>
                    <a:pt x="0" y="24161"/>
                  </a:lnTo>
                  <a:lnTo>
                    <a:pt x="3559" y="29424"/>
                  </a:lnTo>
                  <a:cubicBezTo>
                    <a:pt x="3559" y="29424"/>
                    <a:pt x="12365" y="21588"/>
                    <a:pt x="12448" y="18396"/>
                  </a:cubicBezTo>
                  <a:cubicBezTo>
                    <a:pt x="11095" y="6784"/>
                    <a:pt x="5364" y="0"/>
                    <a:pt x="536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3" name="Google Shape;2003;p67"/>
            <p:cNvSpPr/>
            <p:nvPr/>
          </p:nvSpPr>
          <p:spPr>
            <a:xfrm>
              <a:off x="1687258" y="1626001"/>
              <a:ext cx="305932" cy="510090"/>
            </a:xfrm>
            <a:custGeom>
              <a:avLst/>
              <a:gdLst/>
              <a:ahLst/>
              <a:cxnLst/>
              <a:rect l="l" t="t" r="r" b="b"/>
              <a:pathLst>
                <a:path w="9541" h="15908" extrusionOk="0">
                  <a:moveTo>
                    <a:pt x="8354" y="1"/>
                  </a:moveTo>
                  <a:cubicBezTo>
                    <a:pt x="8304" y="135"/>
                    <a:pt x="8354" y="552"/>
                    <a:pt x="8104" y="987"/>
                  </a:cubicBezTo>
                  <a:cubicBezTo>
                    <a:pt x="7770" y="1572"/>
                    <a:pt x="5581" y="1371"/>
                    <a:pt x="4829" y="1638"/>
                  </a:cubicBezTo>
                  <a:cubicBezTo>
                    <a:pt x="3910" y="1956"/>
                    <a:pt x="3693" y="2173"/>
                    <a:pt x="3008" y="2775"/>
                  </a:cubicBezTo>
                  <a:cubicBezTo>
                    <a:pt x="2788" y="1926"/>
                    <a:pt x="2415" y="1424"/>
                    <a:pt x="1855" y="1424"/>
                  </a:cubicBezTo>
                  <a:cubicBezTo>
                    <a:pt x="1775" y="1424"/>
                    <a:pt x="1692" y="1434"/>
                    <a:pt x="1604" y="1455"/>
                  </a:cubicBezTo>
                  <a:cubicBezTo>
                    <a:pt x="852" y="1622"/>
                    <a:pt x="1253" y="3777"/>
                    <a:pt x="1704" y="4011"/>
                  </a:cubicBezTo>
                  <a:cubicBezTo>
                    <a:pt x="1909" y="4125"/>
                    <a:pt x="2077" y="4156"/>
                    <a:pt x="2198" y="4156"/>
                  </a:cubicBezTo>
                  <a:cubicBezTo>
                    <a:pt x="2343" y="4156"/>
                    <a:pt x="2423" y="4111"/>
                    <a:pt x="2423" y="4111"/>
                  </a:cubicBezTo>
                  <a:lnTo>
                    <a:pt x="2423" y="4111"/>
                  </a:lnTo>
                  <a:cubicBezTo>
                    <a:pt x="2423" y="4111"/>
                    <a:pt x="2707" y="7754"/>
                    <a:pt x="2373" y="8739"/>
                  </a:cubicBezTo>
                  <a:cubicBezTo>
                    <a:pt x="2039" y="9725"/>
                    <a:pt x="1036" y="10277"/>
                    <a:pt x="0" y="10611"/>
                  </a:cubicBezTo>
                  <a:cubicBezTo>
                    <a:pt x="902" y="12282"/>
                    <a:pt x="3960" y="15356"/>
                    <a:pt x="5330" y="15907"/>
                  </a:cubicBezTo>
                  <a:cubicBezTo>
                    <a:pt x="6333" y="15674"/>
                    <a:pt x="7419" y="10661"/>
                    <a:pt x="7419" y="10661"/>
                  </a:cubicBezTo>
                  <a:cubicBezTo>
                    <a:pt x="7419" y="10661"/>
                    <a:pt x="6466" y="10511"/>
                    <a:pt x="6115" y="10126"/>
                  </a:cubicBezTo>
                  <a:cubicBezTo>
                    <a:pt x="5631" y="9592"/>
                    <a:pt x="5765" y="8890"/>
                    <a:pt x="5781" y="8623"/>
                  </a:cubicBezTo>
                  <a:cubicBezTo>
                    <a:pt x="5798" y="8392"/>
                    <a:pt x="5701" y="6950"/>
                    <a:pt x="6318" y="6950"/>
                  </a:cubicBezTo>
                  <a:cubicBezTo>
                    <a:pt x="6328" y="6950"/>
                    <a:pt x="6339" y="6951"/>
                    <a:pt x="6349" y="6952"/>
                  </a:cubicBezTo>
                  <a:cubicBezTo>
                    <a:pt x="6450" y="6968"/>
                    <a:pt x="6533" y="6985"/>
                    <a:pt x="6633" y="7002"/>
                  </a:cubicBezTo>
                  <a:cubicBezTo>
                    <a:pt x="6945" y="7059"/>
                    <a:pt x="7235" y="7087"/>
                    <a:pt x="7494" y="7087"/>
                  </a:cubicBezTo>
                  <a:cubicBezTo>
                    <a:pt x="7986" y="7087"/>
                    <a:pt x="8370" y="6987"/>
                    <a:pt x="8588" y="6801"/>
                  </a:cubicBezTo>
                  <a:cubicBezTo>
                    <a:pt x="8822" y="6618"/>
                    <a:pt x="8806" y="5765"/>
                    <a:pt x="8939" y="4997"/>
                  </a:cubicBezTo>
                  <a:cubicBezTo>
                    <a:pt x="9039" y="4395"/>
                    <a:pt x="9524" y="4328"/>
                    <a:pt x="9524" y="4111"/>
                  </a:cubicBezTo>
                  <a:cubicBezTo>
                    <a:pt x="9541" y="3627"/>
                    <a:pt x="8806" y="4095"/>
                    <a:pt x="8889" y="2039"/>
                  </a:cubicBezTo>
                  <a:cubicBezTo>
                    <a:pt x="8872" y="920"/>
                    <a:pt x="8655" y="335"/>
                    <a:pt x="8354"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4" name="Google Shape;2004;p67"/>
            <p:cNvSpPr/>
            <p:nvPr/>
          </p:nvSpPr>
          <p:spPr>
            <a:xfrm>
              <a:off x="1687258" y="1737459"/>
              <a:ext cx="237890" cy="398632"/>
            </a:xfrm>
            <a:custGeom>
              <a:avLst/>
              <a:gdLst/>
              <a:ahLst/>
              <a:cxnLst/>
              <a:rect l="l" t="t" r="r" b="b"/>
              <a:pathLst>
                <a:path w="7419" h="12432" extrusionOk="0">
                  <a:moveTo>
                    <a:pt x="2874" y="0"/>
                  </a:moveTo>
                  <a:cubicBezTo>
                    <a:pt x="2790" y="535"/>
                    <a:pt x="2423" y="635"/>
                    <a:pt x="2423" y="635"/>
                  </a:cubicBezTo>
                  <a:cubicBezTo>
                    <a:pt x="2423" y="635"/>
                    <a:pt x="2707" y="4278"/>
                    <a:pt x="2373" y="5263"/>
                  </a:cubicBezTo>
                  <a:cubicBezTo>
                    <a:pt x="2039" y="6249"/>
                    <a:pt x="1036" y="6801"/>
                    <a:pt x="0" y="7135"/>
                  </a:cubicBezTo>
                  <a:cubicBezTo>
                    <a:pt x="902" y="8806"/>
                    <a:pt x="3960" y="11880"/>
                    <a:pt x="5330" y="12431"/>
                  </a:cubicBezTo>
                  <a:cubicBezTo>
                    <a:pt x="6333" y="12198"/>
                    <a:pt x="7419" y="7185"/>
                    <a:pt x="7419" y="7185"/>
                  </a:cubicBezTo>
                  <a:cubicBezTo>
                    <a:pt x="7419" y="7185"/>
                    <a:pt x="6416" y="7068"/>
                    <a:pt x="6115" y="6650"/>
                  </a:cubicBezTo>
                  <a:cubicBezTo>
                    <a:pt x="5748" y="6132"/>
                    <a:pt x="5765" y="5414"/>
                    <a:pt x="5781" y="5147"/>
                  </a:cubicBezTo>
                  <a:cubicBezTo>
                    <a:pt x="5798" y="4916"/>
                    <a:pt x="5701" y="3474"/>
                    <a:pt x="6318" y="3474"/>
                  </a:cubicBezTo>
                  <a:cubicBezTo>
                    <a:pt x="6328" y="3474"/>
                    <a:pt x="6339" y="3475"/>
                    <a:pt x="6349" y="3476"/>
                  </a:cubicBezTo>
                  <a:cubicBezTo>
                    <a:pt x="5648" y="3359"/>
                    <a:pt x="3726" y="2824"/>
                    <a:pt x="3041" y="669"/>
                  </a:cubicBezTo>
                  <a:cubicBezTo>
                    <a:pt x="3008" y="518"/>
                    <a:pt x="2941" y="318"/>
                    <a:pt x="2874"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5" name="Google Shape;2005;p67"/>
            <p:cNvSpPr/>
            <p:nvPr/>
          </p:nvSpPr>
          <p:spPr>
            <a:xfrm>
              <a:off x="1739203" y="1686444"/>
              <a:ext cx="32738" cy="54254"/>
            </a:xfrm>
            <a:custGeom>
              <a:avLst/>
              <a:gdLst/>
              <a:ahLst/>
              <a:cxnLst/>
              <a:rect l="l" t="t" r="r" b="b"/>
              <a:pathLst>
                <a:path w="1021" h="1692" extrusionOk="0">
                  <a:moveTo>
                    <a:pt x="214" y="0"/>
                  </a:moveTo>
                  <a:cubicBezTo>
                    <a:pt x="75" y="0"/>
                    <a:pt x="1" y="88"/>
                    <a:pt x="1" y="88"/>
                  </a:cubicBezTo>
                  <a:cubicBezTo>
                    <a:pt x="536" y="88"/>
                    <a:pt x="602" y="806"/>
                    <a:pt x="602" y="806"/>
                  </a:cubicBezTo>
                  <a:cubicBezTo>
                    <a:pt x="536" y="806"/>
                    <a:pt x="469" y="823"/>
                    <a:pt x="402" y="839"/>
                  </a:cubicBezTo>
                  <a:cubicBezTo>
                    <a:pt x="68" y="923"/>
                    <a:pt x="101" y="1692"/>
                    <a:pt x="569" y="1692"/>
                  </a:cubicBezTo>
                  <a:cubicBezTo>
                    <a:pt x="1020" y="1692"/>
                    <a:pt x="970" y="455"/>
                    <a:pt x="519" y="121"/>
                  </a:cubicBezTo>
                  <a:cubicBezTo>
                    <a:pt x="397" y="29"/>
                    <a:pt x="294" y="0"/>
                    <a:pt x="214"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6" name="Google Shape;2006;p67"/>
            <p:cNvSpPr/>
            <p:nvPr/>
          </p:nvSpPr>
          <p:spPr>
            <a:xfrm>
              <a:off x="1928323" y="1705298"/>
              <a:ext cx="24145" cy="24145"/>
            </a:xfrm>
            <a:custGeom>
              <a:avLst/>
              <a:gdLst/>
              <a:ahLst/>
              <a:cxnLst/>
              <a:rect l="l" t="t" r="r" b="b"/>
              <a:pathLst>
                <a:path w="753" h="753" extrusionOk="0">
                  <a:moveTo>
                    <a:pt x="385" y="1"/>
                  </a:moveTo>
                  <a:cubicBezTo>
                    <a:pt x="318" y="1"/>
                    <a:pt x="252" y="18"/>
                    <a:pt x="201" y="51"/>
                  </a:cubicBezTo>
                  <a:lnTo>
                    <a:pt x="118" y="118"/>
                  </a:lnTo>
                  <a:cubicBezTo>
                    <a:pt x="68" y="151"/>
                    <a:pt x="34" y="218"/>
                    <a:pt x="18" y="285"/>
                  </a:cubicBezTo>
                  <a:lnTo>
                    <a:pt x="1" y="368"/>
                  </a:lnTo>
                  <a:cubicBezTo>
                    <a:pt x="1" y="469"/>
                    <a:pt x="34" y="569"/>
                    <a:pt x="101" y="636"/>
                  </a:cubicBezTo>
                  <a:cubicBezTo>
                    <a:pt x="135" y="686"/>
                    <a:pt x="185" y="703"/>
                    <a:pt x="235" y="719"/>
                  </a:cubicBezTo>
                  <a:cubicBezTo>
                    <a:pt x="268" y="753"/>
                    <a:pt x="318" y="753"/>
                    <a:pt x="369" y="753"/>
                  </a:cubicBezTo>
                  <a:cubicBezTo>
                    <a:pt x="435" y="753"/>
                    <a:pt x="502" y="736"/>
                    <a:pt x="552" y="703"/>
                  </a:cubicBezTo>
                  <a:lnTo>
                    <a:pt x="636" y="652"/>
                  </a:lnTo>
                  <a:cubicBezTo>
                    <a:pt x="686" y="602"/>
                    <a:pt x="719" y="552"/>
                    <a:pt x="736" y="485"/>
                  </a:cubicBezTo>
                  <a:lnTo>
                    <a:pt x="753" y="385"/>
                  </a:lnTo>
                  <a:cubicBezTo>
                    <a:pt x="753" y="335"/>
                    <a:pt x="753" y="285"/>
                    <a:pt x="719" y="251"/>
                  </a:cubicBezTo>
                  <a:cubicBezTo>
                    <a:pt x="703" y="201"/>
                    <a:pt x="686" y="151"/>
                    <a:pt x="653" y="118"/>
                  </a:cubicBezTo>
                  <a:cubicBezTo>
                    <a:pt x="569" y="51"/>
                    <a:pt x="486" y="18"/>
                    <a:pt x="38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7" name="Google Shape;2007;p67"/>
            <p:cNvSpPr/>
            <p:nvPr/>
          </p:nvSpPr>
          <p:spPr>
            <a:xfrm>
              <a:off x="1912258" y="1780843"/>
              <a:ext cx="49316" cy="23792"/>
            </a:xfrm>
            <a:custGeom>
              <a:avLst/>
              <a:gdLst/>
              <a:ahLst/>
              <a:cxnLst/>
              <a:rect l="l" t="t" r="r" b="b"/>
              <a:pathLst>
                <a:path w="1538" h="742" extrusionOk="0">
                  <a:moveTo>
                    <a:pt x="1" y="1"/>
                  </a:moveTo>
                  <a:lnTo>
                    <a:pt x="1" y="1"/>
                  </a:lnTo>
                  <a:cubicBezTo>
                    <a:pt x="51" y="368"/>
                    <a:pt x="335" y="669"/>
                    <a:pt x="702" y="736"/>
                  </a:cubicBezTo>
                  <a:cubicBezTo>
                    <a:pt x="731" y="740"/>
                    <a:pt x="759" y="742"/>
                    <a:pt x="787" y="742"/>
                  </a:cubicBezTo>
                  <a:cubicBezTo>
                    <a:pt x="1227" y="742"/>
                    <a:pt x="1538" y="268"/>
                    <a:pt x="1538" y="268"/>
                  </a:cubicBezTo>
                  <a:cubicBezTo>
                    <a:pt x="1538" y="268"/>
                    <a:pt x="1204" y="251"/>
                    <a:pt x="753" y="201"/>
                  </a:cubicBezTo>
                  <a:cubicBezTo>
                    <a:pt x="485" y="168"/>
                    <a:pt x="235" y="101"/>
                    <a:pt x="1"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08" name="Google Shape;2008;p67"/>
            <p:cNvSpPr/>
            <p:nvPr/>
          </p:nvSpPr>
          <p:spPr>
            <a:xfrm>
              <a:off x="1916555" y="1681730"/>
              <a:ext cx="38606" cy="18245"/>
            </a:xfrm>
            <a:custGeom>
              <a:avLst/>
              <a:gdLst/>
              <a:ahLst/>
              <a:cxnLst/>
              <a:rect l="l" t="t" r="r" b="b"/>
              <a:pathLst>
                <a:path w="1204" h="569" extrusionOk="0">
                  <a:moveTo>
                    <a:pt x="621" y="0"/>
                  </a:moveTo>
                  <a:cubicBezTo>
                    <a:pt x="615" y="0"/>
                    <a:pt x="608" y="0"/>
                    <a:pt x="602" y="1"/>
                  </a:cubicBezTo>
                  <a:cubicBezTo>
                    <a:pt x="184" y="1"/>
                    <a:pt x="0" y="569"/>
                    <a:pt x="0" y="569"/>
                  </a:cubicBezTo>
                  <a:cubicBezTo>
                    <a:pt x="184" y="468"/>
                    <a:pt x="385" y="385"/>
                    <a:pt x="602" y="335"/>
                  </a:cubicBezTo>
                  <a:cubicBezTo>
                    <a:pt x="669" y="324"/>
                    <a:pt x="736" y="318"/>
                    <a:pt x="802" y="318"/>
                  </a:cubicBezTo>
                  <a:cubicBezTo>
                    <a:pt x="936" y="318"/>
                    <a:pt x="1070" y="340"/>
                    <a:pt x="1203" y="385"/>
                  </a:cubicBezTo>
                  <a:cubicBezTo>
                    <a:pt x="1203" y="385"/>
                    <a:pt x="931" y="0"/>
                    <a:pt x="62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2009" name="Google Shape;2009;p67"/>
          <p:cNvGrpSpPr/>
          <p:nvPr/>
        </p:nvGrpSpPr>
        <p:grpSpPr>
          <a:xfrm>
            <a:off x="6593246" y="2093654"/>
            <a:ext cx="1806285" cy="4076188"/>
            <a:chOff x="4944934" y="1570240"/>
            <a:chExt cx="1354714" cy="3057141"/>
          </a:xfrm>
        </p:grpSpPr>
        <p:sp>
          <p:nvSpPr>
            <p:cNvPr id="2010" name="Google Shape;2010;p67"/>
            <p:cNvSpPr/>
            <p:nvPr/>
          </p:nvSpPr>
          <p:spPr>
            <a:xfrm>
              <a:off x="5645458" y="1570240"/>
              <a:ext cx="654190" cy="588264"/>
            </a:xfrm>
            <a:custGeom>
              <a:avLst/>
              <a:gdLst/>
              <a:ahLst/>
              <a:cxnLst/>
              <a:rect l="l" t="t" r="r" b="b"/>
              <a:pathLst>
                <a:path w="20402" h="18346" extrusionOk="0">
                  <a:moveTo>
                    <a:pt x="4511" y="0"/>
                  </a:moveTo>
                  <a:cubicBezTo>
                    <a:pt x="4010" y="0"/>
                    <a:pt x="3515" y="56"/>
                    <a:pt x="3041" y="203"/>
                  </a:cubicBezTo>
                  <a:cubicBezTo>
                    <a:pt x="2874" y="270"/>
                    <a:pt x="2724" y="320"/>
                    <a:pt x="2556" y="403"/>
                  </a:cubicBezTo>
                  <a:cubicBezTo>
                    <a:pt x="0" y="1640"/>
                    <a:pt x="1470" y="4614"/>
                    <a:pt x="1587" y="6719"/>
                  </a:cubicBezTo>
                  <a:cubicBezTo>
                    <a:pt x="1721" y="9376"/>
                    <a:pt x="1253" y="12199"/>
                    <a:pt x="2523" y="14656"/>
                  </a:cubicBezTo>
                  <a:cubicBezTo>
                    <a:pt x="3722" y="17022"/>
                    <a:pt x="6455" y="18345"/>
                    <a:pt x="9105" y="18345"/>
                  </a:cubicBezTo>
                  <a:cubicBezTo>
                    <a:pt x="9261" y="18345"/>
                    <a:pt x="9418" y="18341"/>
                    <a:pt x="9574" y="18332"/>
                  </a:cubicBezTo>
                  <a:cubicBezTo>
                    <a:pt x="13233" y="18114"/>
                    <a:pt x="20401" y="14221"/>
                    <a:pt x="15305" y="10395"/>
                  </a:cubicBezTo>
                  <a:cubicBezTo>
                    <a:pt x="14286" y="9626"/>
                    <a:pt x="13083" y="8975"/>
                    <a:pt x="12465" y="7855"/>
                  </a:cubicBezTo>
                  <a:cubicBezTo>
                    <a:pt x="11646" y="6368"/>
                    <a:pt x="12097" y="4430"/>
                    <a:pt x="11328" y="2910"/>
                  </a:cubicBezTo>
                  <a:cubicBezTo>
                    <a:pt x="10476" y="1239"/>
                    <a:pt x="8455" y="587"/>
                    <a:pt x="6617" y="236"/>
                  </a:cubicBezTo>
                  <a:cubicBezTo>
                    <a:pt x="5926" y="110"/>
                    <a:pt x="5212" y="0"/>
                    <a:pt x="4511" y="0"/>
                  </a:cubicBez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1" name="Google Shape;2011;p67"/>
            <p:cNvSpPr/>
            <p:nvPr/>
          </p:nvSpPr>
          <p:spPr>
            <a:xfrm>
              <a:off x="5735977" y="1605127"/>
              <a:ext cx="341332" cy="472542"/>
            </a:xfrm>
            <a:custGeom>
              <a:avLst/>
              <a:gdLst/>
              <a:ahLst/>
              <a:cxnLst/>
              <a:rect l="l" t="t" r="r" b="b"/>
              <a:pathLst>
                <a:path w="10645" h="14737" extrusionOk="0">
                  <a:moveTo>
                    <a:pt x="1003" y="0"/>
                  </a:moveTo>
                  <a:cubicBezTo>
                    <a:pt x="669" y="17"/>
                    <a:pt x="352" y="117"/>
                    <a:pt x="68" y="268"/>
                  </a:cubicBezTo>
                  <a:cubicBezTo>
                    <a:pt x="1" y="869"/>
                    <a:pt x="535" y="1621"/>
                    <a:pt x="636" y="2172"/>
                  </a:cubicBezTo>
                  <a:cubicBezTo>
                    <a:pt x="1070" y="4445"/>
                    <a:pt x="1" y="6767"/>
                    <a:pt x="185" y="9073"/>
                  </a:cubicBezTo>
                  <a:cubicBezTo>
                    <a:pt x="352" y="10944"/>
                    <a:pt x="1338" y="12665"/>
                    <a:pt x="2875" y="13751"/>
                  </a:cubicBezTo>
                  <a:cubicBezTo>
                    <a:pt x="3947" y="14506"/>
                    <a:pt x="5169" y="14736"/>
                    <a:pt x="6441" y="14736"/>
                  </a:cubicBezTo>
                  <a:cubicBezTo>
                    <a:pt x="6973" y="14736"/>
                    <a:pt x="7513" y="14696"/>
                    <a:pt x="8054" y="14637"/>
                  </a:cubicBezTo>
                  <a:cubicBezTo>
                    <a:pt x="10410" y="14386"/>
                    <a:pt x="10644" y="11111"/>
                    <a:pt x="9742" y="9507"/>
                  </a:cubicBezTo>
                  <a:cubicBezTo>
                    <a:pt x="9625" y="9290"/>
                    <a:pt x="9491" y="9090"/>
                    <a:pt x="9341" y="8889"/>
                  </a:cubicBezTo>
                  <a:cubicBezTo>
                    <a:pt x="8923" y="8304"/>
                    <a:pt x="8422" y="7786"/>
                    <a:pt x="7954" y="7235"/>
                  </a:cubicBezTo>
                  <a:cubicBezTo>
                    <a:pt x="7319" y="6500"/>
                    <a:pt x="6751" y="5681"/>
                    <a:pt x="6567" y="4746"/>
                  </a:cubicBezTo>
                  <a:cubicBezTo>
                    <a:pt x="6417" y="3944"/>
                    <a:pt x="6551" y="3108"/>
                    <a:pt x="6300" y="2340"/>
                  </a:cubicBezTo>
                  <a:cubicBezTo>
                    <a:pt x="5982" y="1354"/>
                    <a:pt x="5064" y="669"/>
                    <a:pt x="4078" y="334"/>
                  </a:cubicBezTo>
                  <a:cubicBezTo>
                    <a:pt x="3092" y="17"/>
                    <a:pt x="2039" y="0"/>
                    <a:pt x="1003" y="0"/>
                  </a:cubicBez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2" name="Google Shape;2012;p67"/>
            <p:cNvSpPr/>
            <p:nvPr/>
          </p:nvSpPr>
          <p:spPr>
            <a:xfrm>
              <a:off x="5718309" y="4197134"/>
              <a:ext cx="346142" cy="416300"/>
            </a:xfrm>
            <a:custGeom>
              <a:avLst/>
              <a:gdLst/>
              <a:ahLst/>
              <a:cxnLst/>
              <a:rect l="l" t="t" r="r" b="b"/>
              <a:pathLst>
                <a:path w="10795" h="12983" extrusionOk="0">
                  <a:moveTo>
                    <a:pt x="7737" y="0"/>
                  </a:moveTo>
                  <a:lnTo>
                    <a:pt x="4044" y="1955"/>
                  </a:lnTo>
                  <a:cubicBezTo>
                    <a:pt x="4044" y="1955"/>
                    <a:pt x="4946" y="4545"/>
                    <a:pt x="4278" y="6884"/>
                  </a:cubicBezTo>
                  <a:cubicBezTo>
                    <a:pt x="3609" y="9223"/>
                    <a:pt x="3108" y="10309"/>
                    <a:pt x="1805" y="11479"/>
                  </a:cubicBezTo>
                  <a:cubicBezTo>
                    <a:pt x="1237" y="12014"/>
                    <a:pt x="635" y="12515"/>
                    <a:pt x="0" y="12983"/>
                  </a:cubicBezTo>
                  <a:lnTo>
                    <a:pt x="7001" y="12966"/>
                  </a:lnTo>
                  <a:cubicBezTo>
                    <a:pt x="7001" y="12966"/>
                    <a:pt x="9675" y="7302"/>
                    <a:pt x="10794" y="4294"/>
                  </a:cubicBezTo>
                  <a:cubicBezTo>
                    <a:pt x="10677" y="3877"/>
                    <a:pt x="9558" y="2356"/>
                    <a:pt x="8706" y="1253"/>
                  </a:cubicBezTo>
                  <a:cubicBezTo>
                    <a:pt x="8171" y="552"/>
                    <a:pt x="7737" y="0"/>
                    <a:pt x="7737"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3" name="Google Shape;2013;p67"/>
            <p:cNvSpPr/>
            <p:nvPr/>
          </p:nvSpPr>
          <p:spPr>
            <a:xfrm>
              <a:off x="5718309" y="4237311"/>
              <a:ext cx="346142" cy="376122"/>
            </a:xfrm>
            <a:custGeom>
              <a:avLst/>
              <a:gdLst/>
              <a:ahLst/>
              <a:cxnLst/>
              <a:rect l="l" t="t" r="r" b="b"/>
              <a:pathLst>
                <a:path w="10795" h="11730" extrusionOk="0">
                  <a:moveTo>
                    <a:pt x="8706" y="0"/>
                  </a:moveTo>
                  <a:cubicBezTo>
                    <a:pt x="8054" y="1003"/>
                    <a:pt x="8539" y="2690"/>
                    <a:pt x="8505" y="3977"/>
                  </a:cubicBezTo>
                  <a:cubicBezTo>
                    <a:pt x="8455" y="5464"/>
                    <a:pt x="6901" y="9441"/>
                    <a:pt x="6901" y="9441"/>
                  </a:cubicBezTo>
                  <a:cubicBezTo>
                    <a:pt x="6901" y="9441"/>
                    <a:pt x="5030" y="9574"/>
                    <a:pt x="3793" y="9708"/>
                  </a:cubicBezTo>
                  <a:cubicBezTo>
                    <a:pt x="2574" y="9842"/>
                    <a:pt x="1855" y="10176"/>
                    <a:pt x="1805" y="10226"/>
                  </a:cubicBezTo>
                  <a:cubicBezTo>
                    <a:pt x="1237" y="10761"/>
                    <a:pt x="635" y="11262"/>
                    <a:pt x="0" y="11730"/>
                  </a:cubicBezTo>
                  <a:lnTo>
                    <a:pt x="7001" y="11713"/>
                  </a:lnTo>
                  <a:cubicBezTo>
                    <a:pt x="7001" y="11713"/>
                    <a:pt x="9675" y="6049"/>
                    <a:pt x="10794" y="3041"/>
                  </a:cubicBezTo>
                  <a:cubicBezTo>
                    <a:pt x="10677" y="2624"/>
                    <a:pt x="9558" y="1103"/>
                    <a:pt x="870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4" name="Google Shape;2014;p67"/>
            <p:cNvSpPr/>
            <p:nvPr/>
          </p:nvSpPr>
          <p:spPr>
            <a:xfrm>
              <a:off x="5572029" y="2835750"/>
              <a:ext cx="487580" cy="1497500"/>
            </a:xfrm>
            <a:custGeom>
              <a:avLst/>
              <a:gdLst/>
              <a:ahLst/>
              <a:cxnLst/>
              <a:rect l="l" t="t" r="r" b="b"/>
              <a:pathLst>
                <a:path w="15206" h="46702" extrusionOk="0">
                  <a:moveTo>
                    <a:pt x="619" y="1"/>
                  </a:moveTo>
                  <a:cubicBezTo>
                    <a:pt x="619" y="1"/>
                    <a:pt x="552" y="1872"/>
                    <a:pt x="486" y="4646"/>
                  </a:cubicBezTo>
                  <a:cubicBezTo>
                    <a:pt x="285" y="11981"/>
                    <a:pt x="1" y="25632"/>
                    <a:pt x="619" y="28322"/>
                  </a:cubicBezTo>
                  <a:cubicBezTo>
                    <a:pt x="1471" y="32014"/>
                    <a:pt x="8656" y="46701"/>
                    <a:pt x="8656" y="46701"/>
                  </a:cubicBezTo>
                  <a:lnTo>
                    <a:pt x="15206" y="44161"/>
                  </a:lnTo>
                  <a:lnTo>
                    <a:pt x="9491" y="22190"/>
                  </a:lnTo>
                  <a:cubicBezTo>
                    <a:pt x="9491" y="22190"/>
                    <a:pt x="10327" y="11229"/>
                    <a:pt x="10427" y="4646"/>
                  </a:cubicBezTo>
                  <a:cubicBezTo>
                    <a:pt x="10461" y="2457"/>
                    <a:pt x="10427" y="753"/>
                    <a:pt x="10227" y="118"/>
                  </a:cubicBezTo>
                  <a:lnTo>
                    <a:pt x="619"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5" name="Google Shape;2015;p67"/>
            <p:cNvSpPr/>
            <p:nvPr/>
          </p:nvSpPr>
          <p:spPr>
            <a:xfrm>
              <a:off x="5696890" y="4444098"/>
              <a:ext cx="463981" cy="183284"/>
            </a:xfrm>
            <a:custGeom>
              <a:avLst/>
              <a:gdLst/>
              <a:ahLst/>
              <a:cxnLst/>
              <a:rect l="l" t="t" r="r" b="b"/>
              <a:pathLst>
                <a:path w="14470" h="5716" extrusionOk="0">
                  <a:moveTo>
                    <a:pt x="8003" y="1"/>
                  </a:moveTo>
                  <a:cubicBezTo>
                    <a:pt x="8004" y="1"/>
                    <a:pt x="8288" y="1505"/>
                    <a:pt x="5664" y="2925"/>
                  </a:cubicBezTo>
                  <a:cubicBezTo>
                    <a:pt x="4779" y="3376"/>
                    <a:pt x="3843" y="3743"/>
                    <a:pt x="2874" y="4011"/>
                  </a:cubicBezTo>
                  <a:cubicBezTo>
                    <a:pt x="602" y="4646"/>
                    <a:pt x="0" y="5715"/>
                    <a:pt x="0" y="5715"/>
                  </a:cubicBezTo>
                  <a:lnTo>
                    <a:pt x="14470" y="5665"/>
                  </a:lnTo>
                  <a:lnTo>
                    <a:pt x="14169" y="2975"/>
                  </a:lnTo>
                  <a:lnTo>
                    <a:pt x="13868" y="118"/>
                  </a:lnTo>
                  <a:lnTo>
                    <a:pt x="8003"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6" name="Google Shape;2016;p67"/>
            <p:cNvSpPr/>
            <p:nvPr/>
          </p:nvSpPr>
          <p:spPr>
            <a:xfrm>
              <a:off x="5831339" y="2781656"/>
              <a:ext cx="375609" cy="1725706"/>
            </a:xfrm>
            <a:custGeom>
              <a:avLst/>
              <a:gdLst/>
              <a:ahLst/>
              <a:cxnLst/>
              <a:rect l="l" t="t" r="r" b="b"/>
              <a:pathLst>
                <a:path w="11714" h="53819" extrusionOk="0">
                  <a:moveTo>
                    <a:pt x="10928" y="0"/>
                  </a:moveTo>
                  <a:lnTo>
                    <a:pt x="1321" y="301"/>
                  </a:lnTo>
                  <a:cubicBezTo>
                    <a:pt x="1321" y="301"/>
                    <a:pt x="1154" y="2557"/>
                    <a:pt x="953" y="5781"/>
                  </a:cubicBezTo>
                  <a:cubicBezTo>
                    <a:pt x="920" y="6333"/>
                    <a:pt x="886" y="6884"/>
                    <a:pt x="836" y="7469"/>
                  </a:cubicBezTo>
                  <a:cubicBezTo>
                    <a:pt x="452" y="13835"/>
                    <a:pt x="1" y="22674"/>
                    <a:pt x="235" y="26216"/>
                  </a:cubicBezTo>
                  <a:cubicBezTo>
                    <a:pt x="619" y="32047"/>
                    <a:pt x="2975" y="51830"/>
                    <a:pt x="2975" y="51830"/>
                  </a:cubicBezTo>
                  <a:lnTo>
                    <a:pt x="11714" y="53818"/>
                  </a:lnTo>
                  <a:cubicBezTo>
                    <a:pt x="11714" y="53818"/>
                    <a:pt x="10644" y="32498"/>
                    <a:pt x="10193" y="27603"/>
                  </a:cubicBezTo>
                  <a:cubicBezTo>
                    <a:pt x="10260" y="24445"/>
                    <a:pt x="10561" y="14520"/>
                    <a:pt x="10761" y="7469"/>
                  </a:cubicBezTo>
                  <a:cubicBezTo>
                    <a:pt x="10778" y="6884"/>
                    <a:pt x="10795" y="6333"/>
                    <a:pt x="10811" y="5781"/>
                  </a:cubicBezTo>
                  <a:cubicBezTo>
                    <a:pt x="10912" y="2390"/>
                    <a:pt x="10995" y="0"/>
                    <a:pt x="10995"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7" name="Google Shape;2017;p67"/>
            <p:cNvSpPr/>
            <p:nvPr/>
          </p:nvSpPr>
          <p:spPr>
            <a:xfrm>
              <a:off x="5858145" y="2781656"/>
              <a:ext cx="325780" cy="239493"/>
            </a:xfrm>
            <a:custGeom>
              <a:avLst/>
              <a:gdLst/>
              <a:ahLst/>
              <a:cxnLst/>
              <a:rect l="l" t="t" r="r" b="b"/>
              <a:pathLst>
                <a:path w="10160" h="7469" extrusionOk="0">
                  <a:moveTo>
                    <a:pt x="10092" y="0"/>
                  </a:moveTo>
                  <a:lnTo>
                    <a:pt x="485" y="301"/>
                  </a:lnTo>
                  <a:cubicBezTo>
                    <a:pt x="485" y="301"/>
                    <a:pt x="318" y="2557"/>
                    <a:pt x="117" y="5781"/>
                  </a:cubicBezTo>
                  <a:cubicBezTo>
                    <a:pt x="84" y="6333"/>
                    <a:pt x="50" y="6884"/>
                    <a:pt x="0" y="7469"/>
                  </a:cubicBezTo>
                  <a:lnTo>
                    <a:pt x="9925" y="7469"/>
                  </a:lnTo>
                  <a:cubicBezTo>
                    <a:pt x="9942" y="6884"/>
                    <a:pt x="9959" y="6333"/>
                    <a:pt x="9975" y="5781"/>
                  </a:cubicBezTo>
                  <a:cubicBezTo>
                    <a:pt x="10076" y="2390"/>
                    <a:pt x="10159" y="0"/>
                    <a:pt x="10159"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8" name="Google Shape;2018;p67"/>
            <p:cNvSpPr/>
            <p:nvPr/>
          </p:nvSpPr>
          <p:spPr>
            <a:xfrm>
              <a:off x="5696890" y="4537856"/>
              <a:ext cx="463981" cy="89525"/>
            </a:xfrm>
            <a:custGeom>
              <a:avLst/>
              <a:gdLst/>
              <a:ahLst/>
              <a:cxnLst/>
              <a:rect l="l" t="t" r="r" b="b"/>
              <a:pathLst>
                <a:path w="14470" h="2792" extrusionOk="0">
                  <a:moveTo>
                    <a:pt x="5664" y="1"/>
                  </a:moveTo>
                  <a:cubicBezTo>
                    <a:pt x="4779" y="452"/>
                    <a:pt x="3843" y="819"/>
                    <a:pt x="2874" y="1087"/>
                  </a:cubicBezTo>
                  <a:cubicBezTo>
                    <a:pt x="602" y="1722"/>
                    <a:pt x="0" y="2791"/>
                    <a:pt x="0" y="2791"/>
                  </a:cubicBezTo>
                  <a:lnTo>
                    <a:pt x="14470" y="2741"/>
                  </a:lnTo>
                  <a:lnTo>
                    <a:pt x="14169" y="51"/>
                  </a:lnTo>
                  <a:cubicBezTo>
                    <a:pt x="12899" y="519"/>
                    <a:pt x="11011" y="1521"/>
                    <a:pt x="7619" y="2022"/>
                  </a:cubicBezTo>
                  <a:cubicBezTo>
                    <a:pt x="7151" y="1287"/>
                    <a:pt x="6383" y="569"/>
                    <a:pt x="566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19" name="Google Shape;2019;p67"/>
            <p:cNvSpPr/>
            <p:nvPr/>
          </p:nvSpPr>
          <p:spPr>
            <a:xfrm>
              <a:off x="5049145" y="2010974"/>
              <a:ext cx="105334" cy="71986"/>
            </a:xfrm>
            <a:custGeom>
              <a:avLst/>
              <a:gdLst/>
              <a:ahLst/>
              <a:cxnLst/>
              <a:rect l="l" t="t" r="r" b="b"/>
              <a:pathLst>
                <a:path w="3285" h="2245" extrusionOk="0">
                  <a:moveTo>
                    <a:pt x="464" y="1"/>
                  </a:moveTo>
                  <a:cubicBezTo>
                    <a:pt x="407" y="1"/>
                    <a:pt x="363" y="14"/>
                    <a:pt x="335" y="42"/>
                  </a:cubicBezTo>
                  <a:cubicBezTo>
                    <a:pt x="0" y="376"/>
                    <a:pt x="168" y="543"/>
                    <a:pt x="552" y="994"/>
                  </a:cubicBezTo>
                  <a:cubicBezTo>
                    <a:pt x="953" y="1445"/>
                    <a:pt x="2373" y="2130"/>
                    <a:pt x="2373" y="2130"/>
                  </a:cubicBezTo>
                  <a:cubicBezTo>
                    <a:pt x="2373" y="2130"/>
                    <a:pt x="2585" y="2244"/>
                    <a:pt x="2802" y="2244"/>
                  </a:cubicBezTo>
                  <a:cubicBezTo>
                    <a:pt x="3041" y="2244"/>
                    <a:pt x="3285" y="2106"/>
                    <a:pt x="3259" y="1529"/>
                  </a:cubicBezTo>
                  <a:cubicBezTo>
                    <a:pt x="3259" y="1529"/>
                    <a:pt x="1086" y="1"/>
                    <a:pt x="464"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0" name="Google Shape;2020;p67"/>
            <p:cNvSpPr/>
            <p:nvPr/>
          </p:nvSpPr>
          <p:spPr>
            <a:xfrm>
              <a:off x="4986458" y="1966179"/>
              <a:ext cx="51047" cy="114280"/>
            </a:xfrm>
            <a:custGeom>
              <a:avLst/>
              <a:gdLst/>
              <a:ahLst/>
              <a:cxnLst/>
              <a:rect l="l" t="t" r="r" b="b"/>
              <a:pathLst>
                <a:path w="1592" h="3564" extrusionOk="0">
                  <a:moveTo>
                    <a:pt x="384" y="1"/>
                  </a:moveTo>
                  <a:cubicBezTo>
                    <a:pt x="325" y="1"/>
                    <a:pt x="277" y="16"/>
                    <a:pt x="251" y="52"/>
                  </a:cubicBezTo>
                  <a:cubicBezTo>
                    <a:pt x="84" y="603"/>
                    <a:pt x="1" y="1171"/>
                    <a:pt x="17" y="1740"/>
                  </a:cubicBezTo>
                  <a:cubicBezTo>
                    <a:pt x="67" y="2274"/>
                    <a:pt x="285" y="3293"/>
                    <a:pt x="786" y="3461"/>
                  </a:cubicBezTo>
                  <a:cubicBezTo>
                    <a:pt x="991" y="3520"/>
                    <a:pt x="1162" y="3564"/>
                    <a:pt x="1292" y="3564"/>
                  </a:cubicBezTo>
                  <a:cubicBezTo>
                    <a:pt x="1490" y="3564"/>
                    <a:pt x="1591" y="3462"/>
                    <a:pt x="1571" y="3160"/>
                  </a:cubicBezTo>
                  <a:cubicBezTo>
                    <a:pt x="1538" y="2659"/>
                    <a:pt x="936" y="1856"/>
                    <a:pt x="869" y="1656"/>
                  </a:cubicBezTo>
                  <a:cubicBezTo>
                    <a:pt x="970" y="954"/>
                    <a:pt x="903" y="353"/>
                    <a:pt x="786" y="186"/>
                  </a:cubicBezTo>
                  <a:cubicBezTo>
                    <a:pt x="705" y="81"/>
                    <a:pt x="518" y="1"/>
                    <a:pt x="384"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1" name="Google Shape;2021;p67"/>
            <p:cNvSpPr/>
            <p:nvPr/>
          </p:nvSpPr>
          <p:spPr>
            <a:xfrm>
              <a:off x="4944934" y="1983270"/>
              <a:ext cx="307824" cy="220864"/>
            </a:xfrm>
            <a:custGeom>
              <a:avLst/>
              <a:gdLst/>
              <a:ahLst/>
              <a:cxnLst/>
              <a:rect l="l" t="t" r="r" b="b"/>
              <a:pathLst>
                <a:path w="9600" h="6888" extrusionOk="0">
                  <a:moveTo>
                    <a:pt x="518" y="1"/>
                  </a:moveTo>
                  <a:cubicBezTo>
                    <a:pt x="219" y="1"/>
                    <a:pt x="0" y="174"/>
                    <a:pt x="42" y="371"/>
                  </a:cubicBezTo>
                  <a:cubicBezTo>
                    <a:pt x="109" y="605"/>
                    <a:pt x="1463" y="4030"/>
                    <a:pt x="2164" y="4247"/>
                  </a:cubicBezTo>
                  <a:cubicBezTo>
                    <a:pt x="2515" y="4348"/>
                    <a:pt x="3196" y="4373"/>
                    <a:pt x="3789" y="4373"/>
                  </a:cubicBezTo>
                  <a:cubicBezTo>
                    <a:pt x="4382" y="4373"/>
                    <a:pt x="4888" y="4348"/>
                    <a:pt x="4888" y="4348"/>
                  </a:cubicBezTo>
                  <a:lnTo>
                    <a:pt x="7277" y="6887"/>
                  </a:lnTo>
                  <a:lnTo>
                    <a:pt x="9600" y="4966"/>
                  </a:lnTo>
                  <a:cubicBezTo>
                    <a:pt x="9600" y="4966"/>
                    <a:pt x="7210" y="2577"/>
                    <a:pt x="6509" y="2393"/>
                  </a:cubicBezTo>
                  <a:cubicBezTo>
                    <a:pt x="6280" y="2337"/>
                    <a:pt x="5703" y="2319"/>
                    <a:pt x="5035" y="2319"/>
                  </a:cubicBezTo>
                  <a:cubicBezTo>
                    <a:pt x="3698" y="2319"/>
                    <a:pt x="1997" y="2393"/>
                    <a:pt x="1997" y="2393"/>
                  </a:cubicBezTo>
                  <a:cubicBezTo>
                    <a:pt x="1997" y="2393"/>
                    <a:pt x="1062" y="120"/>
                    <a:pt x="694" y="20"/>
                  </a:cubicBezTo>
                  <a:cubicBezTo>
                    <a:pt x="633" y="7"/>
                    <a:pt x="574" y="1"/>
                    <a:pt x="518"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2" name="Google Shape;2022;p67"/>
            <p:cNvSpPr/>
            <p:nvPr/>
          </p:nvSpPr>
          <p:spPr>
            <a:xfrm>
              <a:off x="5119848" y="1986316"/>
              <a:ext cx="655248" cy="507653"/>
            </a:xfrm>
            <a:custGeom>
              <a:avLst/>
              <a:gdLst/>
              <a:ahLst/>
              <a:cxnLst/>
              <a:rect l="l" t="t" r="r" b="b"/>
              <a:pathLst>
                <a:path w="20435" h="15832" extrusionOk="0">
                  <a:moveTo>
                    <a:pt x="16991" y="0"/>
                  </a:moveTo>
                  <a:cubicBezTo>
                    <a:pt x="16811" y="0"/>
                    <a:pt x="16632" y="24"/>
                    <a:pt x="16459" y="76"/>
                  </a:cubicBezTo>
                  <a:cubicBezTo>
                    <a:pt x="14705" y="577"/>
                    <a:pt x="8305" y="8497"/>
                    <a:pt x="8305" y="8497"/>
                  </a:cubicBezTo>
                  <a:lnTo>
                    <a:pt x="3326" y="3133"/>
                  </a:lnTo>
                  <a:lnTo>
                    <a:pt x="1" y="6525"/>
                  </a:lnTo>
                  <a:cubicBezTo>
                    <a:pt x="1" y="6525"/>
                    <a:pt x="5431" y="15113"/>
                    <a:pt x="8138" y="15798"/>
                  </a:cubicBezTo>
                  <a:cubicBezTo>
                    <a:pt x="8226" y="15820"/>
                    <a:pt x="8320" y="15831"/>
                    <a:pt x="8419" y="15831"/>
                  </a:cubicBezTo>
                  <a:cubicBezTo>
                    <a:pt x="11396" y="15831"/>
                    <a:pt x="19305" y="6161"/>
                    <a:pt x="19968" y="3751"/>
                  </a:cubicBezTo>
                  <a:cubicBezTo>
                    <a:pt x="20434" y="2005"/>
                    <a:pt x="18635" y="0"/>
                    <a:pt x="1699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3" name="Google Shape;2023;p67"/>
            <p:cNvSpPr/>
            <p:nvPr/>
          </p:nvSpPr>
          <p:spPr>
            <a:xfrm>
              <a:off x="5518993" y="1949601"/>
              <a:ext cx="722777" cy="959064"/>
            </a:xfrm>
            <a:custGeom>
              <a:avLst/>
              <a:gdLst/>
              <a:ahLst/>
              <a:cxnLst/>
              <a:rect l="l" t="t" r="r" b="b"/>
              <a:pathLst>
                <a:path w="22541" h="29910" extrusionOk="0">
                  <a:moveTo>
                    <a:pt x="14922" y="1"/>
                  </a:moveTo>
                  <a:cubicBezTo>
                    <a:pt x="12785" y="1"/>
                    <a:pt x="8538" y="103"/>
                    <a:pt x="7859" y="103"/>
                  </a:cubicBezTo>
                  <a:cubicBezTo>
                    <a:pt x="7811" y="103"/>
                    <a:pt x="7780" y="102"/>
                    <a:pt x="7770" y="101"/>
                  </a:cubicBezTo>
                  <a:cubicBezTo>
                    <a:pt x="7770" y="101"/>
                    <a:pt x="7369" y="151"/>
                    <a:pt x="6818" y="268"/>
                  </a:cubicBezTo>
                  <a:cubicBezTo>
                    <a:pt x="5983" y="435"/>
                    <a:pt x="4796" y="769"/>
                    <a:pt x="4295" y="1354"/>
                  </a:cubicBezTo>
                  <a:cubicBezTo>
                    <a:pt x="3476" y="2323"/>
                    <a:pt x="4078" y="16342"/>
                    <a:pt x="4078" y="16342"/>
                  </a:cubicBezTo>
                  <a:cubicBezTo>
                    <a:pt x="4061" y="16425"/>
                    <a:pt x="987" y="25364"/>
                    <a:pt x="1" y="29909"/>
                  </a:cubicBezTo>
                  <a:lnTo>
                    <a:pt x="22039" y="29909"/>
                  </a:lnTo>
                  <a:cubicBezTo>
                    <a:pt x="22039" y="29909"/>
                    <a:pt x="21354" y="25348"/>
                    <a:pt x="20653" y="21856"/>
                  </a:cubicBezTo>
                  <a:cubicBezTo>
                    <a:pt x="20151" y="19349"/>
                    <a:pt x="20151" y="16776"/>
                    <a:pt x="20686" y="14270"/>
                  </a:cubicBezTo>
                  <a:cubicBezTo>
                    <a:pt x="21622" y="9809"/>
                    <a:pt x="22541" y="4529"/>
                    <a:pt x="21471" y="2708"/>
                  </a:cubicBezTo>
                  <a:cubicBezTo>
                    <a:pt x="20218" y="586"/>
                    <a:pt x="17879" y="519"/>
                    <a:pt x="15790" y="168"/>
                  </a:cubicBezTo>
                  <a:cubicBezTo>
                    <a:pt x="15490" y="118"/>
                    <a:pt x="15206" y="68"/>
                    <a:pt x="14922"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4" name="Google Shape;2024;p67"/>
            <p:cNvSpPr/>
            <p:nvPr/>
          </p:nvSpPr>
          <p:spPr>
            <a:xfrm>
              <a:off x="5957803" y="2654134"/>
              <a:ext cx="137719" cy="157888"/>
            </a:xfrm>
            <a:custGeom>
              <a:avLst/>
              <a:gdLst/>
              <a:ahLst/>
              <a:cxnLst/>
              <a:rect l="l" t="t" r="r" b="b"/>
              <a:pathLst>
                <a:path w="4295" h="4924" extrusionOk="0">
                  <a:moveTo>
                    <a:pt x="0" y="1"/>
                  </a:moveTo>
                  <a:lnTo>
                    <a:pt x="0" y="3426"/>
                  </a:lnTo>
                  <a:cubicBezTo>
                    <a:pt x="0" y="3426"/>
                    <a:pt x="84" y="4428"/>
                    <a:pt x="1420" y="4813"/>
                  </a:cubicBezTo>
                  <a:cubicBezTo>
                    <a:pt x="1688" y="4890"/>
                    <a:pt x="1953" y="4924"/>
                    <a:pt x="2206" y="4924"/>
                  </a:cubicBezTo>
                  <a:cubicBezTo>
                    <a:pt x="3214" y="4924"/>
                    <a:pt x="4037" y="4381"/>
                    <a:pt x="4144" y="3860"/>
                  </a:cubicBezTo>
                  <a:cubicBezTo>
                    <a:pt x="4294" y="3142"/>
                    <a:pt x="4211" y="151"/>
                    <a:pt x="4194" y="84"/>
                  </a:cubicBez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5" name="Google Shape;2025;p67"/>
            <p:cNvSpPr/>
            <p:nvPr/>
          </p:nvSpPr>
          <p:spPr>
            <a:xfrm>
              <a:off x="5639013" y="2654134"/>
              <a:ext cx="137719" cy="157888"/>
            </a:xfrm>
            <a:custGeom>
              <a:avLst/>
              <a:gdLst/>
              <a:ahLst/>
              <a:cxnLst/>
              <a:rect l="l" t="t" r="r" b="b"/>
              <a:pathLst>
                <a:path w="4295" h="4924" extrusionOk="0">
                  <a:moveTo>
                    <a:pt x="1" y="1"/>
                  </a:moveTo>
                  <a:lnTo>
                    <a:pt x="1" y="3426"/>
                  </a:lnTo>
                  <a:cubicBezTo>
                    <a:pt x="1" y="3426"/>
                    <a:pt x="84" y="4428"/>
                    <a:pt x="1421" y="4813"/>
                  </a:cubicBezTo>
                  <a:cubicBezTo>
                    <a:pt x="1689" y="4890"/>
                    <a:pt x="1953" y="4924"/>
                    <a:pt x="2206" y="4924"/>
                  </a:cubicBezTo>
                  <a:cubicBezTo>
                    <a:pt x="3215" y="4924"/>
                    <a:pt x="4037" y="4381"/>
                    <a:pt x="4144" y="3860"/>
                  </a:cubicBezTo>
                  <a:cubicBezTo>
                    <a:pt x="4295" y="3142"/>
                    <a:pt x="4211" y="151"/>
                    <a:pt x="4194" y="84"/>
                  </a:cubicBezTo>
                  <a:lnTo>
                    <a:pt x="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6" name="Google Shape;2026;p67"/>
            <p:cNvSpPr/>
            <p:nvPr/>
          </p:nvSpPr>
          <p:spPr>
            <a:xfrm>
              <a:off x="5737580" y="1949601"/>
              <a:ext cx="287751" cy="204158"/>
            </a:xfrm>
            <a:custGeom>
              <a:avLst/>
              <a:gdLst/>
              <a:ahLst/>
              <a:cxnLst/>
              <a:rect l="l" t="t" r="r" b="b"/>
              <a:pathLst>
                <a:path w="8974" h="6367" extrusionOk="0">
                  <a:moveTo>
                    <a:pt x="8105" y="1"/>
                  </a:moveTo>
                  <a:cubicBezTo>
                    <a:pt x="5968" y="1"/>
                    <a:pt x="1721" y="103"/>
                    <a:pt x="1042" y="103"/>
                  </a:cubicBezTo>
                  <a:cubicBezTo>
                    <a:pt x="994" y="103"/>
                    <a:pt x="963" y="102"/>
                    <a:pt x="953" y="101"/>
                  </a:cubicBezTo>
                  <a:cubicBezTo>
                    <a:pt x="953" y="101"/>
                    <a:pt x="552" y="151"/>
                    <a:pt x="1" y="268"/>
                  </a:cubicBezTo>
                  <a:cubicBezTo>
                    <a:pt x="502" y="2156"/>
                    <a:pt x="1622" y="5882"/>
                    <a:pt x="2741" y="6367"/>
                  </a:cubicBezTo>
                  <a:cubicBezTo>
                    <a:pt x="4546" y="6166"/>
                    <a:pt x="7770" y="2641"/>
                    <a:pt x="8973" y="168"/>
                  </a:cubicBezTo>
                  <a:cubicBezTo>
                    <a:pt x="8673" y="118"/>
                    <a:pt x="8389" y="68"/>
                    <a:pt x="8105"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7" name="Google Shape;2027;p67"/>
            <p:cNvSpPr/>
            <p:nvPr/>
          </p:nvSpPr>
          <p:spPr>
            <a:xfrm>
              <a:off x="5453100" y="1990741"/>
              <a:ext cx="51015" cy="114023"/>
            </a:xfrm>
            <a:custGeom>
              <a:avLst/>
              <a:gdLst/>
              <a:ahLst/>
              <a:cxnLst/>
              <a:rect l="l" t="t" r="r" b="b"/>
              <a:pathLst>
                <a:path w="1591" h="3556" extrusionOk="0">
                  <a:moveTo>
                    <a:pt x="387" y="0"/>
                  </a:moveTo>
                  <a:cubicBezTo>
                    <a:pt x="324" y="0"/>
                    <a:pt x="273" y="17"/>
                    <a:pt x="251" y="55"/>
                  </a:cubicBezTo>
                  <a:cubicBezTo>
                    <a:pt x="68" y="589"/>
                    <a:pt x="1" y="1157"/>
                    <a:pt x="17" y="1742"/>
                  </a:cubicBezTo>
                  <a:cubicBezTo>
                    <a:pt x="68" y="2260"/>
                    <a:pt x="285" y="3296"/>
                    <a:pt x="786" y="3446"/>
                  </a:cubicBezTo>
                  <a:cubicBezTo>
                    <a:pt x="999" y="3508"/>
                    <a:pt x="1175" y="3556"/>
                    <a:pt x="1306" y="3556"/>
                  </a:cubicBezTo>
                  <a:cubicBezTo>
                    <a:pt x="1495" y="3556"/>
                    <a:pt x="1591" y="3458"/>
                    <a:pt x="1571" y="3162"/>
                  </a:cubicBezTo>
                  <a:cubicBezTo>
                    <a:pt x="1538" y="2644"/>
                    <a:pt x="920" y="1859"/>
                    <a:pt x="870" y="1642"/>
                  </a:cubicBezTo>
                  <a:cubicBezTo>
                    <a:pt x="970" y="940"/>
                    <a:pt x="903" y="339"/>
                    <a:pt x="786" y="188"/>
                  </a:cubicBezTo>
                  <a:cubicBezTo>
                    <a:pt x="707" y="75"/>
                    <a:pt x="520" y="0"/>
                    <a:pt x="387"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8" name="Google Shape;2028;p67"/>
            <p:cNvSpPr/>
            <p:nvPr/>
          </p:nvSpPr>
          <p:spPr>
            <a:xfrm>
              <a:off x="5411576" y="2007928"/>
              <a:ext cx="307824" cy="220319"/>
            </a:xfrm>
            <a:custGeom>
              <a:avLst/>
              <a:gdLst/>
              <a:ahLst/>
              <a:cxnLst/>
              <a:rect l="l" t="t" r="r" b="b"/>
              <a:pathLst>
                <a:path w="9600" h="6871" extrusionOk="0">
                  <a:moveTo>
                    <a:pt x="518" y="1"/>
                  </a:moveTo>
                  <a:cubicBezTo>
                    <a:pt x="219" y="1"/>
                    <a:pt x="0" y="174"/>
                    <a:pt x="43" y="371"/>
                  </a:cubicBezTo>
                  <a:cubicBezTo>
                    <a:pt x="109" y="605"/>
                    <a:pt x="1463" y="4030"/>
                    <a:pt x="2165" y="4230"/>
                  </a:cubicBezTo>
                  <a:cubicBezTo>
                    <a:pt x="2515" y="4331"/>
                    <a:pt x="3196" y="4356"/>
                    <a:pt x="3789" y="4356"/>
                  </a:cubicBezTo>
                  <a:cubicBezTo>
                    <a:pt x="4383" y="4356"/>
                    <a:pt x="4888" y="4331"/>
                    <a:pt x="4888" y="4331"/>
                  </a:cubicBezTo>
                  <a:lnTo>
                    <a:pt x="7277" y="6870"/>
                  </a:lnTo>
                  <a:lnTo>
                    <a:pt x="9600" y="4949"/>
                  </a:lnTo>
                  <a:cubicBezTo>
                    <a:pt x="8647" y="3996"/>
                    <a:pt x="7628" y="3144"/>
                    <a:pt x="6525" y="2376"/>
                  </a:cubicBezTo>
                  <a:cubicBezTo>
                    <a:pt x="6074" y="2058"/>
                    <a:pt x="5607" y="1774"/>
                    <a:pt x="5139" y="1490"/>
                  </a:cubicBezTo>
                  <a:cubicBezTo>
                    <a:pt x="4940" y="1377"/>
                    <a:pt x="4153" y="831"/>
                    <a:pt x="3755" y="831"/>
                  </a:cubicBezTo>
                  <a:cubicBezTo>
                    <a:pt x="3684" y="831"/>
                    <a:pt x="3625" y="848"/>
                    <a:pt x="3585" y="889"/>
                  </a:cubicBezTo>
                  <a:cubicBezTo>
                    <a:pt x="3234" y="1240"/>
                    <a:pt x="3418" y="1407"/>
                    <a:pt x="3802" y="1858"/>
                  </a:cubicBezTo>
                  <a:cubicBezTo>
                    <a:pt x="3986" y="2025"/>
                    <a:pt x="4186" y="2192"/>
                    <a:pt x="4387" y="2309"/>
                  </a:cubicBezTo>
                  <a:cubicBezTo>
                    <a:pt x="3200" y="2326"/>
                    <a:pt x="1997" y="2392"/>
                    <a:pt x="1997" y="2392"/>
                  </a:cubicBezTo>
                  <a:cubicBezTo>
                    <a:pt x="1997" y="2392"/>
                    <a:pt x="1062" y="103"/>
                    <a:pt x="694" y="20"/>
                  </a:cubicBezTo>
                  <a:cubicBezTo>
                    <a:pt x="633" y="7"/>
                    <a:pt x="574" y="1"/>
                    <a:pt x="518"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29" name="Google Shape;2029;p67"/>
            <p:cNvSpPr/>
            <p:nvPr/>
          </p:nvSpPr>
          <p:spPr>
            <a:xfrm>
              <a:off x="5585977" y="2010557"/>
              <a:ext cx="655761" cy="507525"/>
            </a:xfrm>
            <a:custGeom>
              <a:avLst/>
              <a:gdLst/>
              <a:ahLst/>
              <a:cxnLst/>
              <a:rect l="l" t="t" r="r" b="b"/>
              <a:pathLst>
                <a:path w="20451" h="15828" extrusionOk="0">
                  <a:moveTo>
                    <a:pt x="16988" y="1"/>
                  </a:moveTo>
                  <a:cubicBezTo>
                    <a:pt x="16814" y="1"/>
                    <a:pt x="16642" y="23"/>
                    <a:pt x="16475" y="71"/>
                  </a:cubicBezTo>
                  <a:cubicBezTo>
                    <a:pt x="14721" y="589"/>
                    <a:pt x="8321" y="8509"/>
                    <a:pt x="8321" y="8509"/>
                  </a:cubicBezTo>
                  <a:lnTo>
                    <a:pt x="3342" y="3129"/>
                  </a:lnTo>
                  <a:lnTo>
                    <a:pt x="0" y="6521"/>
                  </a:lnTo>
                  <a:cubicBezTo>
                    <a:pt x="0" y="6521"/>
                    <a:pt x="5431" y="15126"/>
                    <a:pt x="8154" y="15794"/>
                  </a:cubicBezTo>
                  <a:cubicBezTo>
                    <a:pt x="8241" y="15816"/>
                    <a:pt x="8335" y="15827"/>
                    <a:pt x="8433" y="15827"/>
                  </a:cubicBezTo>
                  <a:cubicBezTo>
                    <a:pt x="11397" y="15827"/>
                    <a:pt x="19320" y="6157"/>
                    <a:pt x="19967" y="3747"/>
                  </a:cubicBezTo>
                  <a:cubicBezTo>
                    <a:pt x="20450" y="2011"/>
                    <a:pt x="18627" y="1"/>
                    <a:pt x="1698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0" name="Google Shape;2030;p67"/>
            <p:cNvSpPr/>
            <p:nvPr/>
          </p:nvSpPr>
          <p:spPr>
            <a:xfrm>
              <a:off x="5700642" y="1613689"/>
              <a:ext cx="303784" cy="506851"/>
            </a:xfrm>
            <a:custGeom>
              <a:avLst/>
              <a:gdLst/>
              <a:ahLst/>
              <a:cxnLst/>
              <a:rect l="l" t="t" r="r" b="b"/>
              <a:pathLst>
                <a:path w="9474" h="15807" extrusionOk="0">
                  <a:moveTo>
                    <a:pt x="1170" y="1"/>
                  </a:moveTo>
                  <a:cubicBezTo>
                    <a:pt x="869" y="335"/>
                    <a:pt x="668" y="903"/>
                    <a:pt x="652" y="2039"/>
                  </a:cubicBezTo>
                  <a:cubicBezTo>
                    <a:pt x="735" y="4061"/>
                    <a:pt x="0" y="3610"/>
                    <a:pt x="17" y="4094"/>
                  </a:cubicBezTo>
                  <a:cubicBezTo>
                    <a:pt x="17" y="4295"/>
                    <a:pt x="585" y="4345"/>
                    <a:pt x="602" y="4963"/>
                  </a:cubicBezTo>
                  <a:cubicBezTo>
                    <a:pt x="602" y="5598"/>
                    <a:pt x="719" y="6567"/>
                    <a:pt x="936" y="6751"/>
                  </a:cubicBezTo>
                  <a:cubicBezTo>
                    <a:pt x="1151" y="6944"/>
                    <a:pt x="1524" y="7041"/>
                    <a:pt x="2003" y="7041"/>
                  </a:cubicBezTo>
                  <a:cubicBezTo>
                    <a:pt x="2270" y="7041"/>
                    <a:pt x="2568" y="7011"/>
                    <a:pt x="2891" y="6951"/>
                  </a:cubicBezTo>
                  <a:cubicBezTo>
                    <a:pt x="2991" y="6935"/>
                    <a:pt x="3074" y="6918"/>
                    <a:pt x="3158" y="6918"/>
                  </a:cubicBezTo>
                  <a:cubicBezTo>
                    <a:pt x="3172" y="6916"/>
                    <a:pt x="3187" y="6916"/>
                    <a:pt x="3200" y="6916"/>
                  </a:cubicBezTo>
                  <a:cubicBezTo>
                    <a:pt x="3813" y="6916"/>
                    <a:pt x="3877" y="8327"/>
                    <a:pt x="3893" y="8555"/>
                  </a:cubicBezTo>
                  <a:cubicBezTo>
                    <a:pt x="3927" y="9107"/>
                    <a:pt x="3759" y="9641"/>
                    <a:pt x="3392" y="10059"/>
                  </a:cubicBezTo>
                  <a:cubicBezTo>
                    <a:pt x="3058" y="10427"/>
                    <a:pt x="2105" y="10577"/>
                    <a:pt x="2105" y="10577"/>
                  </a:cubicBezTo>
                  <a:cubicBezTo>
                    <a:pt x="2105" y="10577"/>
                    <a:pt x="3175" y="15573"/>
                    <a:pt x="4177" y="15807"/>
                  </a:cubicBezTo>
                  <a:cubicBezTo>
                    <a:pt x="5547" y="15256"/>
                    <a:pt x="8572" y="12215"/>
                    <a:pt x="9474" y="10544"/>
                  </a:cubicBezTo>
                  <a:lnTo>
                    <a:pt x="9474" y="10527"/>
                  </a:lnTo>
                  <a:cubicBezTo>
                    <a:pt x="8455" y="10193"/>
                    <a:pt x="7452" y="9658"/>
                    <a:pt x="7118" y="8672"/>
                  </a:cubicBezTo>
                  <a:cubicBezTo>
                    <a:pt x="6784" y="7703"/>
                    <a:pt x="7068" y="4094"/>
                    <a:pt x="7068" y="4094"/>
                  </a:cubicBezTo>
                  <a:lnTo>
                    <a:pt x="7068" y="4094"/>
                  </a:lnTo>
                  <a:cubicBezTo>
                    <a:pt x="7068" y="4094"/>
                    <a:pt x="7144" y="4132"/>
                    <a:pt x="7283" y="4132"/>
                  </a:cubicBezTo>
                  <a:cubicBezTo>
                    <a:pt x="7405" y="4132"/>
                    <a:pt x="7576" y="4103"/>
                    <a:pt x="7786" y="3994"/>
                  </a:cubicBezTo>
                  <a:cubicBezTo>
                    <a:pt x="8237" y="3760"/>
                    <a:pt x="8622" y="1621"/>
                    <a:pt x="7870" y="1438"/>
                  </a:cubicBezTo>
                  <a:cubicBezTo>
                    <a:pt x="7784" y="1417"/>
                    <a:pt x="7703" y="1407"/>
                    <a:pt x="7625" y="1407"/>
                  </a:cubicBezTo>
                  <a:cubicBezTo>
                    <a:pt x="7076" y="1407"/>
                    <a:pt x="6704" y="1909"/>
                    <a:pt x="6500" y="2758"/>
                  </a:cubicBezTo>
                  <a:cubicBezTo>
                    <a:pt x="5798" y="2156"/>
                    <a:pt x="5597" y="1939"/>
                    <a:pt x="4678" y="1621"/>
                  </a:cubicBezTo>
                  <a:cubicBezTo>
                    <a:pt x="3927" y="1371"/>
                    <a:pt x="2673" y="1304"/>
                    <a:pt x="1871" y="803"/>
                  </a:cubicBezTo>
                  <a:cubicBezTo>
                    <a:pt x="1571" y="602"/>
                    <a:pt x="1320" y="335"/>
                    <a:pt x="1170"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1" name="Google Shape;2031;p67"/>
            <p:cNvSpPr/>
            <p:nvPr/>
          </p:nvSpPr>
          <p:spPr>
            <a:xfrm>
              <a:off x="5768138" y="1724601"/>
              <a:ext cx="236287" cy="395939"/>
            </a:xfrm>
            <a:custGeom>
              <a:avLst/>
              <a:gdLst/>
              <a:ahLst/>
              <a:cxnLst/>
              <a:rect l="l" t="t" r="r" b="b"/>
              <a:pathLst>
                <a:path w="7369" h="12348" extrusionOk="0">
                  <a:moveTo>
                    <a:pt x="4512" y="0"/>
                  </a:moveTo>
                  <a:cubicBezTo>
                    <a:pt x="4445" y="301"/>
                    <a:pt x="4378" y="502"/>
                    <a:pt x="4361" y="669"/>
                  </a:cubicBezTo>
                  <a:cubicBezTo>
                    <a:pt x="3676" y="2791"/>
                    <a:pt x="1755" y="3325"/>
                    <a:pt x="1053" y="3459"/>
                  </a:cubicBezTo>
                  <a:cubicBezTo>
                    <a:pt x="1067" y="3457"/>
                    <a:pt x="1082" y="3457"/>
                    <a:pt x="1095" y="3457"/>
                  </a:cubicBezTo>
                  <a:cubicBezTo>
                    <a:pt x="1708" y="3457"/>
                    <a:pt x="1772" y="4868"/>
                    <a:pt x="1788" y="5096"/>
                  </a:cubicBezTo>
                  <a:cubicBezTo>
                    <a:pt x="1822" y="5648"/>
                    <a:pt x="1654" y="6182"/>
                    <a:pt x="1287" y="6600"/>
                  </a:cubicBezTo>
                  <a:cubicBezTo>
                    <a:pt x="953" y="6968"/>
                    <a:pt x="0" y="7118"/>
                    <a:pt x="0" y="7118"/>
                  </a:cubicBezTo>
                  <a:cubicBezTo>
                    <a:pt x="0" y="7118"/>
                    <a:pt x="1070" y="12114"/>
                    <a:pt x="2072" y="12348"/>
                  </a:cubicBezTo>
                  <a:cubicBezTo>
                    <a:pt x="3442" y="11797"/>
                    <a:pt x="6467" y="8756"/>
                    <a:pt x="7369" y="7085"/>
                  </a:cubicBezTo>
                  <a:lnTo>
                    <a:pt x="7369" y="7068"/>
                  </a:lnTo>
                  <a:cubicBezTo>
                    <a:pt x="6350" y="6734"/>
                    <a:pt x="5347" y="6199"/>
                    <a:pt x="5013" y="5213"/>
                  </a:cubicBezTo>
                  <a:cubicBezTo>
                    <a:pt x="4679" y="4244"/>
                    <a:pt x="4963" y="619"/>
                    <a:pt x="4963" y="619"/>
                  </a:cubicBezTo>
                  <a:cubicBezTo>
                    <a:pt x="4963" y="619"/>
                    <a:pt x="4612" y="535"/>
                    <a:pt x="4512"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2" name="Google Shape;2032;p67"/>
            <p:cNvSpPr/>
            <p:nvPr/>
          </p:nvSpPr>
          <p:spPr>
            <a:xfrm>
              <a:off x="5920287" y="1673971"/>
              <a:ext cx="32706" cy="53869"/>
            </a:xfrm>
            <a:custGeom>
              <a:avLst/>
              <a:gdLst/>
              <a:ahLst/>
              <a:cxnLst/>
              <a:rect l="l" t="t" r="r" b="b"/>
              <a:pathLst>
                <a:path w="1020" h="1680" extrusionOk="0">
                  <a:moveTo>
                    <a:pt x="1020" y="76"/>
                  </a:moveTo>
                  <a:cubicBezTo>
                    <a:pt x="1014" y="76"/>
                    <a:pt x="1009" y="76"/>
                    <a:pt x="1003" y="76"/>
                  </a:cubicBezTo>
                  <a:lnTo>
                    <a:pt x="1003" y="76"/>
                  </a:lnTo>
                  <a:cubicBezTo>
                    <a:pt x="1014" y="86"/>
                    <a:pt x="1020" y="92"/>
                    <a:pt x="1020" y="92"/>
                  </a:cubicBezTo>
                  <a:lnTo>
                    <a:pt x="1020" y="76"/>
                  </a:lnTo>
                  <a:close/>
                  <a:moveTo>
                    <a:pt x="796" y="0"/>
                  </a:moveTo>
                  <a:cubicBezTo>
                    <a:pt x="717" y="0"/>
                    <a:pt x="619" y="27"/>
                    <a:pt x="502" y="109"/>
                  </a:cubicBezTo>
                  <a:cubicBezTo>
                    <a:pt x="51" y="443"/>
                    <a:pt x="1" y="1680"/>
                    <a:pt x="452" y="1680"/>
                  </a:cubicBezTo>
                  <a:cubicBezTo>
                    <a:pt x="920" y="1680"/>
                    <a:pt x="936" y="911"/>
                    <a:pt x="619" y="827"/>
                  </a:cubicBezTo>
                  <a:cubicBezTo>
                    <a:pt x="552" y="811"/>
                    <a:pt x="485" y="794"/>
                    <a:pt x="418" y="794"/>
                  </a:cubicBezTo>
                  <a:cubicBezTo>
                    <a:pt x="418" y="794"/>
                    <a:pt x="484" y="91"/>
                    <a:pt x="1003" y="76"/>
                  </a:cubicBezTo>
                  <a:lnTo>
                    <a:pt x="1003" y="76"/>
                  </a:lnTo>
                  <a:cubicBezTo>
                    <a:pt x="973" y="49"/>
                    <a:pt x="903" y="0"/>
                    <a:pt x="796"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3" name="Google Shape;2033;p67"/>
            <p:cNvSpPr/>
            <p:nvPr/>
          </p:nvSpPr>
          <p:spPr>
            <a:xfrm>
              <a:off x="5742967" y="1659766"/>
              <a:ext cx="40723" cy="20393"/>
            </a:xfrm>
            <a:custGeom>
              <a:avLst/>
              <a:gdLst/>
              <a:ahLst/>
              <a:cxnLst/>
              <a:rect l="l" t="t" r="r" b="b"/>
              <a:pathLst>
                <a:path w="1270" h="636" extrusionOk="0">
                  <a:moveTo>
                    <a:pt x="641" y="1"/>
                  </a:moveTo>
                  <a:cubicBezTo>
                    <a:pt x="372" y="1"/>
                    <a:pt x="100" y="176"/>
                    <a:pt x="0" y="418"/>
                  </a:cubicBezTo>
                  <a:cubicBezTo>
                    <a:pt x="119" y="395"/>
                    <a:pt x="239" y="384"/>
                    <a:pt x="359" y="384"/>
                  </a:cubicBezTo>
                  <a:cubicBezTo>
                    <a:pt x="676" y="384"/>
                    <a:pt x="991" y="466"/>
                    <a:pt x="1270" y="636"/>
                  </a:cubicBezTo>
                  <a:cubicBezTo>
                    <a:pt x="1178" y="176"/>
                    <a:pt x="911" y="1"/>
                    <a:pt x="641" y="1"/>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4" name="Google Shape;2034;p67"/>
            <p:cNvSpPr/>
            <p:nvPr/>
          </p:nvSpPr>
          <p:spPr>
            <a:xfrm>
              <a:off x="5749380" y="1692985"/>
              <a:ext cx="23600" cy="23600"/>
            </a:xfrm>
            <a:custGeom>
              <a:avLst/>
              <a:gdLst/>
              <a:ahLst/>
              <a:cxnLst/>
              <a:rect l="l" t="t" r="r" b="b"/>
              <a:pathLst>
                <a:path w="736" h="736" extrusionOk="0">
                  <a:moveTo>
                    <a:pt x="368" y="1"/>
                  </a:moveTo>
                  <a:cubicBezTo>
                    <a:pt x="168" y="1"/>
                    <a:pt x="1" y="168"/>
                    <a:pt x="1" y="368"/>
                  </a:cubicBezTo>
                  <a:cubicBezTo>
                    <a:pt x="1" y="402"/>
                    <a:pt x="17" y="435"/>
                    <a:pt x="17" y="468"/>
                  </a:cubicBezTo>
                  <a:cubicBezTo>
                    <a:pt x="34" y="535"/>
                    <a:pt x="67" y="585"/>
                    <a:pt x="117" y="635"/>
                  </a:cubicBezTo>
                  <a:lnTo>
                    <a:pt x="201" y="686"/>
                  </a:lnTo>
                  <a:cubicBezTo>
                    <a:pt x="251" y="719"/>
                    <a:pt x="318" y="736"/>
                    <a:pt x="385" y="736"/>
                  </a:cubicBezTo>
                  <a:cubicBezTo>
                    <a:pt x="435" y="736"/>
                    <a:pt x="468" y="736"/>
                    <a:pt x="518" y="702"/>
                  </a:cubicBezTo>
                  <a:cubicBezTo>
                    <a:pt x="652" y="635"/>
                    <a:pt x="736" y="502"/>
                    <a:pt x="736" y="351"/>
                  </a:cubicBezTo>
                  <a:cubicBezTo>
                    <a:pt x="736" y="335"/>
                    <a:pt x="736" y="301"/>
                    <a:pt x="736" y="268"/>
                  </a:cubicBezTo>
                  <a:cubicBezTo>
                    <a:pt x="702" y="201"/>
                    <a:pt x="669" y="151"/>
                    <a:pt x="635" y="101"/>
                  </a:cubicBezTo>
                  <a:lnTo>
                    <a:pt x="552" y="34"/>
                  </a:lnTo>
                  <a:cubicBezTo>
                    <a:pt x="485" y="17"/>
                    <a:pt x="435" y="1"/>
                    <a:pt x="368"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5" name="Google Shape;2035;p67"/>
            <p:cNvSpPr/>
            <p:nvPr/>
          </p:nvSpPr>
          <p:spPr>
            <a:xfrm>
              <a:off x="5728474" y="1770134"/>
              <a:ext cx="48803" cy="23792"/>
            </a:xfrm>
            <a:custGeom>
              <a:avLst/>
              <a:gdLst/>
              <a:ahLst/>
              <a:cxnLst/>
              <a:rect l="l" t="t" r="r" b="b"/>
              <a:pathLst>
                <a:path w="1522" h="742" extrusionOk="0">
                  <a:moveTo>
                    <a:pt x="1521" y="1"/>
                  </a:moveTo>
                  <a:cubicBezTo>
                    <a:pt x="1287" y="101"/>
                    <a:pt x="1037" y="168"/>
                    <a:pt x="786" y="201"/>
                  </a:cubicBezTo>
                  <a:cubicBezTo>
                    <a:pt x="352" y="251"/>
                    <a:pt x="1" y="268"/>
                    <a:pt x="1" y="268"/>
                  </a:cubicBezTo>
                  <a:cubicBezTo>
                    <a:pt x="1" y="268"/>
                    <a:pt x="312" y="741"/>
                    <a:pt x="752" y="741"/>
                  </a:cubicBezTo>
                  <a:cubicBezTo>
                    <a:pt x="780" y="741"/>
                    <a:pt x="808" y="740"/>
                    <a:pt x="836" y="736"/>
                  </a:cubicBezTo>
                  <a:cubicBezTo>
                    <a:pt x="1204" y="669"/>
                    <a:pt x="1488" y="385"/>
                    <a:pt x="1521"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2036" name="Google Shape;2036;p67"/>
          <p:cNvGrpSpPr/>
          <p:nvPr/>
        </p:nvGrpSpPr>
        <p:grpSpPr>
          <a:xfrm>
            <a:off x="3295638" y="2173347"/>
            <a:ext cx="1559300" cy="3996496"/>
            <a:chOff x="2471728" y="1630010"/>
            <a:chExt cx="1169475" cy="2997372"/>
          </a:xfrm>
        </p:grpSpPr>
        <p:sp>
          <p:nvSpPr>
            <p:cNvPr id="2037" name="Google Shape;2037;p67"/>
            <p:cNvSpPr/>
            <p:nvPr/>
          </p:nvSpPr>
          <p:spPr>
            <a:xfrm>
              <a:off x="3008432" y="1630010"/>
              <a:ext cx="425951" cy="582012"/>
            </a:xfrm>
            <a:custGeom>
              <a:avLst/>
              <a:gdLst/>
              <a:ahLst/>
              <a:cxnLst/>
              <a:rect l="l" t="t" r="r" b="b"/>
              <a:pathLst>
                <a:path w="13284" h="18151" extrusionOk="0">
                  <a:moveTo>
                    <a:pt x="8051" y="1"/>
                  </a:moveTo>
                  <a:cubicBezTo>
                    <a:pt x="6006" y="1"/>
                    <a:pt x="3305" y="453"/>
                    <a:pt x="2306" y="1146"/>
                  </a:cubicBezTo>
                  <a:cubicBezTo>
                    <a:pt x="1103" y="1981"/>
                    <a:pt x="0" y="13209"/>
                    <a:pt x="702" y="14680"/>
                  </a:cubicBezTo>
                  <a:cubicBezTo>
                    <a:pt x="1365" y="16052"/>
                    <a:pt x="5587" y="18150"/>
                    <a:pt x="7901" y="18150"/>
                  </a:cubicBezTo>
                  <a:cubicBezTo>
                    <a:pt x="8095" y="18150"/>
                    <a:pt x="8275" y="18136"/>
                    <a:pt x="8438" y="18105"/>
                  </a:cubicBezTo>
                  <a:cubicBezTo>
                    <a:pt x="10577" y="17704"/>
                    <a:pt x="12732" y="16434"/>
                    <a:pt x="13000" y="14646"/>
                  </a:cubicBezTo>
                  <a:cubicBezTo>
                    <a:pt x="13284" y="12858"/>
                    <a:pt x="11195" y="4053"/>
                    <a:pt x="11279" y="4053"/>
                  </a:cubicBezTo>
                  <a:cubicBezTo>
                    <a:pt x="11279" y="4053"/>
                    <a:pt x="11981" y="2315"/>
                    <a:pt x="11680" y="1330"/>
                  </a:cubicBezTo>
                  <a:cubicBezTo>
                    <a:pt x="11529" y="828"/>
                    <a:pt x="11245" y="310"/>
                    <a:pt x="9207" y="60"/>
                  </a:cubicBezTo>
                  <a:cubicBezTo>
                    <a:pt x="8863" y="20"/>
                    <a:pt x="8471" y="1"/>
                    <a:pt x="805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8" name="Google Shape;2038;p67"/>
            <p:cNvSpPr/>
            <p:nvPr/>
          </p:nvSpPr>
          <p:spPr>
            <a:xfrm>
              <a:off x="3073268" y="1776707"/>
              <a:ext cx="307022" cy="342582"/>
            </a:xfrm>
            <a:custGeom>
              <a:avLst/>
              <a:gdLst/>
              <a:ahLst/>
              <a:cxnLst/>
              <a:rect l="l" t="t" r="r" b="b"/>
              <a:pathLst>
                <a:path w="9575" h="10684" extrusionOk="0">
                  <a:moveTo>
                    <a:pt x="5375" y="0"/>
                  </a:moveTo>
                  <a:cubicBezTo>
                    <a:pt x="4302" y="0"/>
                    <a:pt x="2999" y="197"/>
                    <a:pt x="2172" y="347"/>
                  </a:cubicBezTo>
                  <a:cubicBezTo>
                    <a:pt x="1688" y="430"/>
                    <a:pt x="1303" y="815"/>
                    <a:pt x="1220" y="1299"/>
                  </a:cubicBezTo>
                  <a:cubicBezTo>
                    <a:pt x="852" y="3288"/>
                    <a:pt x="0" y="8384"/>
                    <a:pt x="485" y="9620"/>
                  </a:cubicBezTo>
                  <a:cubicBezTo>
                    <a:pt x="769" y="10326"/>
                    <a:pt x="2234" y="10683"/>
                    <a:pt x="3845" y="10683"/>
                  </a:cubicBezTo>
                  <a:cubicBezTo>
                    <a:pt x="5741" y="10683"/>
                    <a:pt x="7840" y="10188"/>
                    <a:pt x="8455" y="9186"/>
                  </a:cubicBezTo>
                  <a:cubicBezTo>
                    <a:pt x="9574" y="7331"/>
                    <a:pt x="8020" y="1199"/>
                    <a:pt x="7018" y="347"/>
                  </a:cubicBezTo>
                  <a:cubicBezTo>
                    <a:pt x="6721" y="91"/>
                    <a:pt x="6100" y="0"/>
                    <a:pt x="5375" y="0"/>
                  </a:cubicBezTo>
                  <a:close/>
                </a:path>
              </a:pathLst>
            </a:custGeom>
            <a:solidFill>
              <a:srgbClr val="0B1F2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39" name="Google Shape;2039;p67"/>
            <p:cNvSpPr/>
            <p:nvPr/>
          </p:nvSpPr>
          <p:spPr>
            <a:xfrm>
              <a:off x="2618393" y="4135505"/>
              <a:ext cx="331680" cy="433455"/>
            </a:xfrm>
            <a:custGeom>
              <a:avLst/>
              <a:gdLst/>
              <a:ahLst/>
              <a:cxnLst/>
              <a:rect l="l" t="t" r="r" b="b"/>
              <a:pathLst>
                <a:path w="10344" h="13518" extrusionOk="0">
                  <a:moveTo>
                    <a:pt x="3392" y="1"/>
                  </a:moveTo>
                  <a:lnTo>
                    <a:pt x="1655" y="1889"/>
                  </a:lnTo>
                  <a:lnTo>
                    <a:pt x="1" y="3660"/>
                  </a:lnTo>
                  <a:lnTo>
                    <a:pt x="9775" y="13518"/>
                  </a:lnTo>
                  <a:cubicBezTo>
                    <a:pt x="9775" y="13518"/>
                    <a:pt x="10343" y="11830"/>
                    <a:pt x="9090" y="9892"/>
                  </a:cubicBezTo>
                  <a:cubicBezTo>
                    <a:pt x="8539" y="9090"/>
                    <a:pt x="8071" y="8221"/>
                    <a:pt x="7687" y="7319"/>
                  </a:cubicBezTo>
                  <a:cubicBezTo>
                    <a:pt x="6601" y="4595"/>
                    <a:pt x="7603" y="3693"/>
                    <a:pt x="7603" y="3693"/>
                  </a:cubicBezTo>
                  <a:lnTo>
                    <a:pt x="3392" y="1"/>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0" name="Google Shape;2040;p67"/>
            <p:cNvSpPr/>
            <p:nvPr/>
          </p:nvSpPr>
          <p:spPr>
            <a:xfrm>
              <a:off x="2618393" y="4196043"/>
              <a:ext cx="331680" cy="372916"/>
            </a:xfrm>
            <a:custGeom>
              <a:avLst/>
              <a:gdLst/>
              <a:ahLst/>
              <a:cxnLst/>
              <a:rect l="l" t="t" r="r" b="b"/>
              <a:pathLst>
                <a:path w="10344" h="11630" extrusionOk="0">
                  <a:moveTo>
                    <a:pt x="1655" y="1"/>
                  </a:moveTo>
                  <a:lnTo>
                    <a:pt x="1" y="1772"/>
                  </a:lnTo>
                  <a:lnTo>
                    <a:pt x="9775" y="11630"/>
                  </a:lnTo>
                  <a:cubicBezTo>
                    <a:pt x="9775" y="11630"/>
                    <a:pt x="10343" y="9942"/>
                    <a:pt x="9090" y="8004"/>
                  </a:cubicBezTo>
                  <a:cubicBezTo>
                    <a:pt x="8539" y="7202"/>
                    <a:pt x="8071" y="6333"/>
                    <a:pt x="7687" y="5431"/>
                  </a:cubicBezTo>
                  <a:cubicBezTo>
                    <a:pt x="7459" y="5417"/>
                    <a:pt x="7223" y="5408"/>
                    <a:pt x="6986" y="5408"/>
                  </a:cubicBezTo>
                  <a:cubicBezTo>
                    <a:pt x="6372" y="5408"/>
                    <a:pt x="5749" y="5467"/>
                    <a:pt x="5230" y="5648"/>
                  </a:cubicBezTo>
                  <a:cubicBezTo>
                    <a:pt x="3092" y="3108"/>
                    <a:pt x="2290" y="1154"/>
                    <a:pt x="165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1" name="Google Shape;2041;p67"/>
            <p:cNvSpPr/>
            <p:nvPr/>
          </p:nvSpPr>
          <p:spPr>
            <a:xfrm>
              <a:off x="2671429" y="2952563"/>
              <a:ext cx="795661" cy="1328709"/>
            </a:xfrm>
            <a:custGeom>
              <a:avLst/>
              <a:gdLst/>
              <a:ahLst/>
              <a:cxnLst/>
              <a:rect l="l" t="t" r="r" b="b"/>
              <a:pathLst>
                <a:path w="24814" h="41438" extrusionOk="0">
                  <a:moveTo>
                    <a:pt x="14838" y="0"/>
                  </a:moveTo>
                  <a:lnTo>
                    <a:pt x="14337" y="4729"/>
                  </a:lnTo>
                  <a:lnTo>
                    <a:pt x="12683" y="20518"/>
                  </a:lnTo>
                  <a:lnTo>
                    <a:pt x="1" y="38781"/>
                  </a:lnTo>
                  <a:lnTo>
                    <a:pt x="6718" y="41437"/>
                  </a:lnTo>
                  <a:cubicBezTo>
                    <a:pt x="6718" y="41437"/>
                    <a:pt x="20853" y="25230"/>
                    <a:pt x="21922" y="22857"/>
                  </a:cubicBezTo>
                  <a:cubicBezTo>
                    <a:pt x="22825" y="20869"/>
                    <a:pt x="23844" y="10827"/>
                    <a:pt x="24412" y="4729"/>
                  </a:cubicBezTo>
                  <a:cubicBezTo>
                    <a:pt x="24663" y="1955"/>
                    <a:pt x="24813" y="0"/>
                    <a:pt x="24813"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2" name="Google Shape;2042;p67"/>
            <p:cNvSpPr/>
            <p:nvPr/>
          </p:nvSpPr>
          <p:spPr>
            <a:xfrm>
              <a:off x="3033603" y="4454808"/>
              <a:ext cx="451700" cy="172574"/>
            </a:xfrm>
            <a:custGeom>
              <a:avLst/>
              <a:gdLst/>
              <a:ahLst/>
              <a:cxnLst/>
              <a:rect l="l" t="t" r="r" b="b"/>
              <a:pathLst>
                <a:path w="14087" h="5382" extrusionOk="0">
                  <a:moveTo>
                    <a:pt x="5581" y="1"/>
                  </a:moveTo>
                  <a:lnTo>
                    <a:pt x="1" y="402"/>
                  </a:lnTo>
                  <a:lnTo>
                    <a:pt x="101" y="2975"/>
                  </a:lnTo>
                  <a:lnTo>
                    <a:pt x="201" y="5381"/>
                  </a:lnTo>
                  <a:lnTo>
                    <a:pt x="14086" y="5381"/>
                  </a:lnTo>
                  <a:cubicBezTo>
                    <a:pt x="14086" y="5381"/>
                    <a:pt x="13284" y="3794"/>
                    <a:pt x="11028" y="3326"/>
                  </a:cubicBezTo>
                  <a:cubicBezTo>
                    <a:pt x="10059" y="3142"/>
                    <a:pt x="9124" y="2858"/>
                    <a:pt x="8205" y="2490"/>
                  </a:cubicBezTo>
                  <a:cubicBezTo>
                    <a:pt x="5515" y="1371"/>
                    <a:pt x="5581" y="1"/>
                    <a:pt x="5581"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3" name="Google Shape;2043;p67"/>
            <p:cNvSpPr/>
            <p:nvPr/>
          </p:nvSpPr>
          <p:spPr>
            <a:xfrm>
              <a:off x="2860035" y="2949324"/>
              <a:ext cx="408284" cy="1566600"/>
            </a:xfrm>
            <a:custGeom>
              <a:avLst/>
              <a:gdLst/>
              <a:ahLst/>
              <a:cxnLst/>
              <a:rect l="l" t="t" r="r" b="b"/>
              <a:pathLst>
                <a:path w="12733" h="48857" extrusionOk="0">
                  <a:moveTo>
                    <a:pt x="10894" y="1"/>
                  </a:moveTo>
                  <a:lnTo>
                    <a:pt x="0" y="753"/>
                  </a:lnTo>
                  <a:cubicBezTo>
                    <a:pt x="0" y="753"/>
                    <a:pt x="217" y="2524"/>
                    <a:pt x="552" y="5097"/>
                  </a:cubicBezTo>
                  <a:cubicBezTo>
                    <a:pt x="685" y="6133"/>
                    <a:pt x="836" y="7319"/>
                    <a:pt x="1003" y="8556"/>
                  </a:cubicBezTo>
                  <a:cubicBezTo>
                    <a:pt x="1838" y="15156"/>
                    <a:pt x="2941" y="23777"/>
                    <a:pt x="3141" y="25415"/>
                  </a:cubicBezTo>
                  <a:cubicBezTo>
                    <a:pt x="3141" y="29809"/>
                    <a:pt x="3960" y="48857"/>
                    <a:pt x="3960" y="48857"/>
                  </a:cubicBezTo>
                  <a:lnTo>
                    <a:pt x="12181" y="47069"/>
                  </a:lnTo>
                  <a:cubicBezTo>
                    <a:pt x="12181" y="47069"/>
                    <a:pt x="12732" y="29391"/>
                    <a:pt x="12598" y="24195"/>
                  </a:cubicBezTo>
                  <a:cubicBezTo>
                    <a:pt x="12548" y="22374"/>
                    <a:pt x="11964" y="14153"/>
                    <a:pt x="11479" y="7804"/>
                  </a:cubicBezTo>
                  <a:cubicBezTo>
                    <a:pt x="11412" y="6851"/>
                    <a:pt x="11345" y="5933"/>
                    <a:pt x="11278" y="5097"/>
                  </a:cubicBezTo>
                  <a:cubicBezTo>
                    <a:pt x="11061" y="2106"/>
                    <a:pt x="10894" y="1"/>
                    <a:pt x="10894"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4" name="Google Shape;2044;p67"/>
            <p:cNvSpPr/>
            <p:nvPr/>
          </p:nvSpPr>
          <p:spPr>
            <a:xfrm>
              <a:off x="2860035" y="2949324"/>
              <a:ext cx="368074" cy="274348"/>
            </a:xfrm>
            <a:custGeom>
              <a:avLst/>
              <a:gdLst/>
              <a:ahLst/>
              <a:cxnLst/>
              <a:rect l="l" t="t" r="r" b="b"/>
              <a:pathLst>
                <a:path w="11479" h="8556" extrusionOk="0">
                  <a:moveTo>
                    <a:pt x="10894" y="1"/>
                  </a:moveTo>
                  <a:lnTo>
                    <a:pt x="0" y="753"/>
                  </a:lnTo>
                  <a:cubicBezTo>
                    <a:pt x="0" y="753"/>
                    <a:pt x="217" y="2524"/>
                    <a:pt x="552" y="5097"/>
                  </a:cubicBezTo>
                  <a:cubicBezTo>
                    <a:pt x="685" y="6133"/>
                    <a:pt x="836" y="7319"/>
                    <a:pt x="1003" y="8556"/>
                  </a:cubicBezTo>
                  <a:lnTo>
                    <a:pt x="11479" y="7804"/>
                  </a:lnTo>
                  <a:cubicBezTo>
                    <a:pt x="11412" y="6851"/>
                    <a:pt x="11345" y="5949"/>
                    <a:pt x="11278" y="5097"/>
                  </a:cubicBezTo>
                  <a:cubicBezTo>
                    <a:pt x="11061" y="2106"/>
                    <a:pt x="10894" y="1"/>
                    <a:pt x="10894"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5" name="Google Shape;2045;p67"/>
            <p:cNvSpPr/>
            <p:nvPr/>
          </p:nvSpPr>
          <p:spPr>
            <a:xfrm>
              <a:off x="3036842" y="4534650"/>
              <a:ext cx="448461" cy="92732"/>
            </a:xfrm>
            <a:custGeom>
              <a:avLst/>
              <a:gdLst/>
              <a:ahLst/>
              <a:cxnLst/>
              <a:rect l="l" t="t" r="r" b="b"/>
              <a:pathLst>
                <a:path w="13986" h="2892" extrusionOk="0">
                  <a:moveTo>
                    <a:pt x="8104" y="0"/>
                  </a:moveTo>
                  <a:cubicBezTo>
                    <a:pt x="7502" y="552"/>
                    <a:pt x="6867" y="1237"/>
                    <a:pt x="6516" y="1922"/>
                  </a:cubicBezTo>
                  <a:cubicBezTo>
                    <a:pt x="3225" y="1638"/>
                    <a:pt x="1270" y="836"/>
                    <a:pt x="0" y="485"/>
                  </a:cubicBezTo>
                  <a:lnTo>
                    <a:pt x="0" y="485"/>
                  </a:lnTo>
                  <a:lnTo>
                    <a:pt x="100" y="2891"/>
                  </a:lnTo>
                  <a:lnTo>
                    <a:pt x="13985" y="2891"/>
                  </a:lnTo>
                  <a:cubicBezTo>
                    <a:pt x="13985" y="2891"/>
                    <a:pt x="13183" y="1304"/>
                    <a:pt x="10927" y="836"/>
                  </a:cubicBezTo>
                  <a:cubicBezTo>
                    <a:pt x="9958" y="652"/>
                    <a:pt x="9023" y="368"/>
                    <a:pt x="810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6" name="Google Shape;2046;p67"/>
            <p:cNvSpPr/>
            <p:nvPr/>
          </p:nvSpPr>
          <p:spPr>
            <a:xfrm>
              <a:off x="2814471" y="2013892"/>
              <a:ext cx="737238" cy="978335"/>
            </a:xfrm>
            <a:custGeom>
              <a:avLst/>
              <a:gdLst/>
              <a:ahLst/>
              <a:cxnLst/>
              <a:rect l="l" t="t" r="r" b="b"/>
              <a:pathLst>
                <a:path w="22992" h="30511" extrusionOk="0">
                  <a:moveTo>
                    <a:pt x="7770" y="1"/>
                  </a:moveTo>
                  <a:cubicBezTo>
                    <a:pt x="7486" y="84"/>
                    <a:pt x="7186" y="135"/>
                    <a:pt x="6885" y="185"/>
                  </a:cubicBezTo>
                  <a:cubicBezTo>
                    <a:pt x="4763" y="536"/>
                    <a:pt x="2374" y="602"/>
                    <a:pt x="1087" y="2775"/>
                  </a:cubicBezTo>
                  <a:cubicBezTo>
                    <a:pt x="1" y="4629"/>
                    <a:pt x="953" y="10009"/>
                    <a:pt x="1906" y="14571"/>
                  </a:cubicBezTo>
                  <a:cubicBezTo>
                    <a:pt x="2440" y="17110"/>
                    <a:pt x="2457" y="19750"/>
                    <a:pt x="1939" y="22307"/>
                  </a:cubicBezTo>
                  <a:cubicBezTo>
                    <a:pt x="1221" y="25866"/>
                    <a:pt x="502" y="30511"/>
                    <a:pt x="502" y="30511"/>
                  </a:cubicBezTo>
                  <a:lnTo>
                    <a:pt x="22992" y="30511"/>
                  </a:lnTo>
                  <a:cubicBezTo>
                    <a:pt x="21973" y="25882"/>
                    <a:pt x="18848" y="16760"/>
                    <a:pt x="18832" y="16676"/>
                  </a:cubicBezTo>
                  <a:cubicBezTo>
                    <a:pt x="18832" y="16676"/>
                    <a:pt x="19450" y="2374"/>
                    <a:pt x="18614" y="1388"/>
                  </a:cubicBezTo>
                  <a:cubicBezTo>
                    <a:pt x="18096" y="803"/>
                    <a:pt x="16893" y="452"/>
                    <a:pt x="16024" y="285"/>
                  </a:cubicBezTo>
                  <a:cubicBezTo>
                    <a:pt x="15473" y="168"/>
                    <a:pt x="15072" y="118"/>
                    <a:pt x="15072" y="118"/>
                  </a:cubicBezTo>
                  <a:cubicBezTo>
                    <a:pt x="15063" y="119"/>
                    <a:pt x="15038" y="119"/>
                    <a:pt x="14999" y="119"/>
                  </a:cubicBezTo>
                  <a:cubicBezTo>
                    <a:pt x="14364" y="119"/>
                    <a:pt x="9972" y="1"/>
                    <a:pt x="7770"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7" name="Google Shape;2047;p67"/>
            <p:cNvSpPr/>
            <p:nvPr/>
          </p:nvSpPr>
          <p:spPr>
            <a:xfrm>
              <a:off x="3252735" y="2335889"/>
              <a:ext cx="140926" cy="161095"/>
            </a:xfrm>
            <a:custGeom>
              <a:avLst/>
              <a:gdLst/>
              <a:ahLst/>
              <a:cxnLst/>
              <a:rect l="l" t="t" r="r" b="b"/>
              <a:pathLst>
                <a:path w="4395" h="5024" extrusionOk="0">
                  <a:moveTo>
                    <a:pt x="4395" y="1"/>
                  </a:moveTo>
                  <a:lnTo>
                    <a:pt x="101" y="101"/>
                  </a:lnTo>
                  <a:cubicBezTo>
                    <a:pt x="101" y="168"/>
                    <a:pt x="1" y="3209"/>
                    <a:pt x="151" y="3944"/>
                  </a:cubicBezTo>
                  <a:cubicBezTo>
                    <a:pt x="258" y="4479"/>
                    <a:pt x="1103" y="5024"/>
                    <a:pt x="2129" y="5024"/>
                  </a:cubicBezTo>
                  <a:cubicBezTo>
                    <a:pt x="2386" y="5024"/>
                    <a:pt x="2654" y="4990"/>
                    <a:pt x="2925" y="4913"/>
                  </a:cubicBezTo>
                  <a:cubicBezTo>
                    <a:pt x="4295" y="4529"/>
                    <a:pt x="4395" y="3493"/>
                    <a:pt x="4395" y="3493"/>
                  </a:cubicBezTo>
                  <a:lnTo>
                    <a:pt x="4395"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8" name="Google Shape;2048;p67"/>
            <p:cNvSpPr/>
            <p:nvPr/>
          </p:nvSpPr>
          <p:spPr>
            <a:xfrm>
              <a:off x="3035206" y="2014437"/>
              <a:ext cx="293106" cy="207909"/>
            </a:xfrm>
            <a:custGeom>
              <a:avLst/>
              <a:gdLst/>
              <a:ahLst/>
              <a:cxnLst/>
              <a:rect l="l" t="t" r="r" b="b"/>
              <a:pathLst>
                <a:path w="9141" h="6484" extrusionOk="0">
                  <a:moveTo>
                    <a:pt x="886" y="1"/>
                  </a:moveTo>
                  <a:cubicBezTo>
                    <a:pt x="602" y="67"/>
                    <a:pt x="302" y="118"/>
                    <a:pt x="1" y="168"/>
                  </a:cubicBezTo>
                  <a:cubicBezTo>
                    <a:pt x="1237" y="2691"/>
                    <a:pt x="4512" y="6283"/>
                    <a:pt x="6367" y="6484"/>
                  </a:cubicBezTo>
                  <a:cubicBezTo>
                    <a:pt x="7503" y="5999"/>
                    <a:pt x="8639" y="2189"/>
                    <a:pt x="9140" y="268"/>
                  </a:cubicBezTo>
                  <a:cubicBezTo>
                    <a:pt x="8589" y="151"/>
                    <a:pt x="8188" y="101"/>
                    <a:pt x="8188" y="101"/>
                  </a:cubicBezTo>
                  <a:cubicBezTo>
                    <a:pt x="8178" y="102"/>
                    <a:pt x="8147" y="103"/>
                    <a:pt x="8098" y="103"/>
                  </a:cubicBezTo>
                  <a:cubicBezTo>
                    <a:pt x="7407" y="103"/>
                    <a:pt x="3070" y="1"/>
                    <a:pt x="886"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49" name="Google Shape;2049;p67"/>
            <p:cNvSpPr/>
            <p:nvPr/>
          </p:nvSpPr>
          <p:spPr>
            <a:xfrm>
              <a:off x="3056658" y="1672079"/>
              <a:ext cx="309684" cy="516503"/>
            </a:xfrm>
            <a:custGeom>
              <a:avLst/>
              <a:gdLst/>
              <a:ahLst/>
              <a:cxnLst/>
              <a:rect l="l" t="t" r="r" b="b"/>
              <a:pathLst>
                <a:path w="9658" h="16108" extrusionOk="0">
                  <a:moveTo>
                    <a:pt x="8455" y="1"/>
                  </a:moveTo>
                  <a:cubicBezTo>
                    <a:pt x="8405" y="135"/>
                    <a:pt x="8455" y="552"/>
                    <a:pt x="8204" y="987"/>
                  </a:cubicBezTo>
                  <a:cubicBezTo>
                    <a:pt x="7870" y="1588"/>
                    <a:pt x="5648" y="1388"/>
                    <a:pt x="4879" y="1655"/>
                  </a:cubicBezTo>
                  <a:cubicBezTo>
                    <a:pt x="3960" y="1972"/>
                    <a:pt x="3743" y="2190"/>
                    <a:pt x="3041" y="2791"/>
                  </a:cubicBezTo>
                  <a:cubicBezTo>
                    <a:pt x="2821" y="1940"/>
                    <a:pt x="2446" y="1424"/>
                    <a:pt x="1872" y="1424"/>
                  </a:cubicBezTo>
                  <a:cubicBezTo>
                    <a:pt x="1792" y="1424"/>
                    <a:pt x="1709" y="1434"/>
                    <a:pt x="1621" y="1455"/>
                  </a:cubicBezTo>
                  <a:cubicBezTo>
                    <a:pt x="869" y="1638"/>
                    <a:pt x="1253" y="3827"/>
                    <a:pt x="1721" y="4061"/>
                  </a:cubicBezTo>
                  <a:cubicBezTo>
                    <a:pt x="1934" y="4175"/>
                    <a:pt x="2105" y="4206"/>
                    <a:pt x="2229" y="4206"/>
                  </a:cubicBezTo>
                  <a:cubicBezTo>
                    <a:pt x="2377" y="4206"/>
                    <a:pt x="2456" y="4161"/>
                    <a:pt x="2456" y="4161"/>
                  </a:cubicBezTo>
                  <a:lnTo>
                    <a:pt x="2456" y="4161"/>
                  </a:lnTo>
                  <a:cubicBezTo>
                    <a:pt x="2456" y="4161"/>
                    <a:pt x="2740" y="7837"/>
                    <a:pt x="2406" y="8840"/>
                  </a:cubicBezTo>
                  <a:cubicBezTo>
                    <a:pt x="2055" y="9842"/>
                    <a:pt x="1036" y="10394"/>
                    <a:pt x="0" y="10728"/>
                  </a:cubicBezTo>
                  <a:cubicBezTo>
                    <a:pt x="919" y="12432"/>
                    <a:pt x="4010" y="15557"/>
                    <a:pt x="5397" y="16108"/>
                  </a:cubicBezTo>
                  <a:cubicBezTo>
                    <a:pt x="6416" y="15874"/>
                    <a:pt x="7519" y="10778"/>
                    <a:pt x="7519" y="10778"/>
                  </a:cubicBezTo>
                  <a:cubicBezTo>
                    <a:pt x="7519" y="10778"/>
                    <a:pt x="6550" y="10627"/>
                    <a:pt x="6199" y="10243"/>
                  </a:cubicBezTo>
                  <a:cubicBezTo>
                    <a:pt x="5698" y="9709"/>
                    <a:pt x="5832" y="9007"/>
                    <a:pt x="5848" y="8739"/>
                  </a:cubicBezTo>
                  <a:cubicBezTo>
                    <a:pt x="5881" y="8493"/>
                    <a:pt x="5768" y="7034"/>
                    <a:pt x="6401" y="7034"/>
                  </a:cubicBezTo>
                  <a:cubicBezTo>
                    <a:pt x="6411" y="7034"/>
                    <a:pt x="6422" y="7034"/>
                    <a:pt x="6433" y="7035"/>
                  </a:cubicBezTo>
                  <a:cubicBezTo>
                    <a:pt x="6517" y="7052"/>
                    <a:pt x="6617" y="7052"/>
                    <a:pt x="6717" y="7085"/>
                  </a:cubicBezTo>
                  <a:cubicBezTo>
                    <a:pt x="7034" y="7143"/>
                    <a:pt x="7330" y="7171"/>
                    <a:pt x="7594" y="7171"/>
                  </a:cubicBezTo>
                  <a:cubicBezTo>
                    <a:pt x="8096" y="7171"/>
                    <a:pt x="8487" y="7071"/>
                    <a:pt x="8705" y="6885"/>
                  </a:cubicBezTo>
                  <a:cubicBezTo>
                    <a:pt x="8923" y="6684"/>
                    <a:pt x="8923" y="5832"/>
                    <a:pt x="9056" y="5047"/>
                  </a:cubicBezTo>
                  <a:cubicBezTo>
                    <a:pt x="9157" y="4429"/>
                    <a:pt x="9641" y="4379"/>
                    <a:pt x="9641" y="4161"/>
                  </a:cubicBezTo>
                  <a:cubicBezTo>
                    <a:pt x="9658" y="3660"/>
                    <a:pt x="8906" y="4145"/>
                    <a:pt x="9006" y="2056"/>
                  </a:cubicBezTo>
                  <a:cubicBezTo>
                    <a:pt x="8973" y="920"/>
                    <a:pt x="8772" y="335"/>
                    <a:pt x="8455"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0" name="Google Shape;2050;p67"/>
            <p:cNvSpPr/>
            <p:nvPr/>
          </p:nvSpPr>
          <p:spPr>
            <a:xfrm>
              <a:off x="3056658" y="1784595"/>
              <a:ext cx="241129" cy="403987"/>
            </a:xfrm>
            <a:custGeom>
              <a:avLst/>
              <a:gdLst/>
              <a:ahLst/>
              <a:cxnLst/>
              <a:rect l="l" t="t" r="r" b="b"/>
              <a:pathLst>
                <a:path w="7520" h="12599" extrusionOk="0">
                  <a:moveTo>
                    <a:pt x="2908" y="1"/>
                  </a:moveTo>
                  <a:cubicBezTo>
                    <a:pt x="2824" y="552"/>
                    <a:pt x="2456" y="652"/>
                    <a:pt x="2456" y="652"/>
                  </a:cubicBezTo>
                  <a:cubicBezTo>
                    <a:pt x="2456" y="652"/>
                    <a:pt x="2740" y="4328"/>
                    <a:pt x="2406" y="5331"/>
                  </a:cubicBezTo>
                  <a:cubicBezTo>
                    <a:pt x="2055" y="6333"/>
                    <a:pt x="1036" y="6885"/>
                    <a:pt x="0" y="7219"/>
                  </a:cubicBezTo>
                  <a:cubicBezTo>
                    <a:pt x="919" y="8923"/>
                    <a:pt x="4010" y="12048"/>
                    <a:pt x="5397" y="12599"/>
                  </a:cubicBezTo>
                  <a:cubicBezTo>
                    <a:pt x="6416" y="12365"/>
                    <a:pt x="7519" y="7269"/>
                    <a:pt x="7519" y="7269"/>
                  </a:cubicBezTo>
                  <a:cubicBezTo>
                    <a:pt x="7519" y="7269"/>
                    <a:pt x="6500" y="7152"/>
                    <a:pt x="6199" y="6734"/>
                  </a:cubicBezTo>
                  <a:cubicBezTo>
                    <a:pt x="5815" y="6216"/>
                    <a:pt x="5832" y="5498"/>
                    <a:pt x="5848" y="5230"/>
                  </a:cubicBezTo>
                  <a:cubicBezTo>
                    <a:pt x="5881" y="4984"/>
                    <a:pt x="5768" y="3525"/>
                    <a:pt x="6401" y="3525"/>
                  </a:cubicBezTo>
                  <a:cubicBezTo>
                    <a:pt x="6411" y="3525"/>
                    <a:pt x="6422" y="3525"/>
                    <a:pt x="6433" y="3526"/>
                  </a:cubicBezTo>
                  <a:cubicBezTo>
                    <a:pt x="5715" y="3409"/>
                    <a:pt x="3776" y="2858"/>
                    <a:pt x="3075" y="686"/>
                  </a:cubicBezTo>
                  <a:cubicBezTo>
                    <a:pt x="3041" y="535"/>
                    <a:pt x="2974" y="318"/>
                    <a:pt x="2908"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1" name="Google Shape;2051;p67"/>
            <p:cNvSpPr/>
            <p:nvPr/>
          </p:nvSpPr>
          <p:spPr>
            <a:xfrm>
              <a:off x="3109148" y="1733034"/>
              <a:ext cx="33251" cy="55344"/>
            </a:xfrm>
            <a:custGeom>
              <a:avLst/>
              <a:gdLst/>
              <a:ahLst/>
              <a:cxnLst/>
              <a:rect l="l" t="t" r="r" b="b"/>
              <a:pathLst>
                <a:path w="1037" h="1726" extrusionOk="0">
                  <a:moveTo>
                    <a:pt x="218" y="1"/>
                  </a:moveTo>
                  <a:cubicBezTo>
                    <a:pt x="75" y="1"/>
                    <a:pt x="1" y="88"/>
                    <a:pt x="1" y="88"/>
                  </a:cubicBezTo>
                  <a:cubicBezTo>
                    <a:pt x="535" y="88"/>
                    <a:pt x="619" y="807"/>
                    <a:pt x="619" y="807"/>
                  </a:cubicBezTo>
                  <a:cubicBezTo>
                    <a:pt x="535" y="823"/>
                    <a:pt x="469" y="840"/>
                    <a:pt x="402" y="857"/>
                  </a:cubicBezTo>
                  <a:cubicBezTo>
                    <a:pt x="84" y="940"/>
                    <a:pt x="101" y="1726"/>
                    <a:pt x="569" y="1726"/>
                  </a:cubicBezTo>
                  <a:cubicBezTo>
                    <a:pt x="1037" y="1726"/>
                    <a:pt x="986" y="456"/>
                    <a:pt x="535" y="122"/>
                  </a:cubicBezTo>
                  <a:cubicBezTo>
                    <a:pt x="407" y="30"/>
                    <a:pt x="301" y="1"/>
                    <a:pt x="218"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2" name="Google Shape;2052;p67"/>
            <p:cNvSpPr/>
            <p:nvPr/>
          </p:nvSpPr>
          <p:spPr>
            <a:xfrm>
              <a:off x="3300961" y="1752466"/>
              <a:ext cx="24145" cy="24145"/>
            </a:xfrm>
            <a:custGeom>
              <a:avLst/>
              <a:gdLst/>
              <a:ahLst/>
              <a:cxnLst/>
              <a:rect l="l" t="t" r="r" b="b"/>
              <a:pathLst>
                <a:path w="753" h="753" extrusionOk="0">
                  <a:moveTo>
                    <a:pt x="385" y="0"/>
                  </a:moveTo>
                  <a:cubicBezTo>
                    <a:pt x="318" y="0"/>
                    <a:pt x="251" y="17"/>
                    <a:pt x="201" y="50"/>
                  </a:cubicBezTo>
                  <a:lnTo>
                    <a:pt x="117" y="100"/>
                  </a:lnTo>
                  <a:cubicBezTo>
                    <a:pt x="67" y="151"/>
                    <a:pt x="34" y="201"/>
                    <a:pt x="17" y="267"/>
                  </a:cubicBezTo>
                  <a:cubicBezTo>
                    <a:pt x="0" y="301"/>
                    <a:pt x="0" y="334"/>
                    <a:pt x="0" y="368"/>
                  </a:cubicBezTo>
                  <a:cubicBezTo>
                    <a:pt x="0" y="418"/>
                    <a:pt x="0" y="468"/>
                    <a:pt x="17" y="518"/>
                  </a:cubicBezTo>
                  <a:cubicBezTo>
                    <a:pt x="84" y="652"/>
                    <a:pt x="218" y="752"/>
                    <a:pt x="368" y="752"/>
                  </a:cubicBezTo>
                  <a:cubicBezTo>
                    <a:pt x="435" y="752"/>
                    <a:pt x="502" y="735"/>
                    <a:pt x="552" y="702"/>
                  </a:cubicBezTo>
                  <a:cubicBezTo>
                    <a:pt x="585" y="685"/>
                    <a:pt x="619" y="668"/>
                    <a:pt x="635" y="652"/>
                  </a:cubicBezTo>
                  <a:cubicBezTo>
                    <a:pt x="685" y="602"/>
                    <a:pt x="719" y="552"/>
                    <a:pt x="736" y="485"/>
                  </a:cubicBezTo>
                  <a:cubicBezTo>
                    <a:pt x="752" y="451"/>
                    <a:pt x="752" y="418"/>
                    <a:pt x="752" y="384"/>
                  </a:cubicBezTo>
                  <a:cubicBezTo>
                    <a:pt x="752" y="184"/>
                    <a:pt x="585" y="0"/>
                    <a:pt x="38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3" name="Google Shape;2053;p67"/>
            <p:cNvSpPr/>
            <p:nvPr/>
          </p:nvSpPr>
          <p:spPr>
            <a:xfrm>
              <a:off x="3284897" y="1828524"/>
              <a:ext cx="49316" cy="24337"/>
            </a:xfrm>
            <a:custGeom>
              <a:avLst/>
              <a:gdLst/>
              <a:ahLst/>
              <a:cxnLst/>
              <a:rect l="l" t="t" r="r" b="b"/>
              <a:pathLst>
                <a:path w="1538" h="759" extrusionOk="0">
                  <a:moveTo>
                    <a:pt x="0" y="1"/>
                  </a:moveTo>
                  <a:lnTo>
                    <a:pt x="0" y="1"/>
                  </a:lnTo>
                  <a:cubicBezTo>
                    <a:pt x="34" y="385"/>
                    <a:pt x="318" y="686"/>
                    <a:pt x="685" y="753"/>
                  </a:cubicBezTo>
                  <a:cubicBezTo>
                    <a:pt x="715" y="757"/>
                    <a:pt x="744" y="758"/>
                    <a:pt x="772" y="758"/>
                  </a:cubicBezTo>
                  <a:cubicBezTo>
                    <a:pt x="1226" y="758"/>
                    <a:pt x="1537" y="285"/>
                    <a:pt x="1537" y="285"/>
                  </a:cubicBezTo>
                  <a:cubicBezTo>
                    <a:pt x="1537" y="285"/>
                    <a:pt x="1203" y="268"/>
                    <a:pt x="752" y="201"/>
                  </a:cubicBezTo>
                  <a:cubicBezTo>
                    <a:pt x="485" y="168"/>
                    <a:pt x="234" y="118"/>
                    <a:pt x="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4" name="Google Shape;2054;p67"/>
            <p:cNvSpPr/>
            <p:nvPr/>
          </p:nvSpPr>
          <p:spPr>
            <a:xfrm>
              <a:off x="3288648" y="1728321"/>
              <a:ext cx="39119" cy="18822"/>
            </a:xfrm>
            <a:custGeom>
              <a:avLst/>
              <a:gdLst/>
              <a:ahLst/>
              <a:cxnLst/>
              <a:rect l="l" t="t" r="r" b="b"/>
              <a:pathLst>
                <a:path w="1220" h="587" extrusionOk="0">
                  <a:moveTo>
                    <a:pt x="639" y="1"/>
                  </a:moveTo>
                  <a:cubicBezTo>
                    <a:pt x="632" y="1"/>
                    <a:pt x="625" y="1"/>
                    <a:pt x="618" y="1"/>
                  </a:cubicBezTo>
                  <a:cubicBezTo>
                    <a:pt x="184" y="1"/>
                    <a:pt x="0" y="586"/>
                    <a:pt x="0" y="586"/>
                  </a:cubicBezTo>
                  <a:cubicBezTo>
                    <a:pt x="201" y="469"/>
                    <a:pt x="401" y="386"/>
                    <a:pt x="618" y="335"/>
                  </a:cubicBezTo>
                  <a:cubicBezTo>
                    <a:pt x="685" y="324"/>
                    <a:pt x="752" y="319"/>
                    <a:pt x="819" y="319"/>
                  </a:cubicBezTo>
                  <a:cubicBezTo>
                    <a:pt x="952" y="319"/>
                    <a:pt x="1086" y="341"/>
                    <a:pt x="1220" y="386"/>
                  </a:cubicBezTo>
                  <a:cubicBezTo>
                    <a:pt x="1220" y="386"/>
                    <a:pt x="963" y="1"/>
                    <a:pt x="639"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5" name="Google Shape;2055;p67"/>
            <p:cNvSpPr/>
            <p:nvPr/>
          </p:nvSpPr>
          <p:spPr>
            <a:xfrm>
              <a:off x="2629648" y="2858805"/>
              <a:ext cx="707771" cy="248087"/>
            </a:xfrm>
            <a:custGeom>
              <a:avLst/>
              <a:gdLst/>
              <a:ahLst/>
              <a:cxnLst/>
              <a:rect l="l" t="t" r="r" b="b"/>
              <a:pathLst>
                <a:path w="22073" h="7737" extrusionOk="0">
                  <a:moveTo>
                    <a:pt x="3175" y="0"/>
                  </a:moveTo>
                  <a:cubicBezTo>
                    <a:pt x="1421" y="0"/>
                    <a:pt x="1" y="1420"/>
                    <a:pt x="1" y="3175"/>
                  </a:cubicBezTo>
                  <a:lnTo>
                    <a:pt x="1" y="4562"/>
                  </a:lnTo>
                  <a:cubicBezTo>
                    <a:pt x="1" y="6316"/>
                    <a:pt x="1421" y="7736"/>
                    <a:pt x="3175" y="7736"/>
                  </a:cubicBezTo>
                  <a:lnTo>
                    <a:pt x="18915" y="7736"/>
                  </a:lnTo>
                  <a:cubicBezTo>
                    <a:pt x="20652" y="7736"/>
                    <a:pt x="22073" y="6316"/>
                    <a:pt x="22073" y="4562"/>
                  </a:cubicBezTo>
                  <a:lnTo>
                    <a:pt x="22073" y="3192"/>
                  </a:lnTo>
                  <a:cubicBezTo>
                    <a:pt x="22073" y="1454"/>
                    <a:pt x="20652" y="34"/>
                    <a:pt x="18915" y="34"/>
                  </a:cubicBezTo>
                  <a:lnTo>
                    <a:pt x="3175"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6" name="Google Shape;2056;p67"/>
            <p:cNvSpPr/>
            <p:nvPr/>
          </p:nvSpPr>
          <p:spPr>
            <a:xfrm>
              <a:off x="2669281" y="2862973"/>
              <a:ext cx="324786" cy="209833"/>
            </a:xfrm>
            <a:custGeom>
              <a:avLst/>
              <a:gdLst/>
              <a:ahLst/>
              <a:cxnLst/>
              <a:rect l="l" t="t" r="r" b="b"/>
              <a:pathLst>
                <a:path w="10129" h="6544" extrusionOk="0">
                  <a:moveTo>
                    <a:pt x="8350" y="0"/>
                  </a:moveTo>
                  <a:cubicBezTo>
                    <a:pt x="8336" y="0"/>
                    <a:pt x="8321" y="1"/>
                    <a:pt x="8305" y="4"/>
                  </a:cubicBezTo>
                  <a:cubicBezTo>
                    <a:pt x="6651" y="188"/>
                    <a:pt x="5014" y="589"/>
                    <a:pt x="3460" y="1174"/>
                  </a:cubicBezTo>
                  <a:cubicBezTo>
                    <a:pt x="2390" y="1591"/>
                    <a:pt x="1054" y="2076"/>
                    <a:pt x="536" y="3179"/>
                  </a:cubicBezTo>
                  <a:cubicBezTo>
                    <a:pt x="1" y="4298"/>
                    <a:pt x="786" y="5551"/>
                    <a:pt x="1789" y="6069"/>
                  </a:cubicBezTo>
                  <a:cubicBezTo>
                    <a:pt x="2503" y="6426"/>
                    <a:pt x="3329" y="6544"/>
                    <a:pt x="4153" y="6544"/>
                  </a:cubicBezTo>
                  <a:cubicBezTo>
                    <a:pt x="4756" y="6544"/>
                    <a:pt x="5358" y="6481"/>
                    <a:pt x="5916" y="6403"/>
                  </a:cubicBezTo>
                  <a:cubicBezTo>
                    <a:pt x="7353" y="6236"/>
                    <a:pt x="8740" y="5785"/>
                    <a:pt x="10009" y="5100"/>
                  </a:cubicBezTo>
                  <a:cubicBezTo>
                    <a:pt x="10128" y="5040"/>
                    <a:pt x="10075" y="4875"/>
                    <a:pt x="9968" y="4875"/>
                  </a:cubicBezTo>
                  <a:cubicBezTo>
                    <a:pt x="9954" y="4875"/>
                    <a:pt x="9940" y="4877"/>
                    <a:pt x="9926" y="4883"/>
                  </a:cubicBezTo>
                  <a:cubicBezTo>
                    <a:pt x="8572" y="5434"/>
                    <a:pt x="7136" y="5802"/>
                    <a:pt x="5682" y="5986"/>
                  </a:cubicBezTo>
                  <a:cubicBezTo>
                    <a:pt x="5211" y="6048"/>
                    <a:pt x="4731" y="6082"/>
                    <a:pt x="4248" y="6082"/>
                  </a:cubicBezTo>
                  <a:cubicBezTo>
                    <a:pt x="4080" y="6082"/>
                    <a:pt x="3912" y="6078"/>
                    <a:pt x="3744" y="6069"/>
                  </a:cubicBezTo>
                  <a:cubicBezTo>
                    <a:pt x="3713" y="6070"/>
                    <a:pt x="3683" y="6070"/>
                    <a:pt x="3652" y="6070"/>
                  </a:cubicBezTo>
                  <a:cubicBezTo>
                    <a:pt x="3016" y="6070"/>
                    <a:pt x="2397" y="5905"/>
                    <a:pt x="1839" y="5618"/>
                  </a:cubicBezTo>
                  <a:cubicBezTo>
                    <a:pt x="1354" y="5334"/>
                    <a:pt x="987" y="4883"/>
                    <a:pt x="836" y="4331"/>
                  </a:cubicBezTo>
                  <a:cubicBezTo>
                    <a:pt x="719" y="3747"/>
                    <a:pt x="937" y="3162"/>
                    <a:pt x="1388" y="2778"/>
                  </a:cubicBezTo>
                  <a:cubicBezTo>
                    <a:pt x="1789" y="2443"/>
                    <a:pt x="2257" y="2159"/>
                    <a:pt x="2741" y="1976"/>
                  </a:cubicBezTo>
                  <a:cubicBezTo>
                    <a:pt x="3343" y="1708"/>
                    <a:pt x="3961" y="1491"/>
                    <a:pt x="4579" y="1290"/>
                  </a:cubicBezTo>
                  <a:cubicBezTo>
                    <a:pt x="5816" y="889"/>
                    <a:pt x="7102" y="622"/>
                    <a:pt x="8389" y="488"/>
                  </a:cubicBezTo>
                  <a:cubicBezTo>
                    <a:pt x="8691" y="441"/>
                    <a:pt x="8630" y="0"/>
                    <a:pt x="8350"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7" name="Google Shape;2057;p67"/>
            <p:cNvSpPr/>
            <p:nvPr/>
          </p:nvSpPr>
          <p:spPr>
            <a:xfrm>
              <a:off x="2978419" y="3003450"/>
              <a:ext cx="47713" cy="37548"/>
            </a:xfrm>
            <a:custGeom>
              <a:avLst/>
              <a:gdLst/>
              <a:ahLst/>
              <a:cxnLst/>
              <a:rect l="l" t="t" r="r" b="b"/>
              <a:pathLst>
                <a:path w="1488" h="1171" extrusionOk="0">
                  <a:moveTo>
                    <a:pt x="1304" y="1"/>
                  </a:moveTo>
                  <a:lnTo>
                    <a:pt x="1" y="318"/>
                  </a:lnTo>
                  <a:lnTo>
                    <a:pt x="268" y="1170"/>
                  </a:lnTo>
                  <a:lnTo>
                    <a:pt x="1488" y="702"/>
                  </a:lnTo>
                  <a:lnTo>
                    <a:pt x="1304"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8" name="Google Shape;2058;p67"/>
            <p:cNvSpPr/>
            <p:nvPr/>
          </p:nvSpPr>
          <p:spPr>
            <a:xfrm>
              <a:off x="2987013" y="2977156"/>
              <a:ext cx="87377" cy="69036"/>
            </a:xfrm>
            <a:custGeom>
              <a:avLst/>
              <a:gdLst/>
              <a:ahLst/>
              <a:cxnLst/>
              <a:rect l="l" t="t" r="r" b="b"/>
              <a:pathLst>
                <a:path w="2725" h="2153" extrusionOk="0">
                  <a:moveTo>
                    <a:pt x="1365" y="0"/>
                  </a:moveTo>
                  <a:cubicBezTo>
                    <a:pt x="1275" y="0"/>
                    <a:pt x="1181" y="11"/>
                    <a:pt x="1086" y="35"/>
                  </a:cubicBezTo>
                  <a:cubicBezTo>
                    <a:pt x="167" y="286"/>
                    <a:pt x="0" y="1522"/>
                    <a:pt x="819" y="2007"/>
                  </a:cubicBezTo>
                  <a:cubicBezTo>
                    <a:pt x="989" y="2106"/>
                    <a:pt x="1174" y="2152"/>
                    <a:pt x="1356" y="2152"/>
                  </a:cubicBezTo>
                  <a:cubicBezTo>
                    <a:pt x="1728" y="2152"/>
                    <a:pt x="2087" y="1959"/>
                    <a:pt x="2289" y="1623"/>
                  </a:cubicBezTo>
                  <a:cubicBezTo>
                    <a:pt x="2724" y="872"/>
                    <a:pt x="2162" y="0"/>
                    <a:pt x="1365"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59" name="Google Shape;2059;p67"/>
            <p:cNvSpPr/>
            <p:nvPr/>
          </p:nvSpPr>
          <p:spPr>
            <a:xfrm>
              <a:off x="3006284" y="2993798"/>
              <a:ext cx="48803" cy="35817"/>
            </a:xfrm>
            <a:custGeom>
              <a:avLst/>
              <a:gdLst/>
              <a:ahLst/>
              <a:cxnLst/>
              <a:rect l="l" t="t" r="r" b="b"/>
              <a:pathLst>
                <a:path w="1522" h="1117" extrusionOk="0">
                  <a:moveTo>
                    <a:pt x="769" y="1"/>
                  </a:moveTo>
                  <a:cubicBezTo>
                    <a:pt x="251" y="1"/>
                    <a:pt x="1" y="602"/>
                    <a:pt x="368" y="953"/>
                  </a:cubicBezTo>
                  <a:cubicBezTo>
                    <a:pt x="477" y="1062"/>
                    <a:pt x="619" y="1116"/>
                    <a:pt x="761" y="1116"/>
                  </a:cubicBezTo>
                  <a:cubicBezTo>
                    <a:pt x="903" y="1116"/>
                    <a:pt x="1045" y="1062"/>
                    <a:pt x="1154" y="953"/>
                  </a:cubicBezTo>
                  <a:cubicBezTo>
                    <a:pt x="1521" y="602"/>
                    <a:pt x="1270" y="1"/>
                    <a:pt x="769"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0" name="Google Shape;2060;p67"/>
            <p:cNvSpPr/>
            <p:nvPr/>
          </p:nvSpPr>
          <p:spPr>
            <a:xfrm>
              <a:off x="3176132" y="2750168"/>
              <a:ext cx="38061" cy="35111"/>
            </a:xfrm>
            <a:custGeom>
              <a:avLst/>
              <a:gdLst/>
              <a:ahLst/>
              <a:cxnLst/>
              <a:rect l="l" t="t" r="r" b="b"/>
              <a:pathLst>
                <a:path w="1187" h="1095" extrusionOk="0">
                  <a:moveTo>
                    <a:pt x="619" y="1"/>
                  </a:moveTo>
                  <a:cubicBezTo>
                    <a:pt x="482" y="1"/>
                    <a:pt x="346" y="57"/>
                    <a:pt x="251" y="164"/>
                  </a:cubicBezTo>
                  <a:cubicBezTo>
                    <a:pt x="0" y="414"/>
                    <a:pt x="67" y="832"/>
                    <a:pt x="368" y="1016"/>
                  </a:cubicBezTo>
                  <a:cubicBezTo>
                    <a:pt x="451" y="1070"/>
                    <a:pt x="545" y="1095"/>
                    <a:pt x="639" y="1095"/>
                  </a:cubicBezTo>
                  <a:cubicBezTo>
                    <a:pt x="862" y="1095"/>
                    <a:pt x="1082" y="951"/>
                    <a:pt x="1153" y="715"/>
                  </a:cubicBezTo>
                  <a:cubicBezTo>
                    <a:pt x="1170" y="665"/>
                    <a:pt x="1187" y="615"/>
                    <a:pt x="1187" y="565"/>
                  </a:cubicBezTo>
                  <a:cubicBezTo>
                    <a:pt x="1187" y="531"/>
                    <a:pt x="1187" y="514"/>
                    <a:pt x="1187" y="481"/>
                  </a:cubicBezTo>
                  <a:cubicBezTo>
                    <a:pt x="1170" y="431"/>
                    <a:pt x="1153" y="381"/>
                    <a:pt x="1136" y="331"/>
                  </a:cubicBezTo>
                  <a:cubicBezTo>
                    <a:pt x="1070" y="180"/>
                    <a:pt x="936" y="63"/>
                    <a:pt x="786" y="30"/>
                  </a:cubicBezTo>
                  <a:cubicBezTo>
                    <a:pt x="732" y="10"/>
                    <a:pt x="675" y="1"/>
                    <a:pt x="61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1" name="Google Shape;2061;p67"/>
            <p:cNvSpPr/>
            <p:nvPr/>
          </p:nvSpPr>
          <p:spPr>
            <a:xfrm>
              <a:off x="3193800" y="2801184"/>
              <a:ext cx="38061" cy="35015"/>
            </a:xfrm>
            <a:custGeom>
              <a:avLst/>
              <a:gdLst/>
              <a:ahLst/>
              <a:cxnLst/>
              <a:rect l="l" t="t" r="r" b="b"/>
              <a:pathLst>
                <a:path w="1187" h="1092" extrusionOk="0">
                  <a:moveTo>
                    <a:pt x="619" y="0"/>
                  </a:moveTo>
                  <a:cubicBezTo>
                    <a:pt x="477" y="0"/>
                    <a:pt x="333" y="66"/>
                    <a:pt x="235" y="177"/>
                  </a:cubicBezTo>
                  <a:cubicBezTo>
                    <a:pt x="1" y="427"/>
                    <a:pt x="51" y="828"/>
                    <a:pt x="352" y="1012"/>
                  </a:cubicBezTo>
                  <a:cubicBezTo>
                    <a:pt x="440" y="1066"/>
                    <a:pt x="536" y="1091"/>
                    <a:pt x="630" y="1091"/>
                  </a:cubicBezTo>
                  <a:cubicBezTo>
                    <a:pt x="855" y="1091"/>
                    <a:pt x="1071" y="947"/>
                    <a:pt x="1154" y="711"/>
                  </a:cubicBezTo>
                  <a:cubicBezTo>
                    <a:pt x="1170" y="678"/>
                    <a:pt x="1170" y="611"/>
                    <a:pt x="1170" y="561"/>
                  </a:cubicBezTo>
                  <a:cubicBezTo>
                    <a:pt x="1170" y="544"/>
                    <a:pt x="1187" y="511"/>
                    <a:pt x="1170" y="494"/>
                  </a:cubicBezTo>
                  <a:cubicBezTo>
                    <a:pt x="1170" y="427"/>
                    <a:pt x="1154" y="377"/>
                    <a:pt x="1120" y="327"/>
                  </a:cubicBezTo>
                  <a:cubicBezTo>
                    <a:pt x="1053" y="177"/>
                    <a:pt x="936" y="76"/>
                    <a:pt x="769" y="26"/>
                  </a:cubicBezTo>
                  <a:cubicBezTo>
                    <a:pt x="721" y="9"/>
                    <a:pt x="670" y="0"/>
                    <a:pt x="619"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2" name="Google Shape;2062;p67"/>
            <p:cNvSpPr/>
            <p:nvPr/>
          </p:nvSpPr>
          <p:spPr>
            <a:xfrm>
              <a:off x="2928590" y="2723939"/>
              <a:ext cx="278645" cy="111618"/>
            </a:xfrm>
            <a:custGeom>
              <a:avLst/>
              <a:gdLst/>
              <a:ahLst/>
              <a:cxnLst/>
              <a:rect l="l" t="t" r="r" b="b"/>
              <a:pathLst>
                <a:path w="8690" h="3481" extrusionOk="0">
                  <a:moveTo>
                    <a:pt x="6309" y="0"/>
                  </a:moveTo>
                  <a:cubicBezTo>
                    <a:pt x="5470" y="0"/>
                    <a:pt x="4615" y="192"/>
                    <a:pt x="3810" y="397"/>
                  </a:cubicBezTo>
                  <a:cubicBezTo>
                    <a:pt x="2891" y="614"/>
                    <a:pt x="2023" y="948"/>
                    <a:pt x="1187" y="1399"/>
                  </a:cubicBezTo>
                  <a:cubicBezTo>
                    <a:pt x="820" y="1600"/>
                    <a:pt x="502" y="1884"/>
                    <a:pt x="285" y="2251"/>
                  </a:cubicBezTo>
                  <a:cubicBezTo>
                    <a:pt x="101" y="2586"/>
                    <a:pt x="1" y="3087"/>
                    <a:pt x="235" y="3421"/>
                  </a:cubicBezTo>
                  <a:cubicBezTo>
                    <a:pt x="270" y="3462"/>
                    <a:pt x="316" y="3481"/>
                    <a:pt x="361" y="3481"/>
                  </a:cubicBezTo>
                  <a:cubicBezTo>
                    <a:pt x="444" y="3481"/>
                    <a:pt x="525" y="3418"/>
                    <a:pt x="536" y="3321"/>
                  </a:cubicBezTo>
                  <a:cubicBezTo>
                    <a:pt x="502" y="3120"/>
                    <a:pt x="502" y="2903"/>
                    <a:pt x="552" y="2686"/>
                  </a:cubicBezTo>
                  <a:cubicBezTo>
                    <a:pt x="619" y="2502"/>
                    <a:pt x="703" y="2335"/>
                    <a:pt x="836" y="2185"/>
                  </a:cubicBezTo>
                  <a:cubicBezTo>
                    <a:pt x="1137" y="1900"/>
                    <a:pt x="1488" y="1667"/>
                    <a:pt x="1889" y="1516"/>
                  </a:cubicBezTo>
                  <a:cubicBezTo>
                    <a:pt x="2624" y="1182"/>
                    <a:pt x="3393" y="931"/>
                    <a:pt x="4178" y="731"/>
                  </a:cubicBezTo>
                  <a:cubicBezTo>
                    <a:pt x="4851" y="573"/>
                    <a:pt x="5572" y="416"/>
                    <a:pt x="6269" y="416"/>
                  </a:cubicBezTo>
                  <a:cubicBezTo>
                    <a:pt x="6386" y="416"/>
                    <a:pt x="6502" y="421"/>
                    <a:pt x="6617" y="430"/>
                  </a:cubicBezTo>
                  <a:cubicBezTo>
                    <a:pt x="7018" y="464"/>
                    <a:pt x="7403" y="580"/>
                    <a:pt x="7737" y="781"/>
                  </a:cubicBezTo>
                  <a:cubicBezTo>
                    <a:pt x="7887" y="865"/>
                    <a:pt x="8038" y="982"/>
                    <a:pt x="8155" y="1115"/>
                  </a:cubicBezTo>
                  <a:cubicBezTo>
                    <a:pt x="8238" y="1232"/>
                    <a:pt x="8338" y="1332"/>
                    <a:pt x="8472" y="1399"/>
                  </a:cubicBezTo>
                  <a:cubicBezTo>
                    <a:pt x="8489" y="1408"/>
                    <a:pt x="8508" y="1412"/>
                    <a:pt x="8526" y="1412"/>
                  </a:cubicBezTo>
                  <a:cubicBezTo>
                    <a:pt x="8577" y="1412"/>
                    <a:pt x="8623" y="1378"/>
                    <a:pt x="8623" y="1316"/>
                  </a:cubicBezTo>
                  <a:cubicBezTo>
                    <a:pt x="8689" y="915"/>
                    <a:pt x="8205" y="564"/>
                    <a:pt x="7887" y="380"/>
                  </a:cubicBezTo>
                  <a:cubicBezTo>
                    <a:pt x="7520" y="163"/>
                    <a:pt x="7102" y="46"/>
                    <a:pt x="6668" y="12"/>
                  </a:cubicBezTo>
                  <a:cubicBezTo>
                    <a:pt x="6549" y="4"/>
                    <a:pt x="6429" y="0"/>
                    <a:pt x="6309"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3" name="Google Shape;2063;p67"/>
            <p:cNvSpPr/>
            <p:nvPr/>
          </p:nvSpPr>
          <p:spPr>
            <a:xfrm>
              <a:off x="2962451" y="2820391"/>
              <a:ext cx="264055" cy="118224"/>
            </a:xfrm>
            <a:custGeom>
              <a:avLst/>
              <a:gdLst/>
              <a:ahLst/>
              <a:cxnLst/>
              <a:rect l="l" t="t" r="r" b="b"/>
              <a:pathLst>
                <a:path w="8235" h="3687" extrusionOk="0">
                  <a:moveTo>
                    <a:pt x="7866" y="1"/>
                  </a:moveTo>
                  <a:cubicBezTo>
                    <a:pt x="7770" y="1"/>
                    <a:pt x="7685" y="102"/>
                    <a:pt x="7734" y="212"/>
                  </a:cubicBezTo>
                  <a:cubicBezTo>
                    <a:pt x="8084" y="914"/>
                    <a:pt x="6865" y="1349"/>
                    <a:pt x="6414" y="1566"/>
                  </a:cubicBezTo>
                  <a:cubicBezTo>
                    <a:pt x="5779" y="1883"/>
                    <a:pt x="5110" y="2167"/>
                    <a:pt x="4442" y="2435"/>
                  </a:cubicBezTo>
                  <a:cubicBezTo>
                    <a:pt x="3757" y="2702"/>
                    <a:pt x="3055" y="2936"/>
                    <a:pt x="2353" y="3136"/>
                  </a:cubicBezTo>
                  <a:cubicBezTo>
                    <a:pt x="2088" y="3225"/>
                    <a:pt x="1812" y="3266"/>
                    <a:pt x="1535" y="3266"/>
                  </a:cubicBezTo>
                  <a:cubicBezTo>
                    <a:pt x="1446" y="3266"/>
                    <a:pt x="1357" y="3262"/>
                    <a:pt x="1267" y="3253"/>
                  </a:cubicBezTo>
                  <a:cubicBezTo>
                    <a:pt x="900" y="3220"/>
                    <a:pt x="566" y="3036"/>
                    <a:pt x="332" y="2752"/>
                  </a:cubicBezTo>
                  <a:cubicBezTo>
                    <a:pt x="300" y="2717"/>
                    <a:pt x="264" y="2702"/>
                    <a:pt x="228" y="2702"/>
                  </a:cubicBezTo>
                  <a:cubicBezTo>
                    <a:pt x="112" y="2702"/>
                    <a:pt x="1" y="2858"/>
                    <a:pt x="64" y="2986"/>
                  </a:cubicBezTo>
                  <a:cubicBezTo>
                    <a:pt x="359" y="3498"/>
                    <a:pt x="967" y="3687"/>
                    <a:pt x="1544" y="3687"/>
                  </a:cubicBezTo>
                  <a:cubicBezTo>
                    <a:pt x="1719" y="3687"/>
                    <a:pt x="1892" y="3669"/>
                    <a:pt x="2053" y="3638"/>
                  </a:cubicBezTo>
                  <a:cubicBezTo>
                    <a:pt x="2938" y="3437"/>
                    <a:pt x="3807" y="3170"/>
                    <a:pt x="4643" y="2802"/>
                  </a:cubicBezTo>
                  <a:cubicBezTo>
                    <a:pt x="5495" y="2468"/>
                    <a:pt x="6347" y="2084"/>
                    <a:pt x="7166" y="1649"/>
                  </a:cubicBezTo>
                  <a:cubicBezTo>
                    <a:pt x="7516" y="1466"/>
                    <a:pt x="7901" y="1265"/>
                    <a:pt x="8068" y="897"/>
                  </a:cubicBezTo>
                  <a:cubicBezTo>
                    <a:pt x="8235" y="613"/>
                    <a:pt x="8185" y="279"/>
                    <a:pt x="7968" y="45"/>
                  </a:cubicBezTo>
                  <a:cubicBezTo>
                    <a:pt x="7936" y="14"/>
                    <a:pt x="7900" y="1"/>
                    <a:pt x="7866"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4" name="Google Shape;2064;p67"/>
            <p:cNvSpPr/>
            <p:nvPr/>
          </p:nvSpPr>
          <p:spPr>
            <a:xfrm>
              <a:off x="2914129" y="2793969"/>
              <a:ext cx="77726" cy="139996"/>
            </a:xfrm>
            <a:custGeom>
              <a:avLst/>
              <a:gdLst/>
              <a:ahLst/>
              <a:cxnLst/>
              <a:rect l="l" t="t" r="r" b="b"/>
              <a:pathLst>
                <a:path w="2424" h="4366" extrusionOk="0">
                  <a:moveTo>
                    <a:pt x="772" y="0"/>
                  </a:moveTo>
                  <a:cubicBezTo>
                    <a:pt x="561" y="0"/>
                    <a:pt x="357" y="130"/>
                    <a:pt x="302" y="351"/>
                  </a:cubicBezTo>
                  <a:cubicBezTo>
                    <a:pt x="1" y="1772"/>
                    <a:pt x="469" y="3259"/>
                    <a:pt x="1555" y="4228"/>
                  </a:cubicBezTo>
                  <a:cubicBezTo>
                    <a:pt x="1655" y="4320"/>
                    <a:pt x="1780" y="4366"/>
                    <a:pt x="1903" y="4366"/>
                  </a:cubicBezTo>
                  <a:cubicBezTo>
                    <a:pt x="2027" y="4366"/>
                    <a:pt x="2148" y="4320"/>
                    <a:pt x="2240" y="4228"/>
                  </a:cubicBezTo>
                  <a:cubicBezTo>
                    <a:pt x="2424" y="4027"/>
                    <a:pt x="2424" y="3727"/>
                    <a:pt x="2240" y="3543"/>
                  </a:cubicBezTo>
                  <a:cubicBezTo>
                    <a:pt x="2022" y="3359"/>
                    <a:pt x="1855" y="3142"/>
                    <a:pt x="1705" y="2908"/>
                  </a:cubicBezTo>
                  <a:cubicBezTo>
                    <a:pt x="1621" y="2791"/>
                    <a:pt x="1555" y="2657"/>
                    <a:pt x="1488" y="2507"/>
                  </a:cubicBezTo>
                  <a:cubicBezTo>
                    <a:pt x="1454" y="2457"/>
                    <a:pt x="1438" y="2390"/>
                    <a:pt x="1404" y="2323"/>
                  </a:cubicBezTo>
                  <a:cubicBezTo>
                    <a:pt x="1388" y="2290"/>
                    <a:pt x="1388" y="2256"/>
                    <a:pt x="1371" y="2223"/>
                  </a:cubicBezTo>
                  <a:cubicBezTo>
                    <a:pt x="1371" y="2206"/>
                    <a:pt x="1354" y="2173"/>
                    <a:pt x="1354" y="2156"/>
                  </a:cubicBezTo>
                  <a:cubicBezTo>
                    <a:pt x="1354" y="2173"/>
                    <a:pt x="1354" y="2189"/>
                    <a:pt x="1354" y="2206"/>
                  </a:cubicBezTo>
                  <a:cubicBezTo>
                    <a:pt x="1304" y="2072"/>
                    <a:pt x="1271" y="1922"/>
                    <a:pt x="1254" y="1772"/>
                  </a:cubicBezTo>
                  <a:cubicBezTo>
                    <a:pt x="1237" y="1705"/>
                    <a:pt x="1220" y="1638"/>
                    <a:pt x="1220" y="1571"/>
                  </a:cubicBezTo>
                  <a:cubicBezTo>
                    <a:pt x="1204" y="1538"/>
                    <a:pt x="1204" y="1488"/>
                    <a:pt x="1204" y="1454"/>
                  </a:cubicBezTo>
                  <a:cubicBezTo>
                    <a:pt x="1204" y="1454"/>
                    <a:pt x="1204" y="1437"/>
                    <a:pt x="1204" y="1437"/>
                  </a:cubicBezTo>
                  <a:lnTo>
                    <a:pt x="1204" y="1421"/>
                  </a:lnTo>
                  <a:cubicBezTo>
                    <a:pt x="1187" y="1287"/>
                    <a:pt x="1187" y="1137"/>
                    <a:pt x="1204" y="986"/>
                  </a:cubicBezTo>
                  <a:cubicBezTo>
                    <a:pt x="1204" y="919"/>
                    <a:pt x="1204" y="853"/>
                    <a:pt x="1220" y="769"/>
                  </a:cubicBezTo>
                  <a:cubicBezTo>
                    <a:pt x="1220" y="736"/>
                    <a:pt x="1220" y="702"/>
                    <a:pt x="1237" y="669"/>
                  </a:cubicBezTo>
                  <a:cubicBezTo>
                    <a:pt x="1235" y="669"/>
                    <a:pt x="1234" y="669"/>
                    <a:pt x="1232" y="669"/>
                  </a:cubicBezTo>
                  <a:lnTo>
                    <a:pt x="1232" y="669"/>
                  </a:lnTo>
                  <a:cubicBezTo>
                    <a:pt x="1237" y="658"/>
                    <a:pt x="1237" y="647"/>
                    <a:pt x="1237" y="635"/>
                  </a:cubicBezTo>
                  <a:cubicBezTo>
                    <a:pt x="1304" y="385"/>
                    <a:pt x="1170" y="101"/>
                    <a:pt x="903" y="17"/>
                  </a:cubicBezTo>
                  <a:cubicBezTo>
                    <a:pt x="860" y="6"/>
                    <a:pt x="816" y="0"/>
                    <a:pt x="772"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5" name="Google Shape;2065;p67"/>
            <p:cNvSpPr/>
            <p:nvPr/>
          </p:nvSpPr>
          <p:spPr>
            <a:xfrm>
              <a:off x="3198642" y="2858805"/>
              <a:ext cx="149487" cy="134000"/>
            </a:xfrm>
            <a:custGeom>
              <a:avLst/>
              <a:gdLst/>
              <a:ahLst/>
              <a:cxnLst/>
              <a:rect l="l" t="t" r="r" b="b"/>
              <a:pathLst>
                <a:path w="4662" h="4179" extrusionOk="0">
                  <a:moveTo>
                    <a:pt x="2957" y="0"/>
                  </a:moveTo>
                  <a:cubicBezTo>
                    <a:pt x="1972" y="435"/>
                    <a:pt x="0" y="2440"/>
                    <a:pt x="0" y="2440"/>
                  </a:cubicBezTo>
                  <a:lnTo>
                    <a:pt x="401" y="3425"/>
                  </a:lnTo>
                  <a:cubicBezTo>
                    <a:pt x="401" y="3425"/>
                    <a:pt x="1090" y="4178"/>
                    <a:pt x="1856" y="4178"/>
                  </a:cubicBezTo>
                  <a:cubicBezTo>
                    <a:pt x="1872" y="4178"/>
                    <a:pt x="1888" y="4178"/>
                    <a:pt x="1905" y="4177"/>
                  </a:cubicBezTo>
                  <a:cubicBezTo>
                    <a:pt x="2690" y="4144"/>
                    <a:pt x="4662" y="2924"/>
                    <a:pt x="4662" y="2924"/>
                  </a:cubicBezTo>
                  <a:lnTo>
                    <a:pt x="2957" y="0"/>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6" name="Google Shape;2066;p67"/>
            <p:cNvSpPr/>
            <p:nvPr/>
          </p:nvSpPr>
          <p:spPr>
            <a:xfrm>
              <a:off x="3098439" y="2871631"/>
              <a:ext cx="178987" cy="144260"/>
            </a:xfrm>
            <a:custGeom>
              <a:avLst/>
              <a:gdLst/>
              <a:ahLst/>
              <a:cxnLst/>
              <a:rect l="l" t="t" r="r" b="b"/>
              <a:pathLst>
                <a:path w="5582" h="4499" extrusionOk="0">
                  <a:moveTo>
                    <a:pt x="2920" y="1"/>
                  </a:moveTo>
                  <a:cubicBezTo>
                    <a:pt x="2344" y="1"/>
                    <a:pt x="564" y="1279"/>
                    <a:pt x="184" y="1889"/>
                  </a:cubicBezTo>
                  <a:cubicBezTo>
                    <a:pt x="1" y="2140"/>
                    <a:pt x="84" y="2508"/>
                    <a:pt x="368" y="2658"/>
                  </a:cubicBezTo>
                  <a:cubicBezTo>
                    <a:pt x="435" y="2708"/>
                    <a:pt x="518" y="2758"/>
                    <a:pt x="602" y="2792"/>
                  </a:cubicBezTo>
                  <a:cubicBezTo>
                    <a:pt x="602" y="2792"/>
                    <a:pt x="535" y="3343"/>
                    <a:pt x="1053" y="3410"/>
                  </a:cubicBezTo>
                  <a:cubicBezTo>
                    <a:pt x="1102" y="3417"/>
                    <a:pt x="1150" y="3421"/>
                    <a:pt x="1198" y="3421"/>
                  </a:cubicBezTo>
                  <a:cubicBezTo>
                    <a:pt x="1267" y="3421"/>
                    <a:pt x="1336" y="3413"/>
                    <a:pt x="1404" y="3393"/>
                  </a:cubicBezTo>
                  <a:cubicBezTo>
                    <a:pt x="1565" y="3833"/>
                    <a:pt x="1778" y="3951"/>
                    <a:pt x="2075" y="3951"/>
                  </a:cubicBezTo>
                  <a:cubicBezTo>
                    <a:pt x="2117" y="3951"/>
                    <a:pt x="2161" y="3949"/>
                    <a:pt x="2206" y="3944"/>
                  </a:cubicBezTo>
                  <a:cubicBezTo>
                    <a:pt x="2273" y="4078"/>
                    <a:pt x="2356" y="4195"/>
                    <a:pt x="2473" y="4295"/>
                  </a:cubicBezTo>
                  <a:cubicBezTo>
                    <a:pt x="2607" y="4412"/>
                    <a:pt x="2774" y="4479"/>
                    <a:pt x="2958" y="4496"/>
                  </a:cubicBezTo>
                  <a:cubicBezTo>
                    <a:pt x="2966" y="4497"/>
                    <a:pt x="2975" y="4498"/>
                    <a:pt x="2986" y="4498"/>
                  </a:cubicBezTo>
                  <a:cubicBezTo>
                    <a:pt x="3334" y="4498"/>
                    <a:pt x="5104" y="3718"/>
                    <a:pt x="5331" y="3410"/>
                  </a:cubicBezTo>
                  <a:cubicBezTo>
                    <a:pt x="5581" y="3109"/>
                    <a:pt x="3643" y="51"/>
                    <a:pt x="2941" y="1"/>
                  </a:cubicBezTo>
                  <a:cubicBezTo>
                    <a:pt x="2934" y="1"/>
                    <a:pt x="2927" y="1"/>
                    <a:pt x="2920"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7" name="Google Shape;2067;p67"/>
            <p:cNvSpPr/>
            <p:nvPr/>
          </p:nvSpPr>
          <p:spPr>
            <a:xfrm>
              <a:off x="3110239" y="2905940"/>
              <a:ext cx="92155" cy="55216"/>
            </a:xfrm>
            <a:custGeom>
              <a:avLst/>
              <a:gdLst/>
              <a:ahLst/>
              <a:cxnLst/>
              <a:rect l="l" t="t" r="r" b="b"/>
              <a:pathLst>
                <a:path w="2874" h="1722" extrusionOk="0">
                  <a:moveTo>
                    <a:pt x="2874" y="1"/>
                  </a:moveTo>
                  <a:lnTo>
                    <a:pt x="2874" y="1"/>
                  </a:lnTo>
                  <a:cubicBezTo>
                    <a:pt x="2840" y="17"/>
                    <a:pt x="1754" y="251"/>
                    <a:pt x="1337" y="402"/>
                  </a:cubicBezTo>
                  <a:cubicBezTo>
                    <a:pt x="769" y="636"/>
                    <a:pt x="301" y="1053"/>
                    <a:pt x="0" y="1588"/>
                  </a:cubicBezTo>
                  <a:cubicBezTo>
                    <a:pt x="67" y="1638"/>
                    <a:pt x="150" y="1688"/>
                    <a:pt x="234" y="1722"/>
                  </a:cubicBezTo>
                  <a:cubicBezTo>
                    <a:pt x="318" y="1538"/>
                    <a:pt x="652" y="1254"/>
                    <a:pt x="952" y="1037"/>
                  </a:cubicBezTo>
                  <a:cubicBezTo>
                    <a:pt x="1270" y="803"/>
                    <a:pt x="2840" y="17"/>
                    <a:pt x="2874"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8" name="Google Shape;2068;p67"/>
            <p:cNvSpPr/>
            <p:nvPr/>
          </p:nvSpPr>
          <p:spPr>
            <a:xfrm>
              <a:off x="3132203" y="2941853"/>
              <a:ext cx="80932" cy="39472"/>
            </a:xfrm>
            <a:custGeom>
              <a:avLst/>
              <a:gdLst/>
              <a:ahLst/>
              <a:cxnLst/>
              <a:rect l="l" t="t" r="r" b="b"/>
              <a:pathLst>
                <a:path w="2524" h="1231" extrusionOk="0">
                  <a:moveTo>
                    <a:pt x="2523" y="0"/>
                  </a:moveTo>
                  <a:cubicBezTo>
                    <a:pt x="2473" y="0"/>
                    <a:pt x="1170" y="217"/>
                    <a:pt x="652" y="602"/>
                  </a:cubicBezTo>
                  <a:cubicBezTo>
                    <a:pt x="401" y="785"/>
                    <a:pt x="184" y="986"/>
                    <a:pt x="0" y="1220"/>
                  </a:cubicBezTo>
                  <a:cubicBezTo>
                    <a:pt x="49" y="1227"/>
                    <a:pt x="97" y="1231"/>
                    <a:pt x="145" y="1231"/>
                  </a:cubicBezTo>
                  <a:cubicBezTo>
                    <a:pt x="214" y="1231"/>
                    <a:pt x="283" y="1223"/>
                    <a:pt x="351" y="1203"/>
                  </a:cubicBezTo>
                  <a:lnTo>
                    <a:pt x="2523" y="0"/>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69" name="Google Shape;2069;p67"/>
            <p:cNvSpPr/>
            <p:nvPr/>
          </p:nvSpPr>
          <p:spPr>
            <a:xfrm>
              <a:off x="3169174" y="2978279"/>
              <a:ext cx="53581" cy="31103"/>
            </a:xfrm>
            <a:custGeom>
              <a:avLst/>
              <a:gdLst/>
              <a:ahLst/>
              <a:cxnLst/>
              <a:rect l="l" t="t" r="r" b="b"/>
              <a:pathLst>
                <a:path w="1671" h="970" extrusionOk="0">
                  <a:moveTo>
                    <a:pt x="1671" y="0"/>
                  </a:moveTo>
                  <a:lnTo>
                    <a:pt x="0" y="618"/>
                  </a:lnTo>
                  <a:cubicBezTo>
                    <a:pt x="67" y="752"/>
                    <a:pt x="150" y="869"/>
                    <a:pt x="267" y="969"/>
                  </a:cubicBezTo>
                  <a:cubicBezTo>
                    <a:pt x="769" y="702"/>
                    <a:pt x="1236" y="385"/>
                    <a:pt x="1671"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0" name="Google Shape;2070;p67"/>
            <p:cNvSpPr/>
            <p:nvPr/>
          </p:nvSpPr>
          <p:spPr>
            <a:xfrm>
              <a:off x="3236671" y="2058366"/>
              <a:ext cx="404532" cy="955826"/>
            </a:xfrm>
            <a:custGeom>
              <a:avLst/>
              <a:gdLst/>
              <a:ahLst/>
              <a:cxnLst/>
              <a:rect l="l" t="t" r="r" b="b"/>
              <a:pathLst>
                <a:path w="12616" h="29809" extrusionOk="0">
                  <a:moveTo>
                    <a:pt x="5447" y="1"/>
                  </a:moveTo>
                  <a:lnTo>
                    <a:pt x="5564" y="16910"/>
                  </a:lnTo>
                  <a:lnTo>
                    <a:pt x="0" y="24479"/>
                  </a:lnTo>
                  <a:lnTo>
                    <a:pt x="3609" y="29809"/>
                  </a:lnTo>
                  <a:cubicBezTo>
                    <a:pt x="3609" y="29809"/>
                    <a:pt x="12532" y="21872"/>
                    <a:pt x="12615" y="18647"/>
                  </a:cubicBezTo>
                  <a:cubicBezTo>
                    <a:pt x="11245" y="6885"/>
                    <a:pt x="5448" y="1"/>
                    <a:pt x="5447"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1" name="Google Shape;2071;p67"/>
            <p:cNvSpPr/>
            <p:nvPr/>
          </p:nvSpPr>
          <p:spPr>
            <a:xfrm>
              <a:off x="2768939" y="2896834"/>
              <a:ext cx="144164" cy="112003"/>
            </a:xfrm>
            <a:custGeom>
              <a:avLst/>
              <a:gdLst/>
              <a:ahLst/>
              <a:cxnLst/>
              <a:rect l="l" t="t" r="r" b="b"/>
              <a:pathLst>
                <a:path w="4496" h="3493" extrusionOk="0">
                  <a:moveTo>
                    <a:pt x="2875" y="1"/>
                  </a:moveTo>
                  <a:lnTo>
                    <a:pt x="1" y="1287"/>
                  </a:lnTo>
                  <a:lnTo>
                    <a:pt x="2708" y="3493"/>
                  </a:lnTo>
                  <a:lnTo>
                    <a:pt x="4495" y="2306"/>
                  </a:lnTo>
                  <a:cubicBezTo>
                    <a:pt x="4495" y="2156"/>
                    <a:pt x="2875" y="1"/>
                    <a:pt x="2875"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2" name="Google Shape;2072;p67"/>
            <p:cNvSpPr/>
            <p:nvPr/>
          </p:nvSpPr>
          <p:spPr>
            <a:xfrm>
              <a:off x="2471728" y="2058655"/>
              <a:ext cx="547446" cy="928218"/>
            </a:xfrm>
            <a:custGeom>
              <a:avLst/>
              <a:gdLst/>
              <a:ahLst/>
              <a:cxnLst/>
              <a:rect l="l" t="t" r="r" b="b"/>
              <a:pathLst>
                <a:path w="17073" h="28948" extrusionOk="0">
                  <a:moveTo>
                    <a:pt x="13160" y="1"/>
                  </a:moveTo>
                  <a:cubicBezTo>
                    <a:pt x="10953" y="1"/>
                    <a:pt x="1" y="13529"/>
                    <a:pt x="314" y="16166"/>
                  </a:cubicBezTo>
                  <a:cubicBezTo>
                    <a:pt x="615" y="18839"/>
                    <a:pt x="9186" y="28948"/>
                    <a:pt x="9186" y="28948"/>
                  </a:cubicBezTo>
                  <a:lnTo>
                    <a:pt x="13547" y="26575"/>
                  </a:lnTo>
                  <a:lnTo>
                    <a:pt x="8351" y="15781"/>
                  </a:lnTo>
                  <a:cubicBezTo>
                    <a:pt x="8351" y="15781"/>
                    <a:pt x="14784" y="8964"/>
                    <a:pt x="15920" y="6374"/>
                  </a:cubicBezTo>
                  <a:cubicBezTo>
                    <a:pt x="17073" y="3768"/>
                    <a:pt x="15235" y="393"/>
                    <a:pt x="13246" y="8"/>
                  </a:cubicBezTo>
                  <a:cubicBezTo>
                    <a:pt x="13219" y="3"/>
                    <a:pt x="13190" y="1"/>
                    <a:pt x="13160"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3" name="Google Shape;2073;p67"/>
            <p:cNvSpPr/>
            <p:nvPr/>
          </p:nvSpPr>
          <p:spPr>
            <a:xfrm>
              <a:off x="2819858" y="2950222"/>
              <a:ext cx="163435" cy="199829"/>
            </a:xfrm>
            <a:custGeom>
              <a:avLst/>
              <a:gdLst/>
              <a:ahLst/>
              <a:cxnLst/>
              <a:rect l="l" t="t" r="r" b="b"/>
              <a:pathLst>
                <a:path w="5097" h="6232" extrusionOk="0">
                  <a:moveTo>
                    <a:pt x="3141" y="1"/>
                  </a:moveTo>
                  <a:cubicBezTo>
                    <a:pt x="2178" y="1"/>
                    <a:pt x="928" y="330"/>
                    <a:pt x="334" y="1310"/>
                  </a:cubicBezTo>
                  <a:cubicBezTo>
                    <a:pt x="0" y="1878"/>
                    <a:pt x="652" y="3983"/>
                    <a:pt x="869" y="4468"/>
                  </a:cubicBezTo>
                  <a:cubicBezTo>
                    <a:pt x="1053" y="4902"/>
                    <a:pt x="1370" y="5286"/>
                    <a:pt x="1771" y="5554"/>
                  </a:cubicBezTo>
                  <a:cubicBezTo>
                    <a:pt x="1938" y="5637"/>
                    <a:pt x="2105" y="5721"/>
                    <a:pt x="2272" y="5754"/>
                  </a:cubicBezTo>
                  <a:cubicBezTo>
                    <a:pt x="2467" y="6143"/>
                    <a:pt x="2591" y="6231"/>
                    <a:pt x="2727" y="6231"/>
                  </a:cubicBezTo>
                  <a:cubicBezTo>
                    <a:pt x="2778" y="6231"/>
                    <a:pt x="2831" y="6219"/>
                    <a:pt x="2891" y="6205"/>
                  </a:cubicBezTo>
                  <a:cubicBezTo>
                    <a:pt x="3108" y="6155"/>
                    <a:pt x="2891" y="3983"/>
                    <a:pt x="2974" y="3448"/>
                  </a:cubicBezTo>
                  <a:cubicBezTo>
                    <a:pt x="3024" y="3031"/>
                    <a:pt x="3358" y="1744"/>
                    <a:pt x="3358" y="1744"/>
                  </a:cubicBezTo>
                  <a:cubicBezTo>
                    <a:pt x="3358" y="1744"/>
                    <a:pt x="3459" y="2713"/>
                    <a:pt x="3475" y="2864"/>
                  </a:cubicBezTo>
                  <a:cubicBezTo>
                    <a:pt x="3492" y="2997"/>
                    <a:pt x="3609" y="3214"/>
                    <a:pt x="4127" y="3515"/>
                  </a:cubicBezTo>
                  <a:cubicBezTo>
                    <a:pt x="4287" y="3603"/>
                    <a:pt x="4436" y="3636"/>
                    <a:pt x="4566" y="3636"/>
                  </a:cubicBezTo>
                  <a:cubicBezTo>
                    <a:pt x="4858" y="3636"/>
                    <a:pt x="5056" y="3469"/>
                    <a:pt x="5079" y="3365"/>
                  </a:cubicBezTo>
                  <a:cubicBezTo>
                    <a:pt x="5096" y="3214"/>
                    <a:pt x="4545" y="2613"/>
                    <a:pt x="4545" y="2613"/>
                  </a:cubicBezTo>
                  <a:cubicBezTo>
                    <a:pt x="4545" y="2613"/>
                    <a:pt x="4628" y="675"/>
                    <a:pt x="4361" y="290"/>
                  </a:cubicBezTo>
                  <a:cubicBezTo>
                    <a:pt x="4197" y="121"/>
                    <a:pt x="3722" y="1"/>
                    <a:pt x="3141"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4" name="Google Shape;2074;p67"/>
            <p:cNvSpPr/>
            <p:nvPr/>
          </p:nvSpPr>
          <p:spPr>
            <a:xfrm>
              <a:off x="2869655" y="3031859"/>
              <a:ext cx="23087" cy="102897"/>
            </a:xfrm>
            <a:custGeom>
              <a:avLst/>
              <a:gdLst/>
              <a:ahLst/>
              <a:cxnLst/>
              <a:rect l="l" t="t" r="r" b="b"/>
              <a:pathLst>
                <a:path w="720" h="3209" extrusionOk="0">
                  <a:moveTo>
                    <a:pt x="502" y="0"/>
                  </a:moveTo>
                  <a:cubicBezTo>
                    <a:pt x="502" y="0"/>
                    <a:pt x="1" y="1504"/>
                    <a:pt x="1" y="2005"/>
                  </a:cubicBezTo>
                  <a:cubicBezTo>
                    <a:pt x="34" y="2339"/>
                    <a:pt x="118" y="2673"/>
                    <a:pt x="218" y="3008"/>
                  </a:cubicBezTo>
                  <a:cubicBezTo>
                    <a:pt x="385" y="3091"/>
                    <a:pt x="552" y="3175"/>
                    <a:pt x="719" y="3208"/>
                  </a:cubicBezTo>
                  <a:cubicBezTo>
                    <a:pt x="586" y="2707"/>
                    <a:pt x="485" y="2206"/>
                    <a:pt x="435" y="1688"/>
                  </a:cubicBezTo>
                  <a:cubicBezTo>
                    <a:pt x="435" y="1186"/>
                    <a:pt x="502" y="0"/>
                    <a:pt x="502"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2075" name="Google Shape;2075;p67"/>
          <p:cNvGrpSpPr/>
          <p:nvPr/>
        </p:nvGrpSpPr>
        <p:grpSpPr>
          <a:xfrm>
            <a:off x="8826636" y="2089635"/>
            <a:ext cx="1816632" cy="4080207"/>
            <a:chOff x="6619977" y="1567226"/>
            <a:chExt cx="1362474" cy="3060155"/>
          </a:xfrm>
        </p:grpSpPr>
        <p:sp>
          <p:nvSpPr>
            <p:cNvPr id="2076" name="Google Shape;2076;p67"/>
            <p:cNvSpPr/>
            <p:nvPr/>
          </p:nvSpPr>
          <p:spPr>
            <a:xfrm>
              <a:off x="7531842" y="4375543"/>
              <a:ext cx="433487" cy="251839"/>
            </a:xfrm>
            <a:custGeom>
              <a:avLst/>
              <a:gdLst/>
              <a:ahLst/>
              <a:cxnLst/>
              <a:rect l="l" t="t" r="r" b="b"/>
              <a:pathLst>
                <a:path w="13519" h="7854" extrusionOk="0">
                  <a:moveTo>
                    <a:pt x="12198" y="0"/>
                  </a:moveTo>
                  <a:lnTo>
                    <a:pt x="6634" y="668"/>
                  </a:lnTo>
                  <a:cubicBezTo>
                    <a:pt x="6634" y="668"/>
                    <a:pt x="7119" y="2055"/>
                    <a:pt x="4846" y="3743"/>
                  </a:cubicBezTo>
                  <a:cubicBezTo>
                    <a:pt x="4061" y="4294"/>
                    <a:pt x="3226" y="4762"/>
                    <a:pt x="2357" y="5146"/>
                  </a:cubicBezTo>
                  <a:cubicBezTo>
                    <a:pt x="285" y="6065"/>
                    <a:pt x="1" y="7853"/>
                    <a:pt x="1" y="7853"/>
                  </a:cubicBezTo>
                  <a:lnTo>
                    <a:pt x="13518" y="5146"/>
                  </a:lnTo>
                  <a:lnTo>
                    <a:pt x="12867" y="2640"/>
                  </a:lnTo>
                  <a:lnTo>
                    <a:pt x="12198"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7" name="Google Shape;2077;p67"/>
            <p:cNvSpPr/>
            <p:nvPr/>
          </p:nvSpPr>
          <p:spPr>
            <a:xfrm>
              <a:off x="7349167" y="2805769"/>
              <a:ext cx="633284" cy="1609984"/>
            </a:xfrm>
            <a:custGeom>
              <a:avLst/>
              <a:gdLst/>
              <a:ahLst/>
              <a:cxnLst/>
              <a:rect l="l" t="t" r="r" b="b"/>
              <a:pathLst>
                <a:path w="19750" h="50210" extrusionOk="0">
                  <a:moveTo>
                    <a:pt x="8939" y="0"/>
                  </a:moveTo>
                  <a:lnTo>
                    <a:pt x="0" y="2089"/>
                  </a:lnTo>
                  <a:cubicBezTo>
                    <a:pt x="0" y="2089"/>
                    <a:pt x="234" y="3927"/>
                    <a:pt x="602" y="6617"/>
                  </a:cubicBezTo>
                  <a:cubicBezTo>
                    <a:pt x="602" y="6684"/>
                    <a:pt x="619" y="6750"/>
                    <a:pt x="619" y="6817"/>
                  </a:cubicBezTo>
                  <a:cubicBezTo>
                    <a:pt x="635" y="6984"/>
                    <a:pt x="669" y="7135"/>
                    <a:pt x="685" y="7302"/>
                  </a:cubicBezTo>
                  <a:cubicBezTo>
                    <a:pt x="1504" y="13350"/>
                    <a:pt x="2874" y="22958"/>
                    <a:pt x="3843" y="26533"/>
                  </a:cubicBezTo>
                  <a:cubicBezTo>
                    <a:pt x="5297" y="31913"/>
                    <a:pt x="11212" y="49975"/>
                    <a:pt x="11212" y="49975"/>
                  </a:cubicBezTo>
                  <a:lnTo>
                    <a:pt x="19750" y="50209"/>
                  </a:lnTo>
                  <a:cubicBezTo>
                    <a:pt x="19750" y="50209"/>
                    <a:pt x="14754" y="30460"/>
                    <a:pt x="13417" y="25965"/>
                  </a:cubicBezTo>
                  <a:cubicBezTo>
                    <a:pt x="12899" y="22974"/>
                    <a:pt x="11279" y="13501"/>
                    <a:pt x="10159" y="6867"/>
                  </a:cubicBezTo>
                  <a:cubicBezTo>
                    <a:pt x="10159" y="6851"/>
                    <a:pt x="10142" y="6834"/>
                    <a:pt x="10142" y="6817"/>
                  </a:cubicBezTo>
                  <a:cubicBezTo>
                    <a:pt x="10059" y="6349"/>
                    <a:pt x="9992" y="5882"/>
                    <a:pt x="9909" y="5447"/>
                  </a:cubicBezTo>
                  <a:cubicBezTo>
                    <a:pt x="9374" y="2239"/>
                    <a:pt x="8990" y="0"/>
                    <a:pt x="8990"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8" name="Google Shape;2078;p67"/>
            <p:cNvSpPr/>
            <p:nvPr/>
          </p:nvSpPr>
          <p:spPr>
            <a:xfrm>
              <a:off x="7531842" y="4460195"/>
              <a:ext cx="433487" cy="167187"/>
            </a:xfrm>
            <a:custGeom>
              <a:avLst/>
              <a:gdLst/>
              <a:ahLst/>
              <a:cxnLst/>
              <a:rect l="l" t="t" r="r" b="b"/>
              <a:pathLst>
                <a:path w="13519" h="5214" extrusionOk="0">
                  <a:moveTo>
                    <a:pt x="12867" y="0"/>
                  </a:moveTo>
                  <a:lnTo>
                    <a:pt x="12869" y="8"/>
                  </a:lnTo>
                  <a:lnTo>
                    <a:pt x="12869" y="8"/>
                  </a:lnTo>
                  <a:cubicBezTo>
                    <a:pt x="12874" y="5"/>
                    <a:pt x="12878" y="3"/>
                    <a:pt x="12883" y="0"/>
                  </a:cubicBezTo>
                  <a:close/>
                  <a:moveTo>
                    <a:pt x="12869" y="8"/>
                  </a:moveTo>
                  <a:lnTo>
                    <a:pt x="12869" y="8"/>
                  </a:lnTo>
                  <a:cubicBezTo>
                    <a:pt x="11733" y="629"/>
                    <a:pt x="10079" y="1825"/>
                    <a:pt x="6952" y="2757"/>
                  </a:cubicBezTo>
                  <a:cubicBezTo>
                    <a:pt x="6350" y="2089"/>
                    <a:pt x="5632" y="1537"/>
                    <a:pt x="4846" y="1103"/>
                  </a:cubicBezTo>
                  <a:cubicBezTo>
                    <a:pt x="4061" y="1654"/>
                    <a:pt x="3226" y="2139"/>
                    <a:pt x="2357" y="2506"/>
                  </a:cubicBezTo>
                  <a:cubicBezTo>
                    <a:pt x="285" y="3425"/>
                    <a:pt x="1" y="5213"/>
                    <a:pt x="1" y="5213"/>
                  </a:cubicBezTo>
                  <a:lnTo>
                    <a:pt x="13518" y="2506"/>
                  </a:lnTo>
                  <a:lnTo>
                    <a:pt x="12869" y="8"/>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79" name="Google Shape;2079;p67"/>
            <p:cNvSpPr/>
            <p:nvPr/>
          </p:nvSpPr>
          <p:spPr>
            <a:xfrm>
              <a:off x="7349167" y="2805769"/>
              <a:ext cx="325780" cy="220222"/>
            </a:xfrm>
            <a:custGeom>
              <a:avLst/>
              <a:gdLst/>
              <a:ahLst/>
              <a:cxnLst/>
              <a:rect l="l" t="t" r="r" b="b"/>
              <a:pathLst>
                <a:path w="10160" h="6868" extrusionOk="0">
                  <a:moveTo>
                    <a:pt x="8939" y="0"/>
                  </a:moveTo>
                  <a:lnTo>
                    <a:pt x="0" y="2089"/>
                  </a:lnTo>
                  <a:cubicBezTo>
                    <a:pt x="0" y="2089"/>
                    <a:pt x="234" y="3927"/>
                    <a:pt x="602" y="6617"/>
                  </a:cubicBezTo>
                  <a:cubicBezTo>
                    <a:pt x="669" y="6717"/>
                    <a:pt x="752" y="6800"/>
                    <a:pt x="819" y="6867"/>
                  </a:cubicBezTo>
                  <a:lnTo>
                    <a:pt x="10159" y="6867"/>
                  </a:lnTo>
                  <a:cubicBezTo>
                    <a:pt x="10159" y="6851"/>
                    <a:pt x="10142" y="6834"/>
                    <a:pt x="10142" y="6817"/>
                  </a:cubicBezTo>
                  <a:cubicBezTo>
                    <a:pt x="10059" y="6349"/>
                    <a:pt x="9992" y="5882"/>
                    <a:pt x="9909" y="5447"/>
                  </a:cubicBezTo>
                  <a:cubicBezTo>
                    <a:pt x="9374" y="2239"/>
                    <a:pt x="8990" y="0"/>
                    <a:pt x="8990" y="0"/>
                  </a:cubicBezTo>
                  <a:close/>
                </a:path>
              </a:pathLst>
            </a:custGeom>
            <a:solidFill>
              <a:srgbClr val="08BCCB"/>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0" name="Google Shape;2080;p67"/>
            <p:cNvSpPr/>
            <p:nvPr/>
          </p:nvSpPr>
          <p:spPr>
            <a:xfrm>
              <a:off x="6640884" y="4372850"/>
              <a:ext cx="458658" cy="218074"/>
            </a:xfrm>
            <a:custGeom>
              <a:avLst/>
              <a:gdLst/>
              <a:ahLst/>
              <a:cxnLst/>
              <a:rect l="l" t="t" r="r" b="b"/>
              <a:pathLst>
                <a:path w="14304" h="6801" extrusionOk="0">
                  <a:moveTo>
                    <a:pt x="8923" y="1"/>
                  </a:moveTo>
                  <a:cubicBezTo>
                    <a:pt x="8923" y="1"/>
                    <a:pt x="8823" y="1454"/>
                    <a:pt x="6066" y="2139"/>
                  </a:cubicBezTo>
                  <a:cubicBezTo>
                    <a:pt x="5130" y="2340"/>
                    <a:pt x="4178" y="2457"/>
                    <a:pt x="3225" y="2457"/>
                  </a:cubicBezTo>
                  <a:cubicBezTo>
                    <a:pt x="970" y="2507"/>
                    <a:pt x="1" y="4061"/>
                    <a:pt x="1" y="4061"/>
                  </a:cubicBezTo>
                  <a:lnTo>
                    <a:pt x="13518" y="6801"/>
                  </a:lnTo>
                  <a:lnTo>
                    <a:pt x="13902" y="4228"/>
                  </a:lnTo>
                  <a:lnTo>
                    <a:pt x="14303" y="1521"/>
                  </a:lnTo>
                  <a:lnTo>
                    <a:pt x="8923" y="1"/>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1" name="Google Shape;2081;p67"/>
            <p:cNvSpPr/>
            <p:nvPr/>
          </p:nvSpPr>
          <p:spPr>
            <a:xfrm>
              <a:off x="6888938" y="2814330"/>
              <a:ext cx="555622" cy="1667316"/>
            </a:xfrm>
            <a:custGeom>
              <a:avLst/>
              <a:gdLst/>
              <a:ahLst/>
              <a:cxnLst/>
              <a:rect l="l" t="t" r="r" b="b"/>
              <a:pathLst>
                <a:path w="17328" h="51998" extrusionOk="0">
                  <a:moveTo>
                    <a:pt x="8238" y="0"/>
                  </a:moveTo>
                  <a:cubicBezTo>
                    <a:pt x="8238" y="0"/>
                    <a:pt x="7653" y="2089"/>
                    <a:pt x="6851" y="5063"/>
                  </a:cubicBezTo>
                  <a:cubicBezTo>
                    <a:pt x="6718" y="5548"/>
                    <a:pt x="6584" y="6032"/>
                    <a:pt x="6450" y="6550"/>
                  </a:cubicBezTo>
                  <a:cubicBezTo>
                    <a:pt x="4863" y="12448"/>
                    <a:pt x="2758" y="20652"/>
                    <a:pt x="2306" y="24027"/>
                  </a:cubicBezTo>
                  <a:cubicBezTo>
                    <a:pt x="1555" y="29541"/>
                    <a:pt x="1" y="48489"/>
                    <a:pt x="1" y="48489"/>
                  </a:cubicBezTo>
                  <a:lnTo>
                    <a:pt x="7787" y="51997"/>
                  </a:lnTo>
                  <a:cubicBezTo>
                    <a:pt x="7787" y="51997"/>
                    <a:pt x="10828" y="31880"/>
                    <a:pt x="11346" y="27202"/>
                  </a:cubicBezTo>
                  <a:cubicBezTo>
                    <a:pt x="12081" y="24027"/>
                    <a:pt x="14537" y="13484"/>
                    <a:pt x="16074" y="6934"/>
                  </a:cubicBezTo>
                  <a:cubicBezTo>
                    <a:pt x="16091" y="6801"/>
                    <a:pt x="16124" y="6684"/>
                    <a:pt x="16158" y="6550"/>
                  </a:cubicBezTo>
                  <a:cubicBezTo>
                    <a:pt x="16843" y="3593"/>
                    <a:pt x="17327" y="1554"/>
                    <a:pt x="17327" y="1554"/>
                  </a:cubicBezTo>
                  <a:lnTo>
                    <a:pt x="17277" y="1538"/>
                  </a:lnTo>
                  <a:lnTo>
                    <a:pt x="8238"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2" name="Google Shape;2082;p67"/>
            <p:cNvSpPr/>
            <p:nvPr/>
          </p:nvSpPr>
          <p:spPr>
            <a:xfrm>
              <a:off x="7095758" y="2814330"/>
              <a:ext cx="348803" cy="210058"/>
            </a:xfrm>
            <a:custGeom>
              <a:avLst/>
              <a:gdLst/>
              <a:ahLst/>
              <a:cxnLst/>
              <a:rect l="l" t="t" r="r" b="b"/>
              <a:pathLst>
                <a:path w="10878" h="6551" extrusionOk="0">
                  <a:moveTo>
                    <a:pt x="1788" y="0"/>
                  </a:moveTo>
                  <a:cubicBezTo>
                    <a:pt x="1788" y="0"/>
                    <a:pt x="1203" y="2089"/>
                    <a:pt x="384" y="5063"/>
                  </a:cubicBezTo>
                  <a:cubicBezTo>
                    <a:pt x="268" y="5548"/>
                    <a:pt x="134" y="6032"/>
                    <a:pt x="0" y="6550"/>
                  </a:cubicBezTo>
                  <a:lnTo>
                    <a:pt x="9708" y="6550"/>
                  </a:lnTo>
                  <a:cubicBezTo>
                    <a:pt x="10393" y="3593"/>
                    <a:pt x="10877" y="1554"/>
                    <a:pt x="10877" y="1554"/>
                  </a:cubicBezTo>
                  <a:lnTo>
                    <a:pt x="10827" y="1538"/>
                  </a:lnTo>
                  <a:lnTo>
                    <a:pt x="1788"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3" name="Google Shape;2083;p67"/>
            <p:cNvSpPr/>
            <p:nvPr/>
          </p:nvSpPr>
          <p:spPr>
            <a:xfrm>
              <a:off x="6640884" y="4440892"/>
              <a:ext cx="445800" cy="150032"/>
            </a:xfrm>
            <a:custGeom>
              <a:avLst/>
              <a:gdLst/>
              <a:ahLst/>
              <a:cxnLst/>
              <a:rect l="l" t="t" r="r" b="b"/>
              <a:pathLst>
                <a:path w="13903" h="4679" extrusionOk="0">
                  <a:moveTo>
                    <a:pt x="6066" y="1"/>
                  </a:moveTo>
                  <a:cubicBezTo>
                    <a:pt x="5130" y="218"/>
                    <a:pt x="4178" y="335"/>
                    <a:pt x="3225" y="335"/>
                  </a:cubicBezTo>
                  <a:cubicBezTo>
                    <a:pt x="970" y="385"/>
                    <a:pt x="1" y="1939"/>
                    <a:pt x="1" y="1939"/>
                  </a:cubicBezTo>
                  <a:lnTo>
                    <a:pt x="13518" y="4679"/>
                  </a:lnTo>
                  <a:lnTo>
                    <a:pt x="13902" y="2106"/>
                  </a:lnTo>
                  <a:lnTo>
                    <a:pt x="13902" y="2106"/>
                  </a:lnTo>
                  <a:cubicBezTo>
                    <a:pt x="12954" y="2204"/>
                    <a:pt x="11624" y="2484"/>
                    <a:pt x="9686" y="2484"/>
                  </a:cubicBezTo>
                  <a:cubicBezTo>
                    <a:pt x="8995" y="2484"/>
                    <a:pt x="8226" y="2449"/>
                    <a:pt x="7369" y="2356"/>
                  </a:cubicBezTo>
                  <a:cubicBezTo>
                    <a:pt x="7068" y="1504"/>
                    <a:pt x="6617" y="719"/>
                    <a:pt x="6066"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4" name="Google Shape;2084;p67"/>
            <p:cNvSpPr/>
            <p:nvPr/>
          </p:nvSpPr>
          <p:spPr>
            <a:xfrm>
              <a:off x="7558648" y="2001034"/>
              <a:ext cx="334887" cy="994400"/>
            </a:xfrm>
            <a:custGeom>
              <a:avLst/>
              <a:gdLst/>
              <a:ahLst/>
              <a:cxnLst/>
              <a:rect l="l" t="t" r="r" b="b"/>
              <a:pathLst>
                <a:path w="10444" h="31012" extrusionOk="0">
                  <a:moveTo>
                    <a:pt x="0" y="1"/>
                  </a:moveTo>
                  <a:lnTo>
                    <a:pt x="8639" y="31012"/>
                  </a:lnTo>
                  <a:lnTo>
                    <a:pt x="10443" y="31012"/>
                  </a:lnTo>
                  <a:lnTo>
                    <a:pt x="1604" y="268"/>
                  </a:ln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5" name="Google Shape;2085;p67"/>
            <p:cNvSpPr/>
            <p:nvPr/>
          </p:nvSpPr>
          <p:spPr>
            <a:xfrm>
              <a:off x="6619977" y="2766650"/>
              <a:ext cx="250235" cy="250235"/>
            </a:xfrm>
            <a:custGeom>
              <a:avLst/>
              <a:gdLst/>
              <a:ahLst/>
              <a:cxnLst/>
              <a:rect l="l" t="t" r="r" b="b"/>
              <a:pathLst>
                <a:path w="7804" h="7804" extrusionOk="0">
                  <a:moveTo>
                    <a:pt x="5548" y="0"/>
                  </a:moveTo>
                  <a:lnTo>
                    <a:pt x="3710" y="2356"/>
                  </a:lnTo>
                  <a:cubicBezTo>
                    <a:pt x="3519" y="2301"/>
                    <a:pt x="3328" y="2278"/>
                    <a:pt x="3143" y="2278"/>
                  </a:cubicBezTo>
                  <a:cubicBezTo>
                    <a:pt x="2372" y="2278"/>
                    <a:pt x="1687" y="2676"/>
                    <a:pt x="1404" y="2824"/>
                  </a:cubicBezTo>
                  <a:cubicBezTo>
                    <a:pt x="1087" y="3008"/>
                    <a:pt x="85" y="4144"/>
                    <a:pt x="419" y="4311"/>
                  </a:cubicBezTo>
                  <a:cubicBezTo>
                    <a:pt x="446" y="4325"/>
                    <a:pt x="478" y="4331"/>
                    <a:pt x="514" y="4331"/>
                  </a:cubicBezTo>
                  <a:cubicBezTo>
                    <a:pt x="924" y="4331"/>
                    <a:pt x="1856" y="3526"/>
                    <a:pt x="1856" y="3526"/>
                  </a:cubicBezTo>
                  <a:lnTo>
                    <a:pt x="2524" y="3292"/>
                  </a:lnTo>
                  <a:lnTo>
                    <a:pt x="2524" y="3292"/>
                  </a:lnTo>
                  <a:cubicBezTo>
                    <a:pt x="2524" y="3292"/>
                    <a:pt x="1" y="5832"/>
                    <a:pt x="118" y="6266"/>
                  </a:cubicBezTo>
                  <a:cubicBezTo>
                    <a:pt x="132" y="6326"/>
                    <a:pt x="169" y="6352"/>
                    <a:pt x="222" y="6352"/>
                  </a:cubicBezTo>
                  <a:cubicBezTo>
                    <a:pt x="646" y="6352"/>
                    <a:pt x="2146" y="4702"/>
                    <a:pt x="2353" y="4702"/>
                  </a:cubicBezTo>
                  <a:cubicBezTo>
                    <a:pt x="2363" y="4702"/>
                    <a:pt x="2370" y="4705"/>
                    <a:pt x="2374" y="4712"/>
                  </a:cubicBezTo>
                  <a:cubicBezTo>
                    <a:pt x="2457" y="4879"/>
                    <a:pt x="435" y="6483"/>
                    <a:pt x="352" y="6884"/>
                  </a:cubicBezTo>
                  <a:cubicBezTo>
                    <a:pt x="297" y="7105"/>
                    <a:pt x="358" y="7189"/>
                    <a:pt x="478" y="7189"/>
                  </a:cubicBezTo>
                  <a:cubicBezTo>
                    <a:pt x="575" y="7189"/>
                    <a:pt x="711" y="7134"/>
                    <a:pt x="853" y="7051"/>
                  </a:cubicBezTo>
                  <a:cubicBezTo>
                    <a:pt x="1179" y="6872"/>
                    <a:pt x="2746" y="5261"/>
                    <a:pt x="2977" y="5261"/>
                  </a:cubicBezTo>
                  <a:cubicBezTo>
                    <a:pt x="2983" y="5261"/>
                    <a:pt x="2988" y="5262"/>
                    <a:pt x="2992" y="5264"/>
                  </a:cubicBezTo>
                  <a:cubicBezTo>
                    <a:pt x="3159" y="5364"/>
                    <a:pt x="853" y="7202"/>
                    <a:pt x="1087" y="7553"/>
                  </a:cubicBezTo>
                  <a:cubicBezTo>
                    <a:pt x="1103" y="7579"/>
                    <a:pt x="1130" y="7591"/>
                    <a:pt x="1165" y="7591"/>
                  </a:cubicBezTo>
                  <a:cubicBezTo>
                    <a:pt x="1599" y="7591"/>
                    <a:pt x="3369" y="5795"/>
                    <a:pt x="3612" y="5795"/>
                  </a:cubicBezTo>
                  <a:cubicBezTo>
                    <a:pt x="3618" y="5795"/>
                    <a:pt x="3623" y="5796"/>
                    <a:pt x="3627" y="5798"/>
                  </a:cubicBezTo>
                  <a:cubicBezTo>
                    <a:pt x="3811" y="5898"/>
                    <a:pt x="1321" y="7736"/>
                    <a:pt x="1789" y="7803"/>
                  </a:cubicBezTo>
                  <a:cubicBezTo>
                    <a:pt x="1792" y="7804"/>
                    <a:pt x="1795" y="7804"/>
                    <a:pt x="1799" y="7804"/>
                  </a:cubicBezTo>
                  <a:cubicBezTo>
                    <a:pt x="2110" y="7804"/>
                    <a:pt x="4385" y="6405"/>
                    <a:pt x="4913" y="5431"/>
                  </a:cubicBezTo>
                  <a:lnTo>
                    <a:pt x="7804" y="2607"/>
                  </a:lnTo>
                  <a:lnTo>
                    <a:pt x="5548"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6" name="Google Shape;2086;p67"/>
            <p:cNvSpPr/>
            <p:nvPr/>
          </p:nvSpPr>
          <p:spPr>
            <a:xfrm>
              <a:off x="6733038" y="2022902"/>
              <a:ext cx="614622" cy="894870"/>
            </a:xfrm>
            <a:custGeom>
              <a:avLst/>
              <a:gdLst/>
              <a:ahLst/>
              <a:cxnLst/>
              <a:rect l="l" t="t" r="r" b="b"/>
              <a:pathLst>
                <a:path w="19168" h="27908" extrusionOk="0">
                  <a:moveTo>
                    <a:pt x="15795" y="1"/>
                  </a:moveTo>
                  <a:cubicBezTo>
                    <a:pt x="15048" y="1"/>
                    <a:pt x="14315" y="341"/>
                    <a:pt x="13768" y="1174"/>
                  </a:cubicBezTo>
                  <a:cubicBezTo>
                    <a:pt x="11997" y="3847"/>
                    <a:pt x="9290" y="12168"/>
                    <a:pt x="9290" y="12168"/>
                  </a:cubicBezTo>
                  <a:lnTo>
                    <a:pt x="0" y="23296"/>
                  </a:lnTo>
                  <a:lnTo>
                    <a:pt x="3994" y="27907"/>
                  </a:lnTo>
                  <a:cubicBezTo>
                    <a:pt x="3994" y="27907"/>
                    <a:pt x="13117" y="20021"/>
                    <a:pt x="15239" y="17030"/>
                  </a:cubicBezTo>
                  <a:cubicBezTo>
                    <a:pt x="17361" y="14056"/>
                    <a:pt x="19032" y="4833"/>
                    <a:pt x="19098" y="3329"/>
                  </a:cubicBezTo>
                  <a:cubicBezTo>
                    <a:pt x="19167" y="1661"/>
                    <a:pt x="17447" y="1"/>
                    <a:pt x="15795"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7" name="Google Shape;2087;p67"/>
            <p:cNvSpPr/>
            <p:nvPr/>
          </p:nvSpPr>
          <p:spPr>
            <a:xfrm>
              <a:off x="7040574" y="1993017"/>
              <a:ext cx="716332" cy="950984"/>
            </a:xfrm>
            <a:custGeom>
              <a:avLst/>
              <a:gdLst/>
              <a:ahLst/>
              <a:cxnLst/>
              <a:rect l="l" t="t" r="r" b="b"/>
              <a:pathLst>
                <a:path w="22340" h="29658" extrusionOk="0">
                  <a:moveTo>
                    <a:pt x="14787" y="0"/>
                  </a:moveTo>
                  <a:cubicBezTo>
                    <a:pt x="12515" y="0"/>
                    <a:pt x="7837" y="117"/>
                    <a:pt x="7703" y="117"/>
                  </a:cubicBezTo>
                  <a:cubicBezTo>
                    <a:pt x="7703" y="117"/>
                    <a:pt x="7302" y="167"/>
                    <a:pt x="6767" y="268"/>
                  </a:cubicBezTo>
                  <a:cubicBezTo>
                    <a:pt x="5932" y="435"/>
                    <a:pt x="4595" y="969"/>
                    <a:pt x="4177" y="2106"/>
                  </a:cubicBezTo>
                  <a:cubicBezTo>
                    <a:pt x="3743" y="3292"/>
                    <a:pt x="4044" y="16208"/>
                    <a:pt x="4044" y="16208"/>
                  </a:cubicBezTo>
                  <a:cubicBezTo>
                    <a:pt x="4027" y="16274"/>
                    <a:pt x="986" y="25147"/>
                    <a:pt x="0" y="29641"/>
                  </a:cubicBezTo>
                  <a:lnTo>
                    <a:pt x="0" y="29658"/>
                  </a:lnTo>
                  <a:lnTo>
                    <a:pt x="21855" y="29658"/>
                  </a:lnTo>
                  <a:cubicBezTo>
                    <a:pt x="21855" y="29658"/>
                    <a:pt x="21153" y="25130"/>
                    <a:pt x="20468" y="21671"/>
                  </a:cubicBezTo>
                  <a:cubicBezTo>
                    <a:pt x="19967" y="19182"/>
                    <a:pt x="19967" y="16625"/>
                    <a:pt x="20485" y="14152"/>
                  </a:cubicBezTo>
                  <a:cubicBezTo>
                    <a:pt x="21421" y="9725"/>
                    <a:pt x="22340" y="4495"/>
                    <a:pt x="21287" y="2707"/>
                  </a:cubicBezTo>
                  <a:cubicBezTo>
                    <a:pt x="20451" y="1304"/>
                    <a:pt x="19148" y="802"/>
                    <a:pt x="17761" y="518"/>
                  </a:cubicBezTo>
                  <a:cubicBezTo>
                    <a:pt x="17227" y="401"/>
                    <a:pt x="16692" y="334"/>
                    <a:pt x="16157" y="251"/>
                  </a:cubicBezTo>
                  <a:cubicBezTo>
                    <a:pt x="15990" y="234"/>
                    <a:pt x="15823" y="201"/>
                    <a:pt x="15656" y="184"/>
                  </a:cubicBezTo>
                  <a:cubicBezTo>
                    <a:pt x="15355" y="134"/>
                    <a:pt x="15071" y="67"/>
                    <a:pt x="1478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8" name="Google Shape;2088;p67"/>
            <p:cNvSpPr/>
            <p:nvPr/>
          </p:nvSpPr>
          <p:spPr>
            <a:xfrm>
              <a:off x="7396848" y="2305908"/>
              <a:ext cx="136116" cy="156605"/>
            </a:xfrm>
            <a:custGeom>
              <a:avLst/>
              <a:gdLst/>
              <a:ahLst/>
              <a:cxnLst/>
              <a:rect l="l" t="t" r="r" b="b"/>
              <a:pathLst>
                <a:path w="4245" h="4884" extrusionOk="0">
                  <a:moveTo>
                    <a:pt x="0" y="0"/>
                  </a:moveTo>
                  <a:lnTo>
                    <a:pt x="0" y="3409"/>
                  </a:lnTo>
                  <a:cubicBezTo>
                    <a:pt x="0" y="3409"/>
                    <a:pt x="84" y="4394"/>
                    <a:pt x="1421" y="4779"/>
                  </a:cubicBezTo>
                  <a:cubicBezTo>
                    <a:pt x="1681" y="4851"/>
                    <a:pt x="1938" y="4883"/>
                    <a:pt x="2184" y="4883"/>
                  </a:cubicBezTo>
                  <a:cubicBezTo>
                    <a:pt x="3185" y="4883"/>
                    <a:pt x="4003" y="4349"/>
                    <a:pt x="4111" y="3826"/>
                  </a:cubicBezTo>
                  <a:cubicBezTo>
                    <a:pt x="4244" y="3125"/>
                    <a:pt x="4161" y="167"/>
                    <a:pt x="4161" y="8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89" name="Google Shape;2089;p67"/>
            <p:cNvSpPr/>
            <p:nvPr/>
          </p:nvSpPr>
          <p:spPr>
            <a:xfrm>
              <a:off x="7333103" y="2941853"/>
              <a:ext cx="581306" cy="382535"/>
            </a:xfrm>
            <a:custGeom>
              <a:avLst/>
              <a:gdLst/>
              <a:ahLst/>
              <a:cxnLst/>
              <a:rect l="l" t="t" r="r" b="b"/>
              <a:pathLst>
                <a:path w="18129" h="11930" extrusionOk="0">
                  <a:moveTo>
                    <a:pt x="1203" y="0"/>
                  </a:moveTo>
                  <a:cubicBezTo>
                    <a:pt x="518" y="50"/>
                    <a:pt x="0" y="635"/>
                    <a:pt x="17" y="1303"/>
                  </a:cubicBezTo>
                  <a:lnTo>
                    <a:pt x="184" y="10660"/>
                  </a:lnTo>
                  <a:cubicBezTo>
                    <a:pt x="201" y="11362"/>
                    <a:pt x="769" y="11930"/>
                    <a:pt x="1470" y="11930"/>
                  </a:cubicBezTo>
                  <a:lnTo>
                    <a:pt x="16842" y="11930"/>
                  </a:lnTo>
                  <a:cubicBezTo>
                    <a:pt x="17461" y="11930"/>
                    <a:pt x="18012" y="11462"/>
                    <a:pt x="18112" y="10844"/>
                  </a:cubicBezTo>
                  <a:cubicBezTo>
                    <a:pt x="18129" y="10777"/>
                    <a:pt x="18129" y="10710"/>
                    <a:pt x="18129" y="10627"/>
                  </a:cubicBezTo>
                  <a:lnTo>
                    <a:pt x="18129" y="1287"/>
                  </a:lnTo>
                  <a:cubicBezTo>
                    <a:pt x="18129" y="568"/>
                    <a:pt x="17544" y="0"/>
                    <a:pt x="16842"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0" name="Google Shape;2090;p67"/>
            <p:cNvSpPr/>
            <p:nvPr/>
          </p:nvSpPr>
          <p:spPr>
            <a:xfrm>
              <a:off x="7371132" y="2941853"/>
              <a:ext cx="543277" cy="347713"/>
            </a:xfrm>
            <a:custGeom>
              <a:avLst/>
              <a:gdLst/>
              <a:ahLst/>
              <a:cxnLst/>
              <a:rect l="l" t="t" r="r" b="b"/>
              <a:pathLst>
                <a:path w="16943" h="10844" extrusionOk="0">
                  <a:moveTo>
                    <a:pt x="17" y="0"/>
                  </a:moveTo>
                  <a:cubicBezTo>
                    <a:pt x="0" y="84"/>
                    <a:pt x="0" y="167"/>
                    <a:pt x="0" y="234"/>
                  </a:cubicBezTo>
                  <a:lnTo>
                    <a:pt x="151" y="10176"/>
                  </a:lnTo>
                  <a:cubicBezTo>
                    <a:pt x="151" y="10543"/>
                    <a:pt x="452" y="10844"/>
                    <a:pt x="836" y="10844"/>
                  </a:cubicBezTo>
                  <a:lnTo>
                    <a:pt x="16926" y="10844"/>
                  </a:lnTo>
                  <a:cubicBezTo>
                    <a:pt x="16943" y="10777"/>
                    <a:pt x="16943" y="10710"/>
                    <a:pt x="16943" y="10627"/>
                  </a:cubicBezTo>
                  <a:lnTo>
                    <a:pt x="16943" y="1287"/>
                  </a:lnTo>
                  <a:cubicBezTo>
                    <a:pt x="16943" y="568"/>
                    <a:pt x="16358" y="0"/>
                    <a:pt x="1565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1" name="Google Shape;2091;p67"/>
            <p:cNvSpPr/>
            <p:nvPr/>
          </p:nvSpPr>
          <p:spPr>
            <a:xfrm>
              <a:off x="7336854" y="2001034"/>
              <a:ext cx="273258" cy="971377"/>
            </a:xfrm>
            <a:custGeom>
              <a:avLst/>
              <a:gdLst/>
              <a:ahLst/>
              <a:cxnLst/>
              <a:rect l="l" t="t" r="r" b="b"/>
              <a:pathLst>
                <a:path w="8522" h="30294" extrusionOk="0">
                  <a:moveTo>
                    <a:pt x="6917" y="1"/>
                  </a:moveTo>
                  <a:lnTo>
                    <a:pt x="100" y="29408"/>
                  </a:lnTo>
                  <a:cubicBezTo>
                    <a:pt x="0" y="29859"/>
                    <a:pt x="334" y="30293"/>
                    <a:pt x="802" y="30293"/>
                  </a:cubicBezTo>
                  <a:lnTo>
                    <a:pt x="1404" y="30293"/>
                  </a:lnTo>
                  <a:cubicBezTo>
                    <a:pt x="1738" y="30293"/>
                    <a:pt x="2038" y="30060"/>
                    <a:pt x="2105" y="29725"/>
                  </a:cubicBezTo>
                  <a:lnTo>
                    <a:pt x="2172" y="29391"/>
                  </a:lnTo>
                  <a:lnTo>
                    <a:pt x="8521" y="268"/>
                  </a:lnTo>
                  <a:cubicBezTo>
                    <a:pt x="7987" y="168"/>
                    <a:pt x="7452" y="84"/>
                    <a:pt x="691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2" name="Google Shape;2092;p67"/>
            <p:cNvSpPr/>
            <p:nvPr/>
          </p:nvSpPr>
          <p:spPr>
            <a:xfrm>
              <a:off x="7219497" y="1567226"/>
              <a:ext cx="338638" cy="337965"/>
            </a:xfrm>
            <a:custGeom>
              <a:avLst/>
              <a:gdLst/>
              <a:ahLst/>
              <a:cxnLst/>
              <a:rect l="l" t="t" r="r" b="b"/>
              <a:pathLst>
                <a:path w="10561" h="10540" extrusionOk="0">
                  <a:moveTo>
                    <a:pt x="4185" y="0"/>
                  </a:moveTo>
                  <a:cubicBezTo>
                    <a:pt x="3539" y="0"/>
                    <a:pt x="2902" y="109"/>
                    <a:pt x="2307" y="364"/>
                  </a:cubicBezTo>
                  <a:cubicBezTo>
                    <a:pt x="1003" y="898"/>
                    <a:pt x="1" y="2235"/>
                    <a:pt x="135" y="3638"/>
                  </a:cubicBezTo>
                  <a:cubicBezTo>
                    <a:pt x="151" y="3722"/>
                    <a:pt x="168" y="3789"/>
                    <a:pt x="168" y="3872"/>
                  </a:cubicBezTo>
                  <a:cubicBezTo>
                    <a:pt x="569" y="6629"/>
                    <a:pt x="2891" y="9169"/>
                    <a:pt x="5531" y="9988"/>
                  </a:cubicBezTo>
                  <a:lnTo>
                    <a:pt x="7035" y="10539"/>
                  </a:lnTo>
                  <a:cubicBezTo>
                    <a:pt x="7018" y="9704"/>
                    <a:pt x="7503" y="8952"/>
                    <a:pt x="8071" y="8317"/>
                  </a:cubicBezTo>
                  <a:cubicBezTo>
                    <a:pt x="8155" y="8217"/>
                    <a:pt x="8238" y="8133"/>
                    <a:pt x="8322" y="8050"/>
                  </a:cubicBezTo>
                  <a:cubicBezTo>
                    <a:pt x="8990" y="7364"/>
                    <a:pt x="9742" y="6713"/>
                    <a:pt x="10110" y="5827"/>
                  </a:cubicBezTo>
                  <a:cubicBezTo>
                    <a:pt x="10561" y="4691"/>
                    <a:pt x="10243" y="3321"/>
                    <a:pt x="9475" y="2352"/>
                  </a:cubicBezTo>
                  <a:cubicBezTo>
                    <a:pt x="8723" y="1383"/>
                    <a:pt x="7587" y="748"/>
                    <a:pt x="6417" y="380"/>
                  </a:cubicBezTo>
                  <a:cubicBezTo>
                    <a:pt x="5698" y="147"/>
                    <a:pt x="4936" y="0"/>
                    <a:pt x="4185" y="0"/>
                  </a:cubicBez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3" name="Google Shape;2093;p67"/>
            <p:cNvSpPr/>
            <p:nvPr/>
          </p:nvSpPr>
          <p:spPr>
            <a:xfrm>
              <a:off x="7225397" y="1632992"/>
              <a:ext cx="279158" cy="272200"/>
            </a:xfrm>
            <a:custGeom>
              <a:avLst/>
              <a:gdLst/>
              <a:ahLst/>
              <a:cxnLst/>
              <a:rect l="l" t="t" r="r" b="b"/>
              <a:pathLst>
                <a:path w="8706" h="8489" extrusionOk="0">
                  <a:moveTo>
                    <a:pt x="1070" y="0"/>
                  </a:moveTo>
                  <a:lnTo>
                    <a:pt x="1070" y="17"/>
                  </a:lnTo>
                  <a:cubicBezTo>
                    <a:pt x="184" y="1069"/>
                    <a:pt x="1" y="2540"/>
                    <a:pt x="602" y="3776"/>
                  </a:cubicBezTo>
                  <a:cubicBezTo>
                    <a:pt x="1538" y="5714"/>
                    <a:pt x="3342" y="7318"/>
                    <a:pt x="5347" y="7937"/>
                  </a:cubicBezTo>
                  <a:lnTo>
                    <a:pt x="6851" y="8488"/>
                  </a:lnTo>
                  <a:cubicBezTo>
                    <a:pt x="6834" y="7369"/>
                    <a:pt x="7252" y="6333"/>
                    <a:pt x="7770" y="5380"/>
                  </a:cubicBezTo>
                  <a:cubicBezTo>
                    <a:pt x="8255" y="4495"/>
                    <a:pt x="8706" y="3659"/>
                    <a:pt x="8338" y="2607"/>
                  </a:cubicBezTo>
                  <a:cubicBezTo>
                    <a:pt x="8138" y="2072"/>
                    <a:pt x="7670" y="1437"/>
                    <a:pt x="7102" y="1237"/>
                  </a:cubicBezTo>
                  <a:cubicBezTo>
                    <a:pt x="6871" y="1158"/>
                    <a:pt x="6617" y="1128"/>
                    <a:pt x="6356" y="1128"/>
                  </a:cubicBezTo>
                  <a:cubicBezTo>
                    <a:pt x="5843" y="1128"/>
                    <a:pt x="5300" y="1243"/>
                    <a:pt x="4846" y="1320"/>
                  </a:cubicBezTo>
                  <a:cubicBezTo>
                    <a:pt x="4360" y="1397"/>
                    <a:pt x="3866" y="1475"/>
                    <a:pt x="3380" y="1475"/>
                  </a:cubicBezTo>
                  <a:cubicBezTo>
                    <a:pt x="3131" y="1475"/>
                    <a:pt x="2884" y="1455"/>
                    <a:pt x="2641" y="1404"/>
                  </a:cubicBezTo>
                  <a:cubicBezTo>
                    <a:pt x="1922" y="1237"/>
                    <a:pt x="1220" y="735"/>
                    <a:pt x="1070" y="0"/>
                  </a:cubicBez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4" name="Google Shape;2094;p67"/>
            <p:cNvSpPr/>
            <p:nvPr/>
          </p:nvSpPr>
          <p:spPr>
            <a:xfrm>
              <a:off x="7257558" y="1993017"/>
              <a:ext cx="285058" cy="202555"/>
            </a:xfrm>
            <a:custGeom>
              <a:avLst/>
              <a:gdLst/>
              <a:ahLst/>
              <a:cxnLst/>
              <a:rect l="l" t="t" r="r" b="b"/>
              <a:pathLst>
                <a:path w="8890" h="6317" extrusionOk="0">
                  <a:moveTo>
                    <a:pt x="8020" y="0"/>
                  </a:moveTo>
                  <a:cubicBezTo>
                    <a:pt x="5748" y="0"/>
                    <a:pt x="1086" y="117"/>
                    <a:pt x="936" y="117"/>
                  </a:cubicBezTo>
                  <a:cubicBezTo>
                    <a:pt x="936" y="117"/>
                    <a:pt x="535" y="167"/>
                    <a:pt x="0" y="268"/>
                  </a:cubicBezTo>
                  <a:cubicBezTo>
                    <a:pt x="501" y="2139"/>
                    <a:pt x="1604" y="5848"/>
                    <a:pt x="2707" y="6316"/>
                  </a:cubicBezTo>
                  <a:cubicBezTo>
                    <a:pt x="4495" y="6132"/>
                    <a:pt x="7686" y="2624"/>
                    <a:pt x="8889" y="184"/>
                  </a:cubicBezTo>
                  <a:cubicBezTo>
                    <a:pt x="8588" y="134"/>
                    <a:pt x="8304" y="67"/>
                    <a:pt x="8020"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5" name="Google Shape;2095;p67"/>
            <p:cNvSpPr/>
            <p:nvPr/>
          </p:nvSpPr>
          <p:spPr>
            <a:xfrm>
              <a:off x="7220587" y="1660824"/>
              <a:ext cx="301122" cy="502042"/>
            </a:xfrm>
            <a:custGeom>
              <a:avLst/>
              <a:gdLst/>
              <a:ahLst/>
              <a:cxnLst/>
              <a:rect l="l" t="t" r="r" b="b"/>
              <a:pathLst>
                <a:path w="9391" h="15657" extrusionOk="0">
                  <a:moveTo>
                    <a:pt x="1170" y="1"/>
                  </a:moveTo>
                  <a:cubicBezTo>
                    <a:pt x="869" y="318"/>
                    <a:pt x="669" y="887"/>
                    <a:pt x="635" y="2006"/>
                  </a:cubicBezTo>
                  <a:cubicBezTo>
                    <a:pt x="735" y="4028"/>
                    <a:pt x="0" y="3560"/>
                    <a:pt x="17" y="4044"/>
                  </a:cubicBezTo>
                  <a:cubicBezTo>
                    <a:pt x="34" y="4262"/>
                    <a:pt x="502" y="4312"/>
                    <a:pt x="602" y="4913"/>
                  </a:cubicBezTo>
                  <a:cubicBezTo>
                    <a:pt x="719" y="5665"/>
                    <a:pt x="719" y="6501"/>
                    <a:pt x="936" y="6684"/>
                  </a:cubicBezTo>
                  <a:cubicBezTo>
                    <a:pt x="1144" y="6870"/>
                    <a:pt x="1523" y="6963"/>
                    <a:pt x="2012" y="6963"/>
                  </a:cubicBezTo>
                  <a:cubicBezTo>
                    <a:pt x="2272" y="6963"/>
                    <a:pt x="2562" y="6937"/>
                    <a:pt x="2874" y="6885"/>
                  </a:cubicBezTo>
                  <a:cubicBezTo>
                    <a:pt x="2958" y="6868"/>
                    <a:pt x="3041" y="6851"/>
                    <a:pt x="3141" y="6835"/>
                  </a:cubicBezTo>
                  <a:cubicBezTo>
                    <a:pt x="3152" y="6834"/>
                    <a:pt x="3163" y="6834"/>
                    <a:pt x="3173" y="6834"/>
                  </a:cubicBezTo>
                  <a:cubicBezTo>
                    <a:pt x="3773" y="6834"/>
                    <a:pt x="3676" y="8259"/>
                    <a:pt x="3693" y="8489"/>
                  </a:cubicBezTo>
                  <a:cubicBezTo>
                    <a:pt x="3726" y="8740"/>
                    <a:pt x="3843" y="9425"/>
                    <a:pt x="3359" y="9959"/>
                  </a:cubicBezTo>
                  <a:cubicBezTo>
                    <a:pt x="3025" y="10327"/>
                    <a:pt x="2089" y="10477"/>
                    <a:pt x="2089" y="10477"/>
                  </a:cubicBezTo>
                  <a:cubicBezTo>
                    <a:pt x="2089" y="10477"/>
                    <a:pt x="3158" y="15423"/>
                    <a:pt x="4144" y="15657"/>
                  </a:cubicBezTo>
                  <a:cubicBezTo>
                    <a:pt x="5497" y="15105"/>
                    <a:pt x="8488" y="12081"/>
                    <a:pt x="9390" y="10427"/>
                  </a:cubicBezTo>
                  <a:cubicBezTo>
                    <a:pt x="8371" y="10093"/>
                    <a:pt x="7753" y="9308"/>
                    <a:pt x="7436" y="8339"/>
                  </a:cubicBezTo>
                  <a:cubicBezTo>
                    <a:pt x="7101" y="7369"/>
                    <a:pt x="7001" y="4045"/>
                    <a:pt x="7001" y="4044"/>
                  </a:cubicBezTo>
                  <a:lnTo>
                    <a:pt x="7001" y="4044"/>
                  </a:lnTo>
                  <a:cubicBezTo>
                    <a:pt x="7001" y="4044"/>
                    <a:pt x="7077" y="4082"/>
                    <a:pt x="7217" y="4082"/>
                  </a:cubicBezTo>
                  <a:cubicBezTo>
                    <a:pt x="7339" y="4082"/>
                    <a:pt x="7509" y="4053"/>
                    <a:pt x="7720" y="3944"/>
                  </a:cubicBezTo>
                  <a:cubicBezTo>
                    <a:pt x="8171" y="3710"/>
                    <a:pt x="8538" y="1588"/>
                    <a:pt x="7803" y="1421"/>
                  </a:cubicBezTo>
                  <a:cubicBezTo>
                    <a:pt x="7718" y="1400"/>
                    <a:pt x="7636" y="1390"/>
                    <a:pt x="7557" y="1390"/>
                  </a:cubicBezTo>
                  <a:cubicBezTo>
                    <a:pt x="7009" y="1390"/>
                    <a:pt x="6638" y="1889"/>
                    <a:pt x="6433" y="2708"/>
                  </a:cubicBezTo>
                  <a:cubicBezTo>
                    <a:pt x="5748" y="2123"/>
                    <a:pt x="5548" y="1922"/>
                    <a:pt x="4645" y="1605"/>
                  </a:cubicBezTo>
                  <a:cubicBezTo>
                    <a:pt x="3893" y="1338"/>
                    <a:pt x="1738" y="1538"/>
                    <a:pt x="1420" y="953"/>
                  </a:cubicBezTo>
                  <a:cubicBezTo>
                    <a:pt x="1170" y="536"/>
                    <a:pt x="1220" y="118"/>
                    <a:pt x="1170"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6" name="Google Shape;2096;p67"/>
            <p:cNvSpPr/>
            <p:nvPr/>
          </p:nvSpPr>
          <p:spPr>
            <a:xfrm>
              <a:off x="7287538" y="1770134"/>
              <a:ext cx="234171" cy="392732"/>
            </a:xfrm>
            <a:custGeom>
              <a:avLst/>
              <a:gdLst/>
              <a:ahLst/>
              <a:cxnLst/>
              <a:rect l="l" t="t" r="r" b="b"/>
              <a:pathLst>
                <a:path w="7303" h="12248" extrusionOk="0">
                  <a:moveTo>
                    <a:pt x="4462" y="1"/>
                  </a:moveTo>
                  <a:cubicBezTo>
                    <a:pt x="4412" y="318"/>
                    <a:pt x="4345" y="518"/>
                    <a:pt x="4312" y="669"/>
                  </a:cubicBezTo>
                  <a:cubicBezTo>
                    <a:pt x="3643" y="2774"/>
                    <a:pt x="1755" y="3309"/>
                    <a:pt x="1053" y="3426"/>
                  </a:cubicBezTo>
                  <a:cubicBezTo>
                    <a:pt x="1064" y="3425"/>
                    <a:pt x="1075" y="3425"/>
                    <a:pt x="1085" y="3425"/>
                  </a:cubicBezTo>
                  <a:cubicBezTo>
                    <a:pt x="1685" y="3425"/>
                    <a:pt x="1588" y="4850"/>
                    <a:pt x="1605" y="5080"/>
                  </a:cubicBezTo>
                  <a:cubicBezTo>
                    <a:pt x="1638" y="5331"/>
                    <a:pt x="1638" y="6032"/>
                    <a:pt x="1271" y="6550"/>
                  </a:cubicBezTo>
                  <a:cubicBezTo>
                    <a:pt x="987" y="6951"/>
                    <a:pt x="1" y="7068"/>
                    <a:pt x="1" y="7068"/>
                  </a:cubicBezTo>
                  <a:cubicBezTo>
                    <a:pt x="1" y="7068"/>
                    <a:pt x="1070" y="12014"/>
                    <a:pt x="2056" y="12248"/>
                  </a:cubicBezTo>
                  <a:cubicBezTo>
                    <a:pt x="3409" y="11696"/>
                    <a:pt x="6400" y="8672"/>
                    <a:pt x="7302" y="7018"/>
                  </a:cubicBezTo>
                  <a:cubicBezTo>
                    <a:pt x="6283" y="6684"/>
                    <a:pt x="5665" y="5899"/>
                    <a:pt x="5348" y="4930"/>
                  </a:cubicBezTo>
                  <a:cubicBezTo>
                    <a:pt x="5013" y="3960"/>
                    <a:pt x="4913" y="635"/>
                    <a:pt x="4913" y="635"/>
                  </a:cubicBezTo>
                  <a:cubicBezTo>
                    <a:pt x="4913" y="635"/>
                    <a:pt x="4562" y="535"/>
                    <a:pt x="4462"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7" name="Google Shape;2097;p67"/>
            <p:cNvSpPr/>
            <p:nvPr/>
          </p:nvSpPr>
          <p:spPr>
            <a:xfrm>
              <a:off x="7438084" y="1720176"/>
              <a:ext cx="32738" cy="53741"/>
            </a:xfrm>
            <a:custGeom>
              <a:avLst/>
              <a:gdLst/>
              <a:ahLst/>
              <a:cxnLst/>
              <a:rect l="l" t="t" r="r" b="b"/>
              <a:pathLst>
                <a:path w="1021" h="1676" extrusionOk="0">
                  <a:moveTo>
                    <a:pt x="807" y="1"/>
                  </a:moveTo>
                  <a:cubicBezTo>
                    <a:pt x="727" y="1"/>
                    <a:pt x="624" y="30"/>
                    <a:pt x="502" y="122"/>
                  </a:cubicBezTo>
                  <a:cubicBezTo>
                    <a:pt x="68" y="439"/>
                    <a:pt x="1" y="1675"/>
                    <a:pt x="452" y="1675"/>
                  </a:cubicBezTo>
                  <a:cubicBezTo>
                    <a:pt x="920" y="1675"/>
                    <a:pt x="937" y="907"/>
                    <a:pt x="619" y="823"/>
                  </a:cubicBezTo>
                  <a:cubicBezTo>
                    <a:pt x="552" y="807"/>
                    <a:pt x="485" y="790"/>
                    <a:pt x="419" y="790"/>
                  </a:cubicBezTo>
                  <a:cubicBezTo>
                    <a:pt x="419" y="790"/>
                    <a:pt x="484" y="88"/>
                    <a:pt x="1002" y="88"/>
                  </a:cubicBezTo>
                  <a:cubicBezTo>
                    <a:pt x="1008" y="88"/>
                    <a:pt x="1014" y="88"/>
                    <a:pt x="1020" y="88"/>
                  </a:cubicBezTo>
                  <a:cubicBezTo>
                    <a:pt x="1020" y="88"/>
                    <a:pt x="946" y="1"/>
                    <a:pt x="807"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8" name="Google Shape;2098;p67"/>
            <p:cNvSpPr/>
            <p:nvPr/>
          </p:nvSpPr>
          <p:spPr>
            <a:xfrm>
              <a:off x="7260764" y="1738838"/>
              <a:ext cx="23600" cy="23824"/>
            </a:xfrm>
            <a:custGeom>
              <a:avLst/>
              <a:gdLst/>
              <a:ahLst/>
              <a:cxnLst/>
              <a:rect l="l" t="t" r="r" b="b"/>
              <a:pathLst>
                <a:path w="736" h="743" extrusionOk="0">
                  <a:moveTo>
                    <a:pt x="405" y="1"/>
                  </a:moveTo>
                  <a:cubicBezTo>
                    <a:pt x="387" y="1"/>
                    <a:pt x="369" y="3"/>
                    <a:pt x="351" y="7"/>
                  </a:cubicBezTo>
                  <a:cubicBezTo>
                    <a:pt x="318" y="7"/>
                    <a:pt x="268" y="7"/>
                    <a:pt x="218" y="41"/>
                  </a:cubicBezTo>
                  <a:cubicBezTo>
                    <a:pt x="84" y="91"/>
                    <a:pt x="0" y="225"/>
                    <a:pt x="0" y="375"/>
                  </a:cubicBezTo>
                  <a:cubicBezTo>
                    <a:pt x="0" y="408"/>
                    <a:pt x="0" y="442"/>
                    <a:pt x="17" y="475"/>
                  </a:cubicBezTo>
                  <a:cubicBezTo>
                    <a:pt x="34" y="525"/>
                    <a:pt x="67" y="592"/>
                    <a:pt x="117" y="642"/>
                  </a:cubicBezTo>
                  <a:lnTo>
                    <a:pt x="184" y="692"/>
                  </a:lnTo>
                  <a:cubicBezTo>
                    <a:pt x="251" y="726"/>
                    <a:pt x="301" y="743"/>
                    <a:pt x="368" y="743"/>
                  </a:cubicBezTo>
                  <a:cubicBezTo>
                    <a:pt x="418" y="743"/>
                    <a:pt x="468" y="726"/>
                    <a:pt x="518" y="709"/>
                  </a:cubicBezTo>
                  <a:cubicBezTo>
                    <a:pt x="652" y="642"/>
                    <a:pt x="736" y="509"/>
                    <a:pt x="736" y="358"/>
                  </a:cubicBezTo>
                  <a:lnTo>
                    <a:pt x="719" y="275"/>
                  </a:lnTo>
                  <a:cubicBezTo>
                    <a:pt x="702" y="208"/>
                    <a:pt x="669" y="141"/>
                    <a:pt x="619" y="108"/>
                  </a:cubicBezTo>
                  <a:cubicBezTo>
                    <a:pt x="602" y="91"/>
                    <a:pt x="569" y="58"/>
                    <a:pt x="535" y="41"/>
                  </a:cubicBezTo>
                  <a:cubicBezTo>
                    <a:pt x="498" y="16"/>
                    <a:pt x="453" y="1"/>
                    <a:pt x="40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099" name="Google Shape;2099;p67"/>
            <p:cNvSpPr/>
            <p:nvPr/>
          </p:nvSpPr>
          <p:spPr>
            <a:xfrm>
              <a:off x="7251658" y="1813005"/>
              <a:ext cx="48258" cy="23247"/>
            </a:xfrm>
            <a:custGeom>
              <a:avLst/>
              <a:gdLst/>
              <a:ahLst/>
              <a:cxnLst/>
              <a:rect l="l" t="t" r="r" b="b"/>
              <a:pathLst>
                <a:path w="1505" h="725" extrusionOk="0">
                  <a:moveTo>
                    <a:pt x="1504" y="0"/>
                  </a:moveTo>
                  <a:lnTo>
                    <a:pt x="1504" y="0"/>
                  </a:lnTo>
                  <a:cubicBezTo>
                    <a:pt x="1270" y="100"/>
                    <a:pt x="1036" y="167"/>
                    <a:pt x="786" y="201"/>
                  </a:cubicBezTo>
                  <a:cubicBezTo>
                    <a:pt x="335" y="251"/>
                    <a:pt x="0" y="268"/>
                    <a:pt x="0" y="268"/>
                  </a:cubicBezTo>
                  <a:cubicBezTo>
                    <a:pt x="0" y="268"/>
                    <a:pt x="310" y="725"/>
                    <a:pt x="749" y="725"/>
                  </a:cubicBezTo>
                  <a:cubicBezTo>
                    <a:pt x="778" y="725"/>
                    <a:pt x="806" y="723"/>
                    <a:pt x="836" y="719"/>
                  </a:cubicBezTo>
                  <a:cubicBezTo>
                    <a:pt x="1187" y="669"/>
                    <a:pt x="1471" y="368"/>
                    <a:pt x="150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0" name="Google Shape;2100;p67"/>
            <p:cNvSpPr/>
            <p:nvPr/>
          </p:nvSpPr>
          <p:spPr>
            <a:xfrm>
              <a:off x="7258071" y="1715463"/>
              <a:ext cx="38093" cy="18277"/>
            </a:xfrm>
            <a:custGeom>
              <a:avLst/>
              <a:gdLst/>
              <a:ahLst/>
              <a:cxnLst/>
              <a:rect l="l" t="t" r="r" b="b"/>
              <a:pathLst>
                <a:path w="1188" h="570" extrusionOk="0">
                  <a:moveTo>
                    <a:pt x="565" y="1"/>
                  </a:moveTo>
                  <a:cubicBezTo>
                    <a:pt x="257" y="1"/>
                    <a:pt x="1" y="369"/>
                    <a:pt x="1" y="369"/>
                  </a:cubicBezTo>
                  <a:cubicBezTo>
                    <a:pt x="130" y="336"/>
                    <a:pt x="260" y="318"/>
                    <a:pt x="385" y="318"/>
                  </a:cubicBezTo>
                  <a:cubicBezTo>
                    <a:pt x="453" y="318"/>
                    <a:pt x="521" y="324"/>
                    <a:pt x="586" y="335"/>
                  </a:cubicBezTo>
                  <a:cubicBezTo>
                    <a:pt x="803" y="369"/>
                    <a:pt x="1003" y="452"/>
                    <a:pt x="1187" y="569"/>
                  </a:cubicBezTo>
                  <a:cubicBezTo>
                    <a:pt x="1187" y="569"/>
                    <a:pt x="1003" y="1"/>
                    <a:pt x="586" y="1"/>
                  </a:cubicBezTo>
                  <a:cubicBezTo>
                    <a:pt x="579" y="1"/>
                    <a:pt x="572" y="1"/>
                    <a:pt x="56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1" name="Google Shape;2101;p67"/>
            <p:cNvSpPr/>
            <p:nvPr/>
          </p:nvSpPr>
          <p:spPr>
            <a:xfrm>
              <a:off x="7336854" y="2001034"/>
              <a:ext cx="577555" cy="1288532"/>
            </a:xfrm>
            <a:custGeom>
              <a:avLst/>
              <a:gdLst/>
              <a:ahLst/>
              <a:cxnLst/>
              <a:rect l="l" t="t" r="r" b="b"/>
              <a:pathLst>
                <a:path w="18012" h="40185" extrusionOk="0">
                  <a:moveTo>
                    <a:pt x="6917" y="1"/>
                  </a:moveTo>
                  <a:lnTo>
                    <a:pt x="100" y="29408"/>
                  </a:lnTo>
                  <a:cubicBezTo>
                    <a:pt x="0" y="29859"/>
                    <a:pt x="334" y="30293"/>
                    <a:pt x="802" y="30293"/>
                  </a:cubicBezTo>
                  <a:lnTo>
                    <a:pt x="1086" y="30293"/>
                  </a:lnTo>
                  <a:lnTo>
                    <a:pt x="1220" y="39517"/>
                  </a:lnTo>
                  <a:cubicBezTo>
                    <a:pt x="1220" y="39884"/>
                    <a:pt x="1521" y="40185"/>
                    <a:pt x="1905" y="40185"/>
                  </a:cubicBezTo>
                  <a:lnTo>
                    <a:pt x="17995" y="40185"/>
                  </a:lnTo>
                  <a:cubicBezTo>
                    <a:pt x="18012" y="40118"/>
                    <a:pt x="18012" y="40051"/>
                    <a:pt x="18012" y="39968"/>
                  </a:cubicBezTo>
                  <a:lnTo>
                    <a:pt x="18012" y="30628"/>
                  </a:lnTo>
                  <a:cubicBezTo>
                    <a:pt x="18012" y="29909"/>
                    <a:pt x="17427" y="29341"/>
                    <a:pt x="16725" y="29341"/>
                  </a:cubicBezTo>
                  <a:lnTo>
                    <a:pt x="2189" y="29341"/>
                  </a:lnTo>
                  <a:lnTo>
                    <a:pt x="8521" y="268"/>
                  </a:lnTo>
                  <a:cubicBezTo>
                    <a:pt x="7987" y="168"/>
                    <a:pt x="7452" y="84"/>
                    <a:pt x="6917" y="1"/>
                  </a:cubicBezTo>
                  <a:close/>
                </a:path>
              </a:pathLst>
            </a:custGeom>
            <a:solidFill>
              <a:srgbClr val="D1D1D1">
                <a:alpha val="4063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2" name="Google Shape;2102;p67"/>
            <p:cNvSpPr/>
            <p:nvPr/>
          </p:nvSpPr>
          <p:spPr>
            <a:xfrm>
              <a:off x="7539537" y="3014705"/>
              <a:ext cx="184694" cy="282300"/>
            </a:xfrm>
            <a:custGeom>
              <a:avLst/>
              <a:gdLst/>
              <a:ahLst/>
              <a:cxnLst/>
              <a:rect l="l" t="t" r="r" b="b"/>
              <a:pathLst>
                <a:path w="5760" h="8804" extrusionOk="0">
                  <a:moveTo>
                    <a:pt x="2484" y="0"/>
                  </a:moveTo>
                  <a:lnTo>
                    <a:pt x="2150" y="2958"/>
                  </a:lnTo>
                  <a:cubicBezTo>
                    <a:pt x="1164" y="3242"/>
                    <a:pt x="630" y="4228"/>
                    <a:pt x="446" y="4562"/>
                  </a:cubicBezTo>
                  <a:cubicBezTo>
                    <a:pt x="264" y="4892"/>
                    <a:pt x="1" y="6350"/>
                    <a:pt x="350" y="6350"/>
                  </a:cubicBezTo>
                  <a:cubicBezTo>
                    <a:pt x="354" y="6350"/>
                    <a:pt x="358" y="6350"/>
                    <a:pt x="362" y="6350"/>
                  </a:cubicBezTo>
                  <a:cubicBezTo>
                    <a:pt x="747" y="6316"/>
                    <a:pt x="1181" y="4929"/>
                    <a:pt x="1181" y="4929"/>
                  </a:cubicBezTo>
                  <a:lnTo>
                    <a:pt x="1632" y="4378"/>
                  </a:lnTo>
                  <a:lnTo>
                    <a:pt x="1632" y="4378"/>
                  </a:lnTo>
                  <a:cubicBezTo>
                    <a:pt x="1632" y="4379"/>
                    <a:pt x="814" y="7853"/>
                    <a:pt x="1131" y="8171"/>
                  </a:cubicBezTo>
                  <a:cubicBezTo>
                    <a:pt x="1157" y="8196"/>
                    <a:pt x="1184" y="8208"/>
                    <a:pt x="1211" y="8208"/>
                  </a:cubicBezTo>
                  <a:cubicBezTo>
                    <a:pt x="1605" y="8208"/>
                    <a:pt x="2061" y="5662"/>
                    <a:pt x="2225" y="5662"/>
                  </a:cubicBezTo>
                  <a:cubicBezTo>
                    <a:pt x="2228" y="5662"/>
                    <a:pt x="2231" y="5663"/>
                    <a:pt x="2234" y="5665"/>
                  </a:cubicBezTo>
                  <a:cubicBezTo>
                    <a:pt x="2401" y="5765"/>
                    <a:pt x="1515" y="8188"/>
                    <a:pt x="1649" y="8589"/>
                  </a:cubicBezTo>
                  <a:cubicBezTo>
                    <a:pt x="1702" y="8741"/>
                    <a:pt x="1765" y="8804"/>
                    <a:pt x="1834" y="8804"/>
                  </a:cubicBezTo>
                  <a:cubicBezTo>
                    <a:pt x="1939" y="8804"/>
                    <a:pt x="2056" y="8657"/>
                    <a:pt x="2167" y="8455"/>
                  </a:cubicBezTo>
                  <a:cubicBezTo>
                    <a:pt x="2351" y="8137"/>
                    <a:pt x="2869" y="5832"/>
                    <a:pt x="3069" y="5815"/>
                  </a:cubicBezTo>
                  <a:cubicBezTo>
                    <a:pt x="3070" y="5815"/>
                    <a:pt x="3070" y="5815"/>
                    <a:pt x="3071" y="5815"/>
                  </a:cubicBezTo>
                  <a:cubicBezTo>
                    <a:pt x="3247" y="5815"/>
                    <a:pt x="2252" y="8589"/>
                    <a:pt x="2618" y="8772"/>
                  </a:cubicBezTo>
                  <a:cubicBezTo>
                    <a:pt x="2628" y="8777"/>
                    <a:pt x="2638" y="8779"/>
                    <a:pt x="2649" y="8779"/>
                  </a:cubicBezTo>
                  <a:cubicBezTo>
                    <a:pt x="3023" y="8779"/>
                    <a:pt x="3676" y="5948"/>
                    <a:pt x="3871" y="5932"/>
                  </a:cubicBezTo>
                  <a:cubicBezTo>
                    <a:pt x="4082" y="5932"/>
                    <a:pt x="2990" y="8614"/>
                    <a:pt x="3332" y="8614"/>
                  </a:cubicBezTo>
                  <a:cubicBezTo>
                    <a:pt x="3343" y="8614"/>
                    <a:pt x="3356" y="8611"/>
                    <a:pt x="3370" y="8605"/>
                  </a:cubicBezTo>
                  <a:cubicBezTo>
                    <a:pt x="3604" y="8505"/>
                    <a:pt x="4840" y="6082"/>
                    <a:pt x="4774" y="4946"/>
                  </a:cubicBezTo>
                  <a:lnTo>
                    <a:pt x="5759" y="1036"/>
                  </a:lnTo>
                  <a:lnTo>
                    <a:pt x="2484"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3" name="Google Shape;2103;p67"/>
            <p:cNvSpPr/>
            <p:nvPr/>
          </p:nvSpPr>
          <p:spPr>
            <a:xfrm>
              <a:off x="7588084" y="2034189"/>
              <a:ext cx="297403" cy="1075909"/>
            </a:xfrm>
            <a:custGeom>
              <a:avLst/>
              <a:gdLst/>
              <a:ahLst/>
              <a:cxnLst/>
              <a:rect l="l" t="t" r="r" b="b"/>
              <a:pathLst>
                <a:path w="9275" h="33554" extrusionOk="0">
                  <a:moveTo>
                    <a:pt x="2129" y="1"/>
                  </a:moveTo>
                  <a:cubicBezTo>
                    <a:pt x="250" y="1"/>
                    <a:pt x="1" y="1271"/>
                    <a:pt x="168" y="4180"/>
                  </a:cubicBezTo>
                  <a:cubicBezTo>
                    <a:pt x="336" y="7472"/>
                    <a:pt x="2006" y="18065"/>
                    <a:pt x="2006" y="18065"/>
                  </a:cubicBezTo>
                  <a:lnTo>
                    <a:pt x="18" y="31950"/>
                  </a:lnTo>
                  <a:lnTo>
                    <a:pt x="5114" y="33554"/>
                  </a:lnTo>
                  <a:cubicBezTo>
                    <a:pt x="5114" y="33554"/>
                    <a:pt x="8773" y="22075"/>
                    <a:pt x="9024" y="18416"/>
                  </a:cubicBezTo>
                  <a:cubicBezTo>
                    <a:pt x="9275" y="14756"/>
                    <a:pt x="5565" y="337"/>
                    <a:pt x="2725" y="36"/>
                  </a:cubicBezTo>
                  <a:cubicBezTo>
                    <a:pt x="2510" y="13"/>
                    <a:pt x="2312" y="1"/>
                    <a:pt x="212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grpSp>
        <p:nvGrpSpPr>
          <p:cNvPr id="2104" name="Google Shape;2104;p67"/>
          <p:cNvGrpSpPr/>
          <p:nvPr/>
        </p:nvGrpSpPr>
        <p:grpSpPr>
          <a:xfrm>
            <a:off x="4961309" y="2148336"/>
            <a:ext cx="2126679" cy="4088629"/>
            <a:chOff x="3720981" y="1611252"/>
            <a:chExt cx="1595009" cy="3066472"/>
          </a:xfrm>
        </p:grpSpPr>
        <p:sp>
          <p:nvSpPr>
            <p:cNvPr id="2105" name="Google Shape;2105;p67"/>
            <p:cNvSpPr/>
            <p:nvPr/>
          </p:nvSpPr>
          <p:spPr>
            <a:xfrm>
              <a:off x="4292635" y="1611252"/>
              <a:ext cx="435090" cy="443395"/>
            </a:xfrm>
            <a:custGeom>
              <a:avLst/>
              <a:gdLst/>
              <a:ahLst/>
              <a:cxnLst/>
              <a:rect l="l" t="t" r="r" b="b"/>
              <a:pathLst>
                <a:path w="13569" h="13828" extrusionOk="0">
                  <a:moveTo>
                    <a:pt x="7953" y="1"/>
                  </a:moveTo>
                  <a:cubicBezTo>
                    <a:pt x="6331" y="1"/>
                    <a:pt x="4651" y="499"/>
                    <a:pt x="3376" y="1346"/>
                  </a:cubicBezTo>
                  <a:cubicBezTo>
                    <a:pt x="1421" y="2633"/>
                    <a:pt x="84" y="4889"/>
                    <a:pt x="51" y="7228"/>
                  </a:cubicBezTo>
                  <a:cubicBezTo>
                    <a:pt x="1" y="9584"/>
                    <a:pt x="1321" y="11940"/>
                    <a:pt x="3393" y="13009"/>
                  </a:cubicBezTo>
                  <a:cubicBezTo>
                    <a:pt x="4579" y="13627"/>
                    <a:pt x="5916" y="13811"/>
                    <a:pt x="7252" y="13828"/>
                  </a:cubicBezTo>
                  <a:cubicBezTo>
                    <a:pt x="9024" y="13828"/>
                    <a:pt x="10928" y="13443"/>
                    <a:pt x="12081" y="12090"/>
                  </a:cubicBezTo>
                  <a:cubicBezTo>
                    <a:pt x="13167" y="10820"/>
                    <a:pt x="13318" y="9032"/>
                    <a:pt x="13418" y="7378"/>
                  </a:cubicBezTo>
                  <a:cubicBezTo>
                    <a:pt x="13501" y="6142"/>
                    <a:pt x="13568" y="4872"/>
                    <a:pt x="13268" y="3669"/>
                  </a:cubicBezTo>
                  <a:cubicBezTo>
                    <a:pt x="12583" y="1068"/>
                    <a:pt x="10329" y="1"/>
                    <a:pt x="7953"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6" name="Google Shape;2106;p67"/>
            <p:cNvSpPr/>
            <p:nvPr/>
          </p:nvSpPr>
          <p:spPr>
            <a:xfrm>
              <a:off x="4408422" y="1788892"/>
              <a:ext cx="293234" cy="234716"/>
            </a:xfrm>
            <a:custGeom>
              <a:avLst/>
              <a:gdLst/>
              <a:ahLst/>
              <a:cxnLst/>
              <a:rect l="l" t="t" r="r" b="b"/>
              <a:pathLst>
                <a:path w="9145" h="7320" extrusionOk="0">
                  <a:moveTo>
                    <a:pt x="4787" y="0"/>
                  </a:moveTo>
                  <a:cubicBezTo>
                    <a:pt x="3902" y="0"/>
                    <a:pt x="2938" y="227"/>
                    <a:pt x="1954" y="752"/>
                  </a:cubicBezTo>
                  <a:cubicBezTo>
                    <a:pt x="1954" y="752"/>
                    <a:pt x="250" y="2089"/>
                    <a:pt x="133" y="3960"/>
                  </a:cubicBezTo>
                  <a:cubicBezTo>
                    <a:pt x="0" y="5828"/>
                    <a:pt x="1732" y="7319"/>
                    <a:pt x="4065" y="7319"/>
                  </a:cubicBezTo>
                  <a:cubicBezTo>
                    <a:pt x="4091" y="7319"/>
                    <a:pt x="4117" y="7319"/>
                    <a:pt x="4143" y="7319"/>
                  </a:cubicBezTo>
                  <a:cubicBezTo>
                    <a:pt x="6515" y="7269"/>
                    <a:pt x="8855" y="6583"/>
                    <a:pt x="9022" y="3843"/>
                  </a:cubicBezTo>
                  <a:cubicBezTo>
                    <a:pt x="9145" y="1808"/>
                    <a:pt x="7283" y="0"/>
                    <a:pt x="478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7" name="Google Shape;2107;p67"/>
            <p:cNvSpPr/>
            <p:nvPr/>
          </p:nvSpPr>
          <p:spPr>
            <a:xfrm>
              <a:off x="4408422" y="1788892"/>
              <a:ext cx="293234" cy="234716"/>
            </a:xfrm>
            <a:custGeom>
              <a:avLst/>
              <a:gdLst/>
              <a:ahLst/>
              <a:cxnLst/>
              <a:rect l="l" t="t" r="r" b="b"/>
              <a:pathLst>
                <a:path w="9145" h="7320" extrusionOk="0">
                  <a:moveTo>
                    <a:pt x="4787" y="0"/>
                  </a:moveTo>
                  <a:cubicBezTo>
                    <a:pt x="3902" y="0"/>
                    <a:pt x="2938" y="227"/>
                    <a:pt x="1954" y="752"/>
                  </a:cubicBezTo>
                  <a:cubicBezTo>
                    <a:pt x="1954" y="752"/>
                    <a:pt x="250" y="2089"/>
                    <a:pt x="133" y="3960"/>
                  </a:cubicBezTo>
                  <a:cubicBezTo>
                    <a:pt x="0" y="5828"/>
                    <a:pt x="1732" y="7319"/>
                    <a:pt x="4065" y="7319"/>
                  </a:cubicBezTo>
                  <a:cubicBezTo>
                    <a:pt x="4091" y="7319"/>
                    <a:pt x="4117" y="7319"/>
                    <a:pt x="4143" y="7319"/>
                  </a:cubicBezTo>
                  <a:cubicBezTo>
                    <a:pt x="6515" y="7269"/>
                    <a:pt x="8855" y="6583"/>
                    <a:pt x="9022" y="3843"/>
                  </a:cubicBezTo>
                  <a:cubicBezTo>
                    <a:pt x="9145" y="1808"/>
                    <a:pt x="7283" y="0"/>
                    <a:pt x="4787" y="0"/>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8" name="Google Shape;2108;p67"/>
            <p:cNvSpPr/>
            <p:nvPr/>
          </p:nvSpPr>
          <p:spPr>
            <a:xfrm>
              <a:off x="3720981" y="4234617"/>
              <a:ext cx="339184" cy="443106"/>
            </a:xfrm>
            <a:custGeom>
              <a:avLst/>
              <a:gdLst/>
              <a:ahLst/>
              <a:cxnLst/>
              <a:rect l="l" t="t" r="r" b="b"/>
              <a:pathLst>
                <a:path w="10578" h="13819" extrusionOk="0">
                  <a:moveTo>
                    <a:pt x="3476" y="1"/>
                  </a:moveTo>
                  <a:lnTo>
                    <a:pt x="1688" y="1922"/>
                  </a:lnTo>
                  <a:lnTo>
                    <a:pt x="1" y="3727"/>
                  </a:lnTo>
                  <a:lnTo>
                    <a:pt x="9993" y="13819"/>
                  </a:lnTo>
                  <a:cubicBezTo>
                    <a:pt x="9993" y="13819"/>
                    <a:pt x="10577" y="12098"/>
                    <a:pt x="9291" y="10126"/>
                  </a:cubicBezTo>
                  <a:cubicBezTo>
                    <a:pt x="8739" y="9291"/>
                    <a:pt x="8255" y="8405"/>
                    <a:pt x="7871" y="7469"/>
                  </a:cubicBezTo>
                  <a:cubicBezTo>
                    <a:pt x="6751" y="4696"/>
                    <a:pt x="7787" y="3777"/>
                    <a:pt x="7787" y="3777"/>
                  </a:cubicBezTo>
                  <a:lnTo>
                    <a:pt x="3476" y="1"/>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09" name="Google Shape;2109;p67"/>
            <p:cNvSpPr/>
            <p:nvPr/>
          </p:nvSpPr>
          <p:spPr>
            <a:xfrm>
              <a:off x="3720981" y="4296246"/>
              <a:ext cx="339184" cy="381477"/>
            </a:xfrm>
            <a:custGeom>
              <a:avLst/>
              <a:gdLst/>
              <a:ahLst/>
              <a:cxnLst/>
              <a:rect l="l" t="t" r="r" b="b"/>
              <a:pathLst>
                <a:path w="10578" h="11897" extrusionOk="0">
                  <a:moveTo>
                    <a:pt x="1688" y="0"/>
                  </a:moveTo>
                  <a:lnTo>
                    <a:pt x="1" y="1805"/>
                  </a:lnTo>
                  <a:lnTo>
                    <a:pt x="9993" y="11897"/>
                  </a:lnTo>
                  <a:cubicBezTo>
                    <a:pt x="9993" y="11897"/>
                    <a:pt x="10577" y="10176"/>
                    <a:pt x="9291" y="8204"/>
                  </a:cubicBezTo>
                  <a:cubicBezTo>
                    <a:pt x="8739" y="7369"/>
                    <a:pt x="8255" y="6483"/>
                    <a:pt x="7871" y="5547"/>
                  </a:cubicBezTo>
                  <a:cubicBezTo>
                    <a:pt x="7662" y="5535"/>
                    <a:pt x="7446" y="5528"/>
                    <a:pt x="7227" y="5528"/>
                  </a:cubicBezTo>
                  <a:cubicBezTo>
                    <a:pt x="6573" y="5528"/>
                    <a:pt x="5899" y="5593"/>
                    <a:pt x="5348" y="5781"/>
                  </a:cubicBezTo>
                  <a:cubicBezTo>
                    <a:pt x="3159" y="3175"/>
                    <a:pt x="2357" y="1187"/>
                    <a:pt x="168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0" name="Google Shape;2110;p67"/>
            <p:cNvSpPr/>
            <p:nvPr/>
          </p:nvSpPr>
          <p:spPr>
            <a:xfrm>
              <a:off x="3775106" y="3023811"/>
              <a:ext cx="813842" cy="1359235"/>
            </a:xfrm>
            <a:custGeom>
              <a:avLst/>
              <a:gdLst/>
              <a:ahLst/>
              <a:cxnLst/>
              <a:rect l="l" t="t" r="r" b="b"/>
              <a:pathLst>
                <a:path w="25381" h="42390" extrusionOk="0">
                  <a:moveTo>
                    <a:pt x="15172" y="0"/>
                  </a:moveTo>
                  <a:lnTo>
                    <a:pt x="14671" y="4863"/>
                  </a:lnTo>
                  <a:lnTo>
                    <a:pt x="12983" y="21003"/>
                  </a:lnTo>
                  <a:lnTo>
                    <a:pt x="0" y="39683"/>
                  </a:lnTo>
                  <a:lnTo>
                    <a:pt x="6868" y="42390"/>
                  </a:lnTo>
                  <a:cubicBezTo>
                    <a:pt x="6868" y="42390"/>
                    <a:pt x="21337" y="25815"/>
                    <a:pt x="22423" y="23392"/>
                  </a:cubicBezTo>
                  <a:cubicBezTo>
                    <a:pt x="23342" y="21371"/>
                    <a:pt x="24395" y="11095"/>
                    <a:pt x="24963" y="4863"/>
                  </a:cubicBezTo>
                  <a:cubicBezTo>
                    <a:pt x="25230" y="2005"/>
                    <a:pt x="25381" y="0"/>
                    <a:pt x="25381"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1" name="Google Shape;2111;p67"/>
            <p:cNvSpPr/>
            <p:nvPr/>
          </p:nvSpPr>
          <p:spPr>
            <a:xfrm>
              <a:off x="4245500" y="3024356"/>
              <a:ext cx="343993" cy="155387"/>
            </a:xfrm>
            <a:custGeom>
              <a:avLst/>
              <a:gdLst/>
              <a:ahLst/>
              <a:cxnLst/>
              <a:rect l="l" t="t" r="r" b="b"/>
              <a:pathLst>
                <a:path w="10728" h="4846" extrusionOk="0">
                  <a:moveTo>
                    <a:pt x="502" y="0"/>
                  </a:moveTo>
                  <a:lnTo>
                    <a:pt x="1" y="4846"/>
                  </a:lnTo>
                  <a:lnTo>
                    <a:pt x="10293" y="4846"/>
                  </a:lnTo>
                  <a:cubicBezTo>
                    <a:pt x="10560" y="2005"/>
                    <a:pt x="10727" y="0"/>
                    <a:pt x="10727"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2" name="Google Shape;2112;p67"/>
            <p:cNvSpPr/>
            <p:nvPr/>
          </p:nvSpPr>
          <p:spPr>
            <a:xfrm>
              <a:off x="4659651" y="4455353"/>
              <a:ext cx="461864" cy="176293"/>
            </a:xfrm>
            <a:custGeom>
              <a:avLst/>
              <a:gdLst/>
              <a:ahLst/>
              <a:cxnLst/>
              <a:rect l="l" t="t" r="r" b="b"/>
              <a:pathLst>
                <a:path w="14404" h="5498" extrusionOk="0">
                  <a:moveTo>
                    <a:pt x="5715" y="1"/>
                  </a:moveTo>
                  <a:lnTo>
                    <a:pt x="0" y="402"/>
                  </a:lnTo>
                  <a:lnTo>
                    <a:pt x="101" y="3025"/>
                  </a:lnTo>
                  <a:lnTo>
                    <a:pt x="201" y="5498"/>
                  </a:lnTo>
                  <a:lnTo>
                    <a:pt x="14403" y="5498"/>
                  </a:lnTo>
                  <a:cubicBezTo>
                    <a:pt x="14403" y="5498"/>
                    <a:pt x="13584" y="3877"/>
                    <a:pt x="11279" y="3392"/>
                  </a:cubicBezTo>
                  <a:cubicBezTo>
                    <a:pt x="10293" y="3209"/>
                    <a:pt x="9324" y="2925"/>
                    <a:pt x="8405" y="2540"/>
                  </a:cubicBezTo>
                  <a:cubicBezTo>
                    <a:pt x="5631" y="1387"/>
                    <a:pt x="5715" y="1"/>
                    <a:pt x="5715"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3" name="Google Shape;2113;p67"/>
            <p:cNvSpPr/>
            <p:nvPr/>
          </p:nvSpPr>
          <p:spPr>
            <a:xfrm>
              <a:off x="4662858" y="4536798"/>
              <a:ext cx="458658" cy="94848"/>
            </a:xfrm>
            <a:custGeom>
              <a:avLst/>
              <a:gdLst/>
              <a:ahLst/>
              <a:cxnLst/>
              <a:rect l="l" t="t" r="r" b="b"/>
              <a:pathLst>
                <a:path w="14304" h="2958" extrusionOk="0">
                  <a:moveTo>
                    <a:pt x="8305" y="0"/>
                  </a:moveTo>
                  <a:cubicBezTo>
                    <a:pt x="7670" y="568"/>
                    <a:pt x="7035" y="1253"/>
                    <a:pt x="6684" y="1955"/>
                  </a:cubicBezTo>
                  <a:cubicBezTo>
                    <a:pt x="3309" y="1671"/>
                    <a:pt x="1304" y="852"/>
                    <a:pt x="1" y="485"/>
                  </a:cubicBezTo>
                  <a:lnTo>
                    <a:pt x="1" y="485"/>
                  </a:lnTo>
                  <a:lnTo>
                    <a:pt x="101" y="2958"/>
                  </a:lnTo>
                  <a:lnTo>
                    <a:pt x="14303" y="2958"/>
                  </a:lnTo>
                  <a:cubicBezTo>
                    <a:pt x="14303" y="2958"/>
                    <a:pt x="13484" y="1337"/>
                    <a:pt x="11179" y="852"/>
                  </a:cubicBezTo>
                  <a:cubicBezTo>
                    <a:pt x="10193" y="669"/>
                    <a:pt x="9224" y="385"/>
                    <a:pt x="830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4" name="Google Shape;2114;p67"/>
            <p:cNvSpPr/>
            <p:nvPr/>
          </p:nvSpPr>
          <p:spPr>
            <a:xfrm>
              <a:off x="4481787" y="2939705"/>
              <a:ext cx="417903" cy="1577822"/>
            </a:xfrm>
            <a:custGeom>
              <a:avLst/>
              <a:gdLst/>
              <a:ahLst/>
              <a:cxnLst/>
              <a:rect l="l" t="t" r="r" b="b"/>
              <a:pathLst>
                <a:path w="13033" h="49207" extrusionOk="0">
                  <a:moveTo>
                    <a:pt x="0" y="0"/>
                  </a:moveTo>
                  <a:cubicBezTo>
                    <a:pt x="0" y="0"/>
                    <a:pt x="284" y="2189"/>
                    <a:pt x="685" y="5297"/>
                  </a:cubicBezTo>
                  <a:cubicBezTo>
                    <a:pt x="785" y="5982"/>
                    <a:pt x="869" y="6717"/>
                    <a:pt x="969" y="7486"/>
                  </a:cubicBezTo>
                  <a:cubicBezTo>
                    <a:pt x="1788" y="13868"/>
                    <a:pt x="2891" y="22440"/>
                    <a:pt x="3225" y="25230"/>
                  </a:cubicBezTo>
                  <a:cubicBezTo>
                    <a:pt x="3225" y="29725"/>
                    <a:pt x="4077" y="49207"/>
                    <a:pt x="4077" y="49207"/>
                  </a:cubicBezTo>
                  <a:lnTo>
                    <a:pt x="12481" y="47386"/>
                  </a:lnTo>
                  <a:cubicBezTo>
                    <a:pt x="12481" y="47386"/>
                    <a:pt x="13033" y="29290"/>
                    <a:pt x="12899" y="23977"/>
                  </a:cubicBezTo>
                  <a:cubicBezTo>
                    <a:pt x="12816" y="20852"/>
                    <a:pt x="11679" y="13233"/>
                    <a:pt x="10744" y="7469"/>
                  </a:cubicBezTo>
                  <a:cubicBezTo>
                    <a:pt x="10627" y="6717"/>
                    <a:pt x="10493" y="5982"/>
                    <a:pt x="10393" y="5297"/>
                  </a:cubicBezTo>
                  <a:cubicBezTo>
                    <a:pt x="9892" y="2356"/>
                    <a:pt x="9541" y="284"/>
                    <a:pt x="9541" y="28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5" name="Google Shape;2115;p67"/>
            <p:cNvSpPr/>
            <p:nvPr/>
          </p:nvSpPr>
          <p:spPr>
            <a:xfrm>
              <a:off x="4153890" y="2085108"/>
              <a:ext cx="758658" cy="1001967"/>
            </a:xfrm>
            <a:custGeom>
              <a:avLst/>
              <a:gdLst/>
              <a:ahLst/>
              <a:cxnLst/>
              <a:rect l="l" t="t" r="r" b="b"/>
              <a:pathLst>
                <a:path w="23660" h="31248" extrusionOk="0">
                  <a:moveTo>
                    <a:pt x="8497" y="0"/>
                  </a:moveTo>
                  <a:cubicBezTo>
                    <a:pt x="8286" y="0"/>
                    <a:pt x="8087" y="1"/>
                    <a:pt x="7904" y="2"/>
                  </a:cubicBezTo>
                  <a:cubicBezTo>
                    <a:pt x="7620" y="86"/>
                    <a:pt x="7319" y="136"/>
                    <a:pt x="7001" y="186"/>
                  </a:cubicBezTo>
                  <a:cubicBezTo>
                    <a:pt x="4846" y="570"/>
                    <a:pt x="2390" y="654"/>
                    <a:pt x="1103" y="2893"/>
                  </a:cubicBezTo>
                  <a:cubicBezTo>
                    <a:pt x="0" y="4781"/>
                    <a:pt x="986" y="10278"/>
                    <a:pt x="1989" y="14940"/>
                  </a:cubicBezTo>
                  <a:cubicBezTo>
                    <a:pt x="2557" y="17546"/>
                    <a:pt x="2590" y="20236"/>
                    <a:pt x="2072" y="22843"/>
                  </a:cubicBezTo>
                  <a:cubicBezTo>
                    <a:pt x="1371" y="26485"/>
                    <a:pt x="669" y="31247"/>
                    <a:pt x="669" y="31247"/>
                  </a:cubicBezTo>
                  <a:lnTo>
                    <a:pt x="23660" y="31113"/>
                  </a:lnTo>
                  <a:cubicBezTo>
                    <a:pt x="22607" y="26385"/>
                    <a:pt x="19349" y="17078"/>
                    <a:pt x="19316" y="16995"/>
                  </a:cubicBezTo>
                  <a:cubicBezTo>
                    <a:pt x="19316" y="16995"/>
                    <a:pt x="19867" y="2358"/>
                    <a:pt x="18998" y="1356"/>
                  </a:cubicBezTo>
                  <a:cubicBezTo>
                    <a:pt x="18480" y="754"/>
                    <a:pt x="17244" y="403"/>
                    <a:pt x="16358" y="236"/>
                  </a:cubicBezTo>
                  <a:cubicBezTo>
                    <a:pt x="15790" y="119"/>
                    <a:pt x="15372" y="86"/>
                    <a:pt x="15372" y="86"/>
                  </a:cubicBezTo>
                  <a:cubicBezTo>
                    <a:pt x="15233" y="86"/>
                    <a:pt x="11023" y="0"/>
                    <a:pt x="849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6" name="Google Shape;2116;p67"/>
            <p:cNvSpPr/>
            <p:nvPr/>
          </p:nvSpPr>
          <p:spPr>
            <a:xfrm>
              <a:off x="4310335" y="2819685"/>
              <a:ext cx="144132" cy="165584"/>
            </a:xfrm>
            <a:custGeom>
              <a:avLst/>
              <a:gdLst/>
              <a:ahLst/>
              <a:cxnLst/>
              <a:rect l="l" t="t" r="r" b="b"/>
              <a:pathLst>
                <a:path w="4495" h="5164" extrusionOk="0">
                  <a:moveTo>
                    <a:pt x="4461" y="1"/>
                  </a:moveTo>
                  <a:lnTo>
                    <a:pt x="84" y="134"/>
                  </a:lnTo>
                  <a:cubicBezTo>
                    <a:pt x="84" y="201"/>
                    <a:pt x="0" y="3326"/>
                    <a:pt x="167" y="4061"/>
                  </a:cubicBezTo>
                  <a:cubicBezTo>
                    <a:pt x="274" y="4607"/>
                    <a:pt x="1135" y="5164"/>
                    <a:pt x="2182" y="5164"/>
                  </a:cubicBezTo>
                  <a:cubicBezTo>
                    <a:pt x="2448" y="5164"/>
                    <a:pt x="2727" y="5128"/>
                    <a:pt x="3008" y="5046"/>
                  </a:cubicBezTo>
                  <a:cubicBezTo>
                    <a:pt x="4395" y="4629"/>
                    <a:pt x="4495" y="3593"/>
                    <a:pt x="4495" y="3593"/>
                  </a:cubicBezTo>
                  <a:lnTo>
                    <a:pt x="446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7" name="Google Shape;2117;p67"/>
            <p:cNvSpPr/>
            <p:nvPr/>
          </p:nvSpPr>
          <p:spPr>
            <a:xfrm>
              <a:off x="4643042" y="2818082"/>
              <a:ext cx="143619" cy="165039"/>
            </a:xfrm>
            <a:custGeom>
              <a:avLst/>
              <a:gdLst/>
              <a:ahLst/>
              <a:cxnLst/>
              <a:rect l="l" t="t" r="r" b="b"/>
              <a:pathLst>
                <a:path w="4479" h="5147" extrusionOk="0">
                  <a:moveTo>
                    <a:pt x="4462" y="0"/>
                  </a:moveTo>
                  <a:lnTo>
                    <a:pt x="84" y="117"/>
                  </a:lnTo>
                  <a:cubicBezTo>
                    <a:pt x="67" y="201"/>
                    <a:pt x="0" y="3309"/>
                    <a:pt x="151" y="4044"/>
                  </a:cubicBezTo>
                  <a:cubicBezTo>
                    <a:pt x="271" y="4590"/>
                    <a:pt x="1123" y="5147"/>
                    <a:pt x="2167" y="5147"/>
                  </a:cubicBezTo>
                  <a:cubicBezTo>
                    <a:pt x="2432" y="5147"/>
                    <a:pt x="2710" y="5111"/>
                    <a:pt x="2991" y="5030"/>
                  </a:cubicBezTo>
                  <a:cubicBezTo>
                    <a:pt x="4395" y="4629"/>
                    <a:pt x="4478" y="3576"/>
                    <a:pt x="4478" y="3576"/>
                  </a:cubicBezTo>
                  <a:lnTo>
                    <a:pt x="4462"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8" name="Google Shape;2118;p67"/>
            <p:cNvSpPr/>
            <p:nvPr/>
          </p:nvSpPr>
          <p:spPr>
            <a:xfrm>
              <a:off x="4378377" y="2085108"/>
              <a:ext cx="300064" cy="212238"/>
            </a:xfrm>
            <a:custGeom>
              <a:avLst/>
              <a:gdLst/>
              <a:ahLst/>
              <a:cxnLst/>
              <a:rect l="l" t="t" r="r" b="b"/>
              <a:pathLst>
                <a:path w="9358" h="6619" extrusionOk="0">
                  <a:moveTo>
                    <a:pt x="1496" y="0"/>
                  </a:moveTo>
                  <a:cubicBezTo>
                    <a:pt x="1285" y="0"/>
                    <a:pt x="1086" y="1"/>
                    <a:pt x="903" y="2"/>
                  </a:cubicBezTo>
                  <a:cubicBezTo>
                    <a:pt x="619" y="86"/>
                    <a:pt x="318" y="136"/>
                    <a:pt x="0" y="186"/>
                  </a:cubicBezTo>
                  <a:cubicBezTo>
                    <a:pt x="1270" y="2759"/>
                    <a:pt x="4662" y="6418"/>
                    <a:pt x="6550" y="6619"/>
                  </a:cubicBezTo>
                  <a:cubicBezTo>
                    <a:pt x="7703" y="6117"/>
                    <a:pt x="8856" y="2208"/>
                    <a:pt x="9357" y="236"/>
                  </a:cubicBezTo>
                  <a:cubicBezTo>
                    <a:pt x="8789" y="119"/>
                    <a:pt x="8371" y="86"/>
                    <a:pt x="8371" y="86"/>
                  </a:cubicBezTo>
                  <a:cubicBezTo>
                    <a:pt x="8232" y="86"/>
                    <a:pt x="4022" y="0"/>
                    <a:pt x="149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19" name="Google Shape;2119;p67"/>
            <p:cNvSpPr/>
            <p:nvPr/>
          </p:nvSpPr>
          <p:spPr>
            <a:xfrm>
              <a:off x="4397648" y="2212150"/>
              <a:ext cx="918342" cy="722232"/>
            </a:xfrm>
            <a:custGeom>
              <a:avLst/>
              <a:gdLst/>
              <a:ahLst/>
              <a:cxnLst/>
              <a:rect l="l" t="t" r="r" b="b"/>
              <a:pathLst>
                <a:path w="28640" h="22524" extrusionOk="0">
                  <a:moveTo>
                    <a:pt x="25247" y="0"/>
                  </a:moveTo>
                  <a:lnTo>
                    <a:pt x="16091" y="1922"/>
                  </a:lnTo>
                  <a:lnTo>
                    <a:pt x="1" y="5280"/>
                  </a:lnTo>
                  <a:lnTo>
                    <a:pt x="3226" y="22523"/>
                  </a:lnTo>
                  <a:lnTo>
                    <a:pt x="19851" y="19248"/>
                  </a:lnTo>
                  <a:lnTo>
                    <a:pt x="28639" y="17511"/>
                  </a:lnTo>
                  <a:lnTo>
                    <a:pt x="25247" y="0"/>
                  </a:ln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0" name="Google Shape;2120;p67"/>
            <p:cNvSpPr/>
            <p:nvPr/>
          </p:nvSpPr>
          <p:spPr>
            <a:xfrm>
              <a:off x="4913606" y="2212150"/>
              <a:ext cx="402384" cy="617219"/>
            </a:xfrm>
            <a:custGeom>
              <a:avLst/>
              <a:gdLst/>
              <a:ahLst/>
              <a:cxnLst/>
              <a:rect l="l" t="t" r="r" b="b"/>
              <a:pathLst>
                <a:path w="12549" h="19249" extrusionOk="0">
                  <a:moveTo>
                    <a:pt x="9156" y="0"/>
                  </a:moveTo>
                  <a:lnTo>
                    <a:pt x="0" y="1922"/>
                  </a:lnTo>
                  <a:lnTo>
                    <a:pt x="3760" y="19248"/>
                  </a:lnTo>
                  <a:lnTo>
                    <a:pt x="12548" y="17511"/>
                  </a:lnTo>
                  <a:lnTo>
                    <a:pt x="9156" y="0"/>
                  </a:ln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1" name="Google Shape;2121;p67"/>
            <p:cNvSpPr/>
            <p:nvPr/>
          </p:nvSpPr>
          <p:spPr>
            <a:xfrm>
              <a:off x="4247648" y="2444108"/>
              <a:ext cx="657397" cy="384844"/>
            </a:xfrm>
            <a:custGeom>
              <a:avLst/>
              <a:gdLst/>
              <a:ahLst/>
              <a:cxnLst/>
              <a:rect l="l" t="t" r="r" b="b"/>
              <a:pathLst>
                <a:path w="20502" h="12002" extrusionOk="0">
                  <a:moveTo>
                    <a:pt x="5731" y="1"/>
                  </a:moveTo>
                  <a:lnTo>
                    <a:pt x="0" y="1722"/>
                  </a:lnTo>
                  <a:cubicBezTo>
                    <a:pt x="0" y="1722"/>
                    <a:pt x="2156" y="9124"/>
                    <a:pt x="2774" y="9909"/>
                  </a:cubicBezTo>
                  <a:cubicBezTo>
                    <a:pt x="3270" y="10525"/>
                    <a:pt x="7624" y="12002"/>
                    <a:pt x="14579" y="12002"/>
                  </a:cubicBezTo>
                  <a:cubicBezTo>
                    <a:pt x="16295" y="12002"/>
                    <a:pt x="18170" y="11912"/>
                    <a:pt x="20184" y="11697"/>
                  </a:cubicBezTo>
                  <a:cubicBezTo>
                    <a:pt x="20368" y="10845"/>
                    <a:pt x="20485" y="9993"/>
                    <a:pt x="20502" y="9124"/>
                  </a:cubicBezTo>
                  <a:lnTo>
                    <a:pt x="7803" y="6099"/>
                  </a:lnTo>
                  <a:lnTo>
                    <a:pt x="5731" y="1"/>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2" name="Google Shape;2122;p67"/>
            <p:cNvSpPr/>
            <p:nvPr/>
          </p:nvSpPr>
          <p:spPr>
            <a:xfrm>
              <a:off x="4848226" y="2621588"/>
              <a:ext cx="294164" cy="230836"/>
            </a:xfrm>
            <a:custGeom>
              <a:avLst/>
              <a:gdLst/>
              <a:ahLst/>
              <a:cxnLst/>
              <a:rect l="l" t="t" r="r" b="b"/>
              <a:pathLst>
                <a:path w="9174" h="7199" extrusionOk="0">
                  <a:moveTo>
                    <a:pt x="6667" y="0"/>
                  </a:moveTo>
                  <a:cubicBezTo>
                    <a:pt x="6649" y="0"/>
                    <a:pt x="6633" y="4"/>
                    <a:pt x="6617" y="13"/>
                  </a:cubicBezTo>
                  <a:cubicBezTo>
                    <a:pt x="6300" y="180"/>
                    <a:pt x="5999" y="1283"/>
                    <a:pt x="5498" y="1383"/>
                  </a:cubicBezTo>
                  <a:cubicBezTo>
                    <a:pt x="4997" y="1500"/>
                    <a:pt x="3710" y="1550"/>
                    <a:pt x="3259" y="1784"/>
                  </a:cubicBezTo>
                  <a:cubicBezTo>
                    <a:pt x="3025" y="1901"/>
                    <a:pt x="2791" y="2603"/>
                    <a:pt x="2624" y="3255"/>
                  </a:cubicBezTo>
                  <a:lnTo>
                    <a:pt x="1655" y="3071"/>
                  </a:lnTo>
                  <a:lnTo>
                    <a:pt x="1" y="2753"/>
                  </a:lnTo>
                  <a:lnTo>
                    <a:pt x="936" y="6864"/>
                  </a:lnTo>
                  <a:lnTo>
                    <a:pt x="2173" y="6496"/>
                  </a:lnTo>
                  <a:lnTo>
                    <a:pt x="2808" y="6295"/>
                  </a:lnTo>
                  <a:cubicBezTo>
                    <a:pt x="3253" y="6592"/>
                    <a:pt x="4219" y="7198"/>
                    <a:pt x="4613" y="7198"/>
                  </a:cubicBezTo>
                  <a:cubicBezTo>
                    <a:pt x="4619" y="7198"/>
                    <a:pt x="4624" y="7198"/>
                    <a:pt x="4629" y="7198"/>
                  </a:cubicBezTo>
                  <a:cubicBezTo>
                    <a:pt x="4763" y="7181"/>
                    <a:pt x="4896" y="7164"/>
                    <a:pt x="5030" y="7114"/>
                  </a:cubicBezTo>
                  <a:cubicBezTo>
                    <a:pt x="5281" y="7031"/>
                    <a:pt x="5515" y="6914"/>
                    <a:pt x="5748" y="6780"/>
                  </a:cubicBezTo>
                  <a:cubicBezTo>
                    <a:pt x="5748" y="6780"/>
                    <a:pt x="6159" y="6907"/>
                    <a:pt x="6464" y="6907"/>
                  </a:cubicBezTo>
                  <a:cubicBezTo>
                    <a:pt x="6558" y="6907"/>
                    <a:pt x="6642" y="6895"/>
                    <a:pt x="6701" y="6864"/>
                  </a:cubicBezTo>
                  <a:lnTo>
                    <a:pt x="6935" y="6730"/>
                  </a:lnTo>
                  <a:lnTo>
                    <a:pt x="7369" y="6479"/>
                  </a:lnTo>
                  <a:cubicBezTo>
                    <a:pt x="7369" y="6479"/>
                    <a:pt x="7967" y="6593"/>
                    <a:pt x="8378" y="6593"/>
                  </a:cubicBezTo>
                  <a:cubicBezTo>
                    <a:pt x="8490" y="6593"/>
                    <a:pt x="8588" y="6584"/>
                    <a:pt x="8656" y="6563"/>
                  </a:cubicBezTo>
                  <a:cubicBezTo>
                    <a:pt x="8840" y="6479"/>
                    <a:pt x="9023" y="6362"/>
                    <a:pt x="9174" y="6229"/>
                  </a:cubicBezTo>
                  <a:cubicBezTo>
                    <a:pt x="9174" y="6229"/>
                    <a:pt x="5682" y="3856"/>
                    <a:pt x="5281" y="3472"/>
                  </a:cubicBezTo>
                  <a:cubicBezTo>
                    <a:pt x="5698" y="2519"/>
                    <a:pt x="6250" y="2252"/>
                    <a:pt x="6250" y="2252"/>
                  </a:cubicBezTo>
                  <a:cubicBezTo>
                    <a:pt x="6250" y="2252"/>
                    <a:pt x="6918" y="2135"/>
                    <a:pt x="7252" y="1751"/>
                  </a:cubicBezTo>
                  <a:cubicBezTo>
                    <a:pt x="7569" y="1386"/>
                    <a:pt x="6985" y="0"/>
                    <a:pt x="666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3" name="Google Shape;2123;p67"/>
            <p:cNvSpPr/>
            <p:nvPr/>
          </p:nvSpPr>
          <p:spPr>
            <a:xfrm>
              <a:off x="4901261" y="2720027"/>
              <a:ext cx="37003" cy="109342"/>
            </a:xfrm>
            <a:custGeom>
              <a:avLst/>
              <a:gdLst/>
              <a:ahLst/>
              <a:cxnLst/>
              <a:rect l="l" t="t" r="r" b="b"/>
              <a:pathLst>
                <a:path w="1154" h="3410" extrusionOk="0">
                  <a:moveTo>
                    <a:pt x="1" y="1"/>
                  </a:moveTo>
                  <a:lnTo>
                    <a:pt x="519" y="3409"/>
                  </a:lnTo>
                  <a:lnTo>
                    <a:pt x="1154" y="3225"/>
                  </a:lnTo>
                  <a:lnTo>
                    <a:pt x="970" y="185"/>
                  </a:lnTo>
                  <a:lnTo>
                    <a:pt x="1"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4" name="Google Shape;2124;p67"/>
            <p:cNvSpPr/>
            <p:nvPr/>
          </p:nvSpPr>
          <p:spPr>
            <a:xfrm>
              <a:off x="4971997" y="2816992"/>
              <a:ext cx="59513" cy="32738"/>
            </a:xfrm>
            <a:custGeom>
              <a:avLst/>
              <a:gdLst/>
              <a:ahLst/>
              <a:cxnLst/>
              <a:rect l="l" t="t" r="r" b="b"/>
              <a:pathLst>
                <a:path w="1856" h="1021" extrusionOk="0">
                  <a:moveTo>
                    <a:pt x="0" y="1"/>
                  </a:moveTo>
                  <a:cubicBezTo>
                    <a:pt x="0" y="1"/>
                    <a:pt x="619" y="619"/>
                    <a:pt x="1137" y="1020"/>
                  </a:cubicBezTo>
                  <a:cubicBezTo>
                    <a:pt x="1387" y="937"/>
                    <a:pt x="1621" y="820"/>
                    <a:pt x="1855" y="686"/>
                  </a:cubicBez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5" name="Google Shape;2125;p67"/>
            <p:cNvSpPr/>
            <p:nvPr/>
          </p:nvSpPr>
          <p:spPr>
            <a:xfrm>
              <a:off x="5031477" y="2812727"/>
              <a:ext cx="53068" cy="24658"/>
            </a:xfrm>
            <a:custGeom>
              <a:avLst/>
              <a:gdLst/>
              <a:ahLst/>
              <a:cxnLst/>
              <a:rect l="l" t="t" r="r" b="b"/>
              <a:pathLst>
                <a:path w="1655" h="769" extrusionOk="0">
                  <a:moveTo>
                    <a:pt x="0" y="0"/>
                  </a:moveTo>
                  <a:lnTo>
                    <a:pt x="1220" y="769"/>
                  </a:lnTo>
                  <a:cubicBezTo>
                    <a:pt x="1454" y="619"/>
                    <a:pt x="1654" y="518"/>
                    <a:pt x="1654" y="518"/>
                  </a:cubicBezTo>
                  <a:lnTo>
                    <a:pt x="0"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6" name="Google Shape;2126;p67"/>
            <p:cNvSpPr/>
            <p:nvPr/>
          </p:nvSpPr>
          <p:spPr>
            <a:xfrm>
              <a:off x="4144239" y="2132404"/>
              <a:ext cx="317732" cy="404981"/>
            </a:xfrm>
            <a:custGeom>
              <a:avLst/>
              <a:gdLst/>
              <a:ahLst/>
              <a:cxnLst/>
              <a:rect l="l" t="t" r="r" b="b"/>
              <a:pathLst>
                <a:path w="9909" h="12630" extrusionOk="0">
                  <a:moveTo>
                    <a:pt x="3627" y="0"/>
                  </a:moveTo>
                  <a:cubicBezTo>
                    <a:pt x="2958" y="0"/>
                    <a:pt x="2278" y="267"/>
                    <a:pt x="1605" y="850"/>
                  </a:cubicBezTo>
                  <a:cubicBezTo>
                    <a:pt x="1" y="2220"/>
                    <a:pt x="1772" y="12629"/>
                    <a:pt x="1772" y="12629"/>
                  </a:cubicBezTo>
                  <a:cubicBezTo>
                    <a:pt x="1772" y="12629"/>
                    <a:pt x="9658" y="10774"/>
                    <a:pt x="9909" y="10774"/>
                  </a:cubicBezTo>
                  <a:cubicBezTo>
                    <a:pt x="9909" y="10774"/>
                    <a:pt x="8338" y="3506"/>
                    <a:pt x="6300" y="1401"/>
                  </a:cubicBezTo>
                  <a:cubicBezTo>
                    <a:pt x="5457" y="509"/>
                    <a:pt x="4552" y="0"/>
                    <a:pt x="362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7" name="Google Shape;2127;p67"/>
            <p:cNvSpPr/>
            <p:nvPr/>
          </p:nvSpPr>
          <p:spPr>
            <a:xfrm>
              <a:off x="4961287" y="2189640"/>
              <a:ext cx="100203" cy="94784"/>
            </a:xfrm>
            <a:custGeom>
              <a:avLst/>
              <a:gdLst/>
              <a:ahLst/>
              <a:cxnLst/>
              <a:rect l="l" t="t" r="r" b="b"/>
              <a:pathLst>
                <a:path w="3125" h="2956" extrusionOk="0">
                  <a:moveTo>
                    <a:pt x="2573" y="0"/>
                  </a:moveTo>
                  <a:lnTo>
                    <a:pt x="1805" y="1136"/>
                  </a:lnTo>
                  <a:cubicBezTo>
                    <a:pt x="1805" y="1136"/>
                    <a:pt x="0" y="2339"/>
                    <a:pt x="50" y="2557"/>
                  </a:cubicBezTo>
                  <a:cubicBezTo>
                    <a:pt x="95" y="2712"/>
                    <a:pt x="455" y="2955"/>
                    <a:pt x="942" y="2955"/>
                  </a:cubicBezTo>
                  <a:cubicBezTo>
                    <a:pt x="1188" y="2955"/>
                    <a:pt x="1468" y="2893"/>
                    <a:pt x="1755" y="2724"/>
                  </a:cubicBezTo>
                  <a:cubicBezTo>
                    <a:pt x="2607" y="2239"/>
                    <a:pt x="3125" y="919"/>
                    <a:pt x="3125" y="919"/>
                  </a:cubicBezTo>
                  <a:lnTo>
                    <a:pt x="2573"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8" name="Google Shape;2128;p67"/>
            <p:cNvSpPr/>
            <p:nvPr/>
          </p:nvSpPr>
          <p:spPr>
            <a:xfrm>
              <a:off x="5063606" y="2200895"/>
              <a:ext cx="11287" cy="63232"/>
            </a:xfrm>
            <a:custGeom>
              <a:avLst/>
              <a:gdLst/>
              <a:ahLst/>
              <a:cxnLst/>
              <a:rect l="l" t="t" r="r" b="b"/>
              <a:pathLst>
                <a:path w="352" h="1972" extrusionOk="0">
                  <a:moveTo>
                    <a:pt x="201" y="0"/>
                  </a:moveTo>
                  <a:cubicBezTo>
                    <a:pt x="51" y="351"/>
                    <a:pt x="1" y="719"/>
                    <a:pt x="51" y="1086"/>
                  </a:cubicBezTo>
                  <a:cubicBezTo>
                    <a:pt x="67" y="1471"/>
                    <a:pt x="168" y="1771"/>
                    <a:pt x="184" y="1972"/>
                  </a:cubicBezTo>
                  <a:cubicBezTo>
                    <a:pt x="268" y="1838"/>
                    <a:pt x="335" y="1688"/>
                    <a:pt x="351" y="1537"/>
                  </a:cubicBezTo>
                  <a:lnTo>
                    <a:pt x="201"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29" name="Google Shape;2129;p67"/>
            <p:cNvSpPr/>
            <p:nvPr/>
          </p:nvSpPr>
          <p:spPr>
            <a:xfrm>
              <a:off x="5104874" y="2200350"/>
              <a:ext cx="17155" cy="52522"/>
            </a:xfrm>
            <a:custGeom>
              <a:avLst/>
              <a:gdLst/>
              <a:ahLst/>
              <a:cxnLst/>
              <a:rect l="l" t="t" r="r" b="b"/>
              <a:pathLst>
                <a:path w="535" h="1638" extrusionOk="0">
                  <a:moveTo>
                    <a:pt x="17" y="0"/>
                  </a:moveTo>
                  <a:lnTo>
                    <a:pt x="17" y="0"/>
                  </a:lnTo>
                  <a:cubicBezTo>
                    <a:pt x="34" y="569"/>
                    <a:pt x="0" y="1621"/>
                    <a:pt x="0" y="1621"/>
                  </a:cubicBezTo>
                  <a:cubicBezTo>
                    <a:pt x="67" y="1621"/>
                    <a:pt x="134" y="1638"/>
                    <a:pt x="201" y="1638"/>
                  </a:cubicBezTo>
                  <a:cubicBezTo>
                    <a:pt x="535" y="853"/>
                    <a:pt x="251" y="518"/>
                    <a:pt x="1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0" name="Google Shape;2130;p67"/>
            <p:cNvSpPr/>
            <p:nvPr/>
          </p:nvSpPr>
          <p:spPr>
            <a:xfrm>
              <a:off x="5130045" y="2196598"/>
              <a:ext cx="21451" cy="68106"/>
            </a:xfrm>
            <a:custGeom>
              <a:avLst/>
              <a:gdLst/>
              <a:ahLst/>
              <a:cxnLst/>
              <a:rect l="l" t="t" r="r" b="b"/>
              <a:pathLst>
                <a:path w="669" h="2124" extrusionOk="0">
                  <a:moveTo>
                    <a:pt x="117" y="1"/>
                  </a:moveTo>
                  <a:lnTo>
                    <a:pt x="117" y="1"/>
                  </a:lnTo>
                  <a:cubicBezTo>
                    <a:pt x="117" y="1"/>
                    <a:pt x="368" y="619"/>
                    <a:pt x="318" y="869"/>
                  </a:cubicBezTo>
                  <a:cubicBezTo>
                    <a:pt x="284" y="1020"/>
                    <a:pt x="234" y="1187"/>
                    <a:pt x="151" y="1320"/>
                  </a:cubicBezTo>
                  <a:lnTo>
                    <a:pt x="151" y="1337"/>
                  </a:lnTo>
                  <a:cubicBezTo>
                    <a:pt x="134" y="1387"/>
                    <a:pt x="0" y="2022"/>
                    <a:pt x="67" y="2122"/>
                  </a:cubicBezTo>
                  <a:cubicBezTo>
                    <a:pt x="68" y="2123"/>
                    <a:pt x="69" y="2124"/>
                    <a:pt x="70" y="2124"/>
                  </a:cubicBezTo>
                  <a:cubicBezTo>
                    <a:pt x="122" y="2124"/>
                    <a:pt x="668" y="867"/>
                    <a:pt x="635" y="719"/>
                  </a:cubicBezTo>
                  <a:cubicBezTo>
                    <a:pt x="585" y="468"/>
                    <a:pt x="518" y="234"/>
                    <a:pt x="418" y="17"/>
                  </a:cubicBezTo>
                  <a:lnTo>
                    <a:pt x="11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1" name="Google Shape;2131;p67"/>
            <p:cNvSpPr/>
            <p:nvPr/>
          </p:nvSpPr>
          <p:spPr>
            <a:xfrm>
              <a:off x="4400342" y="1741788"/>
              <a:ext cx="315584" cy="521281"/>
            </a:xfrm>
            <a:custGeom>
              <a:avLst/>
              <a:gdLst/>
              <a:ahLst/>
              <a:cxnLst/>
              <a:rect l="l" t="t" r="r" b="b"/>
              <a:pathLst>
                <a:path w="9842" h="16257" extrusionOk="0">
                  <a:moveTo>
                    <a:pt x="7064" y="1"/>
                  </a:moveTo>
                  <a:cubicBezTo>
                    <a:pt x="6407" y="1"/>
                    <a:pt x="5728" y="213"/>
                    <a:pt x="5163" y="500"/>
                  </a:cubicBezTo>
                  <a:cubicBezTo>
                    <a:pt x="4261" y="951"/>
                    <a:pt x="3526" y="1687"/>
                    <a:pt x="3075" y="2606"/>
                  </a:cubicBezTo>
                  <a:cubicBezTo>
                    <a:pt x="3008" y="2422"/>
                    <a:pt x="2958" y="2205"/>
                    <a:pt x="2874" y="2037"/>
                  </a:cubicBezTo>
                  <a:cubicBezTo>
                    <a:pt x="2807" y="1887"/>
                    <a:pt x="2690" y="1787"/>
                    <a:pt x="2624" y="1653"/>
                  </a:cubicBezTo>
                  <a:cubicBezTo>
                    <a:pt x="2438" y="1401"/>
                    <a:pt x="2148" y="1255"/>
                    <a:pt x="1844" y="1255"/>
                  </a:cubicBezTo>
                  <a:cubicBezTo>
                    <a:pt x="1764" y="1255"/>
                    <a:pt x="1684" y="1265"/>
                    <a:pt x="1604" y="1286"/>
                  </a:cubicBezTo>
                  <a:cubicBezTo>
                    <a:pt x="836" y="1469"/>
                    <a:pt x="1253" y="3692"/>
                    <a:pt x="1721" y="3942"/>
                  </a:cubicBezTo>
                  <a:cubicBezTo>
                    <a:pt x="1934" y="4056"/>
                    <a:pt x="2109" y="4087"/>
                    <a:pt x="2236" y="4087"/>
                  </a:cubicBezTo>
                  <a:cubicBezTo>
                    <a:pt x="2389" y="4087"/>
                    <a:pt x="2473" y="4042"/>
                    <a:pt x="2473" y="4042"/>
                  </a:cubicBezTo>
                  <a:lnTo>
                    <a:pt x="2473" y="4042"/>
                  </a:lnTo>
                  <a:cubicBezTo>
                    <a:pt x="2473" y="4043"/>
                    <a:pt x="2791" y="7802"/>
                    <a:pt x="2457" y="8821"/>
                  </a:cubicBezTo>
                  <a:cubicBezTo>
                    <a:pt x="2106" y="9840"/>
                    <a:pt x="1070" y="10425"/>
                    <a:pt x="0" y="10776"/>
                  </a:cubicBezTo>
                  <a:cubicBezTo>
                    <a:pt x="953" y="12514"/>
                    <a:pt x="4127" y="15688"/>
                    <a:pt x="5548" y="16256"/>
                  </a:cubicBezTo>
                  <a:cubicBezTo>
                    <a:pt x="6600" y="15989"/>
                    <a:pt x="7686" y="10793"/>
                    <a:pt x="7686" y="10793"/>
                  </a:cubicBezTo>
                  <a:cubicBezTo>
                    <a:pt x="7686" y="10793"/>
                    <a:pt x="6700" y="10642"/>
                    <a:pt x="6333" y="10241"/>
                  </a:cubicBezTo>
                  <a:cubicBezTo>
                    <a:pt x="5965" y="9807"/>
                    <a:pt x="5765" y="9256"/>
                    <a:pt x="5815" y="8687"/>
                  </a:cubicBezTo>
                  <a:cubicBezTo>
                    <a:pt x="5831" y="8441"/>
                    <a:pt x="5880" y="6965"/>
                    <a:pt x="6534" y="6965"/>
                  </a:cubicBezTo>
                  <a:cubicBezTo>
                    <a:pt x="6545" y="6965"/>
                    <a:pt x="6556" y="6966"/>
                    <a:pt x="6567" y="6966"/>
                  </a:cubicBezTo>
                  <a:cubicBezTo>
                    <a:pt x="6650" y="6966"/>
                    <a:pt x="6751" y="6983"/>
                    <a:pt x="6834" y="7000"/>
                  </a:cubicBezTo>
                  <a:cubicBezTo>
                    <a:pt x="7159" y="7057"/>
                    <a:pt x="7461" y="7085"/>
                    <a:pt x="7730" y="7085"/>
                  </a:cubicBezTo>
                  <a:cubicBezTo>
                    <a:pt x="8251" y="7085"/>
                    <a:pt x="8652" y="6981"/>
                    <a:pt x="8873" y="6783"/>
                  </a:cubicBezTo>
                  <a:cubicBezTo>
                    <a:pt x="9107" y="6599"/>
                    <a:pt x="9223" y="5580"/>
                    <a:pt x="9223" y="4911"/>
                  </a:cubicBezTo>
                  <a:cubicBezTo>
                    <a:pt x="9223" y="4276"/>
                    <a:pt x="9825" y="4226"/>
                    <a:pt x="9825" y="3992"/>
                  </a:cubicBezTo>
                  <a:cubicBezTo>
                    <a:pt x="9842" y="3708"/>
                    <a:pt x="9441" y="3541"/>
                    <a:pt x="9324" y="3307"/>
                  </a:cubicBezTo>
                  <a:cubicBezTo>
                    <a:pt x="8923" y="2422"/>
                    <a:pt x="9407" y="1402"/>
                    <a:pt x="8672" y="617"/>
                  </a:cubicBezTo>
                  <a:cubicBezTo>
                    <a:pt x="8555" y="484"/>
                    <a:pt x="8405" y="367"/>
                    <a:pt x="8238" y="283"/>
                  </a:cubicBezTo>
                  <a:cubicBezTo>
                    <a:pt x="7877" y="84"/>
                    <a:pt x="7475" y="1"/>
                    <a:pt x="7064"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2" name="Google Shape;2132;p67"/>
            <p:cNvSpPr/>
            <p:nvPr/>
          </p:nvSpPr>
          <p:spPr>
            <a:xfrm>
              <a:off x="4400342" y="1849976"/>
              <a:ext cx="246484" cy="413093"/>
            </a:xfrm>
            <a:custGeom>
              <a:avLst/>
              <a:gdLst/>
              <a:ahLst/>
              <a:cxnLst/>
              <a:rect l="l" t="t" r="r" b="b"/>
              <a:pathLst>
                <a:path w="7687" h="12883" extrusionOk="0">
                  <a:moveTo>
                    <a:pt x="2941" y="0"/>
                  </a:moveTo>
                  <a:cubicBezTo>
                    <a:pt x="2841" y="568"/>
                    <a:pt x="2473" y="668"/>
                    <a:pt x="2473" y="668"/>
                  </a:cubicBezTo>
                  <a:cubicBezTo>
                    <a:pt x="2473" y="668"/>
                    <a:pt x="2791" y="4428"/>
                    <a:pt x="2457" y="5447"/>
                  </a:cubicBezTo>
                  <a:cubicBezTo>
                    <a:pt x="2106" y="6466"/>
                    <a:pt x="1070" y="7051"/>
                    <a:pt x="0" y="7402"/>
                  </a:cubicBezTo>
                  <a:cubicBezTo>
                    <a:pt x="953" y="9140"/>
                    <a:pt x="4127" y="12314"/>
                    <a:pt x="5548" y="12882"/>
                  </a:cubicBezTo>
                  <a:cubicBezTo>
                    <a:pt x="6600" y="12615"/>
                    <a:pt x="7686" y="7419"/>
                    <a:pt x="7686" y="7419"/>
                  </a:cubicBezTo>
                  <a:cubicBezTo>
                    <a:pt x="7686" y="7419"/>
                    <a:pt x="6700" y="7268"/>
                    <a:pt x="6333" y="6867"/>
                  </a:cubicBezTo>
                  <a:cubicBezTo>
                    <a:pt x="5965" y="6433"/>
                    <a:pt x="5765" y="5882"/>
                    <a:pt x="5815" y="5313"/>
                  </a:cubicBezTo>
                  <a:cubicBezTo>
                    <a:pt x="5831" y="5067"/>
                    <a:pt x="5880" y="3591"/>
                    <a:pt x="6534" y="3591"/>
                  </a:cubicBezTo>
                  <a:cubicBezTo>
                    <a:pt x="6545" y="3591"/>
                    <a:pt x="6556" y="3592"/>
                    <a:pt x="6567" y="3592"/>
                  </a:cubicBezTo>
                  <a:cubicBezTo>
                    <a:pt x="5815" y="3459"/>
                    <a:pt x="3827" y="2924"/>
                    <a:pt x="3108" y="702"/>
                  </a:cubicBezTo>
                  <a:cubicBezTo>
                    <a:pt x="3075" y="535"/>
                    <a:pt x="3008" y="334"/>
                    <a:pt x="2941"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3" name="Google Shape;2133;p67"/>
            <p:cNvSpPr/>
            <p:nvPr/>
          </p:nvSpPr>
          <p:spPr>
            <a:xfrm>
              <a:off x="4452319" y="1797485"/>
              <a:ext cx="34310" cy="56274"/>
            </a:xfrm>
            <a:custGeom>
              <a:avLst/>
              <a:gdLst/>
              <a:ahLst/>
              <a:cxnLst/>
              <a:rect l="l" t="t" r="r" b="b"/>
              <a:pathLst>
                <a:path w="1070" h="1755" extrusionOk="0">
                  <a:moveTo>
                    <a:pt x="241" y="1"/>
                  </a:moveTo>
                  <a:cubicBezTo>
                    <a:pt x="85" y="1"/>
                    <a:pt x="0" y="100"/>
                    <a:pt x="0" y="100"/>
                  </a:cubicBezTo>
                  <a:cubicBezTo>
                    <a:pt x="6" y="100"/>
                    <a:pt x="12" y="100"/>
                    <a:pt x="18" y="100"/>
                  </a:cubicBezTo>
                  <a:cubicBezTo>
                    <a:pt x="553" y="100"/>
                    <a:pt x="635" y="835"/>
                    <a:pt x="635" y="835"/>
                  </a:cubicBezTo>
                  <a:cubicBezTo>
                    <a:pt x="551" y="835"/>
                    <a:pt x="485" y="852"/>
                    <a:pt x="418" y="869"/>
                  </a:cubicBezTo>
                  <a:cubicBezTo>
                    <a:pt x="84" y="952"/>
                    <a:pt x="117" y="1754"/>
                    <a:pt x="602" y="1754"/>
                  </a:cubicBezTo>
                  <a:cubicBezTo>
                    <a:pt x="1069" y="1754"/>
                    <a:pt x="1003" y="468"/>
                    <a:pt x="551" y="117"/>
                  </a:cubicBezTo>
                  <a:cubicBezTo>
                    <a:pt x="429" y="29"/>
                    <a:pt x="325" y="1"/>
                    <a:pt x="241"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4" name="Google Shape;2134;p67"/>
            <p:cNvSpPr/>
            <p:nvPr/>
          </p:nvSpPr>
          <p:spPr>
            <a:xfrm>
              <a:off x="4629093" y="1781581"/>
              <a:ext cx="42358" cy="21259"/>
            </a:xfrm>
            <a:custGeom>
              <a:avLst/>
              <a:gdLst/>
              <a:ahLst/>
              <a:cxnLst/>
              <a:rect l="l" t="t" r="r" b="b"/>
              <a:pathLst>
                <a:path w="1321" h="663" extrusionOk="0">
                  <a:moveTo>
                    <a:pt x="647" y="1"/>
                  </a:moveTo>
                  <a:cubicBezTo>
                    <a:pt x="363" y="1"/>
                    <a:pt x="85" y="184"/>
                    <a:pt x="1" y="663"/>
                  </a:cubicBezTo>
                  <a:cubicBezTo>
                    <a:pt x="300" y="488"/>
                    <a:pt x="637" y="397"/>
                    <a:pt x="976" y="397"/>
                  </a:cubicBezTo>
                  <a:cubicBezTo>
                    <a:pt x="1091" y="397"/>
                    <a:pt x="1207" y="408"/>
                    <a:pt x="1321" y="429"/>
                  </a:cubicBezTo>
                  <a:cubicBezTo>
                    <a:pt x="1213" y="180"/>
                    <a:pt x="927" y="1"/>
                    <a:pt x="647" y="1"/>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5" name="Google Shape;2135;p67"/>
            <p:cNvSpPr/>
            <p:nvPr/>
          </p:nvSpPr>
          <p:spPr>
            <a:xfrm>
              <a:off x="4639835" y="1816211"/>
              <a:ext cx="25203" cy="24690"/>
            </a:xfrm>
            <a:custGeom>
              <a:avLst/>
              <a:gdLst/>
              <a:ahLst/>
              <a:cxnLst/>
              <a:rect l="l" t="t" r="r" b="b"/>
              <a:pathLst>
                <a:path w="786" h="770" extrusionOk="0">
                  <a:moveTo>
                    <a:pt x="401" y="0"/>
                  </a:moveTo>
                  <a:cubicBezTo>
                    <a:pt x="334" y="0"/>
                    <a:pt x="267" y="17"/>
                    <a:pt x="201" y="51"/>
                  </a:cubicBezTo>
                  <a:lnTo>
                    <a:pt x="117" y="117"/>
                  </a:lnTo>
                  <a:cubicBezTo>
                    <a:pt x="67" y="151"/>
                    <a:pt x="33" y="218"/>
                    <a:pt x="17" y="285"/>
                  </a:cubicBezTo>
                  <a:cubicBezTo>
                    <a:pt x="17" y="318"/>
                    <a:pt x="0" y="351"/>
                    <a:pt x="0" y="385"/>
                  </a:cubicBezTo>
                  <a:cubicBezTo>
                    <a:pt x="0" y="435"/>
                    <a:pt x="17" y="485"/>
                    <a:pt x="33" y="518"/>
                  </a:cubicBezTo>
                  <a:cubicBezTo>
                    <a:pt x="84" y="669"/>
                    <a:pt x="217" y="769"/>
                    <a:pt x="384" y="769"/>
                  </a:cubicBezTo>
                  <a:cubicBezTo>
                    <a:pt x="451" y="769"/>
                    <a:pt x="518" y="752"/>
                    <a:pt x="568" y="719"/>
                  </a:cubicBezTo>
                  <a:cubicBezTo>
                    <a:pt x="602" y="702"/>
                    <a:pt x="635" y="686"/>
                    <a:pt x="652" y="669"/>
                  </a:cubicBezTo>
                  <a:cubicBezTo>
                    <a:pt x="702" y="619"/>
                    <a:pt x="735" y="552"/>
                    <a:pt x="769" y="485"/>
                  </a:cubicBezTo>
                  <a:cubicBezTo>
                    <a:pt x="769" y="452"/>
                    <a:pt x="769" y="418"/>
                    <a:pt x="769" y="401"/>
                  </a:cubicBezTo>
                  <a:cubicBezTo>
                    <a:pt x="785" y="351"/>
                    <a:pt x="769" y="301"/>
                    <a:pt x="752" y="251"/>
                  </a:cubicBezTo>
                  <a:cubicBezTo>
                    <a:pt x="702" y="101"/>
                    <a:pt x="551" y="0"/>
                    <a:pt x="40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6" name="Google Shape;2136;p67"/>
            <p:cNvSpPr/>
            <p:nvPr/>
          </p:nvSpPr>
          <p:spPr>
            <a:xfrm>
              <a:off x="4539632" y="1869792"/>
              <a:ext cx="175748" cy="111266"/>
            </a:xfrm>
            <a:custGeom>
              <a:avLst/>
              <a:gdLst/>
              <a:ahLst/>
              <a:cxnLst/>
              <a:rect l="l" t="t" r="r" b="b"/>
              <a:pathLst>
                <a:path w="5481" h="3470" extrusionOk="0">
                  <a:moveTo>
                    <a:pt x="5481" y="0"/>
                  </a:moveTo>
                  <a:lnTo>
                    <a:pt x="5481" y="0"/>
                  </a:lnTo>
                  <a:cubicBezTo>
                    <a:pt x="5481" y="0"/>
                    <a:pt x="368" y="184"/>
                    <a:pt x="201" y="552"/>
                  </a:cubicBezTo>
                  <a:cubicBezTo>
                    <a:pt x="51" y="919"/>
                    <a:pt x="1" y="2390"/>
                    <a:pt x="368" y="2690"/>
                  </a:cubicBezTo>
                  <a:cubicBezTo>
                    <a:pt x="635" y="2921"/>
                    <a:pt x="2148" y="3470"/>
                    <a:pt x="3377" y="3470"/>
                  </a:cubicBezTo>
                  <a:cubicBezTo>
                    <a:pt x="3839" y="3470"/>
                    <a:pt x="4261" y="3392"/>
                    <a:pt x="4562" y="3192"/>
                  </a:cubicBezTo>
                  <a:cubicBezTo>
                    <a:pt x="5180" y="2774"/>
                    <a:pt x="5481" y="0"/>
                    <a:pt x="548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7" name="Google Shape;2137;p67"/>
            <p:cNvSpPr/>
            <p:nvPr/>
          </p:nvSpPr>
          <p:spPr>
            <a:xfrm>
              <a:off x="4488200" y="1736882"/>
              <a:ext cx="210603" cy="88467"/>
            </a:xfrm>
            <a:custGeom>
              <a:avLst/>
              <a:gdLst/>
              <a:ahLst/>
              <a:cxnLst/>
              <a:rect l="l" t="t" r="r" b="b"/>
              <a:pathLst>
                <a:path w="6568" h="2759" extrusionOk="0">
                  <a:moveTo>
                    <a:pt x="4031" y="1"/>
                  </a:moveTo>
                  <a:cubicBezTo>
                    <a:pt x="3997" y="1"/>
                    <a:pt x="3962" y="1"/>
                    <a:pt x="3927" y="2"/>
                  </a:cubicBezTo>
                  <a:cubicBezTo>
                    <a:pt x="1705" y="68"/>
                    <a:pt x="1" y="1940"/>
                    <a:pt x="1" y="1940"/>
                  </a:cubicBezTo>
                  <a:cubicBezTo>
                    <a:pt x="67" y="2241"/>
                    <a:pt x="168" y="2508"/>
                    <a:pt x="335" y="2759"/>
                  </a:cubicBezTo>
                  <a:cubicBezTo>
                    <a:pt x="1605" y="1472"/>
                    <a:pt x="3125" y="820"/>
                    <a:pt x="4495" y="770"/>
                  </a:cubicBezTo>
                  <a:cubicBezTo>
                    <a:pt x="4527" y="769"/>
                    <a:pt x="4559" y="769"/>
                    <a:pt x="4590" y="769"/>
                  </a:cubicBezTo>
                  <a:cubicBezTo>
                    <a:pt x="5904" y="769"/>
                    <a:pt x="6367" y="1439"/>
                    <a:pt x="6367" y="1439"/>
                  </a:cubicBezTo>
                  <a:cubicBezTo>
                    <a:pt x="6567" y="1104"/>
                    <a:pt x="6467" y="670"/>
                    <a:pt x="6133" y="469"/>
                  </a:cubicBezTo>
                  <a:cubicBezTo>
                    <a:pt x="5728" y="243"/>
                    <a:pt x="5073" y="1"/>
                    <a:pt x="4031" y="1"/>
                  </a:cubicBezTo>
                  <a:close/>
                </a:path>
              </a:pathLst>
            </a:custGeom>
            <a:solidFill>
              <a:srgbClr val="EAF1FA"/>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8" name="Google Shape;2138;p67"/>
            <p:cNvSpPr/>
            <p:nvPr/>
          </p:nvSpPr>
          <p:spPr>
            <a:xfrm>
              <a:off x="4494549" y="1808131"/>
              <a:ext cx="75128" cy="87954"/>
            </a:xfrm>
            <a:custGeom>
              <a:avLst/>
              <a:gdLst/>
              <a:ahLst/>
              <a:cxnLst/>
              <a:rect l="l" t="t" r="r" b="b"/>
              <a:pathLst>
                <a:path w="2343" h="2743" extrusionOk="0">
                  <a:moveTo>
                    <a:pt x="218" y="0"/>
                  </a:moveTo>
                  <a:cubicBezTo>
                    <a:pt x="94" y="0"/>
                    <a:pt x="0" y="150"/>
                    <a:pt x="53" y="269"/>
                  </a:cubicBezTo>
                  <a:cubicBezTo>
                    <a:pt x="204" y="520"/>
                    <a:pt x="371" y="737"/>
                    <a:pt x="571" y="954"/>
                  </a:cubicBezTo>
                  <a:cubicBezTo>
                    <a:pt x="755" y="1171"/>
                    <a:pt x="939" y="1389"/>
                    <a:pt x="1106" y="1623"/>
                  </a:cubicBezTo>
                  <a:cubicBezTo>
                    <a:pt x="1306" y="1856"/>
                    <a:pt x="1507" y="2090"/>
                    <a:pt x="1707" y="2324"/>
                  </a:cubicBezTo>
                  <a:cubicBezTo>
                    <a:pt x="1841" y="2508"/>
                    <a:pt x="1958" y="2725"/>
                    <a:pt x="2209" y="2742"/>
                  </a:cubicBezTo>
                  <a:cubicBezTo>
                    <a:pt x="2259" y="2742"/>
                    <a:pt x="2309" y="2692"/>
                    <a:pt x="2309" y="2642"/>
                  </a:cubicBezTo>
                  <a:cubicBezTo>
                    <a:pt x="2342" y="2408"/>
                    <a:pt x="2142" y="2224"/>
                    <a:pt x="1991" y="2040"/>
                  </a:cubicBezTo>
                  <a:cubicBezTo>
                    <a:pt x="1824" y="1823"/>
                    <a:pt x="1640" y="1606"/>
                    <a:pt x="1457" y="1389"/>
                  </a:cubicBezTo>
                  <a:cubicBezTo>
                    <a:pt x="1273" y="1155"/>
                    <a:pt x="1072" y="921"/>
                    <a:pt x="889" y="687"/>
                  </a:cubicBezTo>
                  <a:cubicBezTo>
                    <a:pt x="722" y="436"/>
                    <a:pt x="521" y="219"/>
                    <a:pt x="321" y="35"/>
                  </a:cubicBezTo>
                  <a:cubicBezTo>
                    <a:pt x="285" y="11"/>
                    <a:pt x="250" y="0"/>
                    <a:pt x="21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39" name="Google Shape;2139;p67"/>
            <p:cNvSpPr/>
            <p:nvPr/>
          </p:nvSpPr>
          <p:spPr>
            <a:xfrm>
              <a:off x="4491727" y="1850456"/>
              <a:ext cx="95458" cy="89045"/>
            </a:xfrm>
            <a:custGeom>
              <a:avLst/>
              <a:gdLst/>
              <a:ahLst/>
              <a:cxnLst/>
              <a:rect l="l" t="t" r="r" b="b"/>
              <a:pathLst>
                <a:path w="2977" h="2777" extrusionOk="0">
                  <a:moveTo>
                    <a:pt x="168" y="1"/>
                  </a:moveTo>
                  <a:cubicBezTo>
                    <a:pt x="83" y="1"/>
                    <a:pt x="1" y="81"/>
                    <a:pt x="24" y="186"/>
                  </a:cubicBezTo>
                  <a:cubicBezTo>
                    <a:pt x="58" y="470"/>
                    <a:pt x="308" y="754"/>
                    <a:pt x="475" y="988"/>
                  </a:cubicBezTo>
                  <a:cubicBezTo>
                    <a:pt x="659" y="1238"/>
                    <a:pt x="876" y="1489"/>
                    <a:pt x="1110" y="1706"/>
                  </a:cubicBezTo>
                  <a:cubicBezTo>
                    <a:pt x="1561" y="2174"/>
                    <a:pt x="2129" y="2542"/>
                    <a:pt x="2748" y="2759"/>
                  </a:cubicBezTo>
                  <a:cubicBezTo>
                    <a:pt x="2770" y="2771"/>
                    <a:pt x="2791" y="2777"/>
                    <a:pt x="2811" y="2777"/>
                  </a:cubicBezTo>
                  <a:cubicBezTo>
                    <a:pt x="2922" y="2777"/>
                    <a:pt x="2976" y="2598"/>
                    <a:pt x="2848" y="2542"/>
                  </a:cubicBezTo>
                  <a:cubicBezTo>
                    <a:pt x="2313" y="2224"/>
                    <a:pt x="1812" y="1873"/>
                    <a:pt x="1344" y="1455"/>
                  </a:cubicBezTo>
                  <a:cubicBezTo>
                    <a:pt x="1144" y="1238"/>
                    <a:pt x="943" y="1021"/>
                    <a:pt x="776" y="787"/>
                  </a:cubicBezTo>
                  <a:cubicBezTo>
                    <a:pt x="592" y="553"/>
                    <a:pt x="475" y="252"/>
                    <a:pt x="275" y="52"/>
                  </a:cubicBezTo>
                  <a:cubicBezTo>
                    <a:pt x="244" y="16"/>
                    <a:pt x="206" y="1"/>
                    <a:pt x="168"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0" name="Google Shape;2140;p67"/>
            <p:cNvSpPr/>
            <p:nvPr/>
          </p:nvSpPr>
          <p:spPr>
            <a:xfrm>
              <a:off x="4901261" y="2720027"/>
              <a:ext cx="37003" cy="109342"/>
            </a:xfrm>
            <a:custGeom>
              <a:avLst/>
              <a:gdLst/>
              <a:ahLst/>
              <a:cxnLst/>
              <a:rect l="l" t="t" r="r" b="b"/>
              <a:pathLst>
                <a:path w="1154" h="3410" extrusionOk="0">
                  <a:moveTo>
                    <a:pt x="1" y="1"/>
                  </a:moveTo>
                  <a:lnTo>
                    <a:pt x="519" y="3409"/>
                  </a:lnTo>
                  <a:lnTo>
                    <a:pt x="1154" y="3225"/>
                  </a:lnTo>
                  <a:lnTo>
                    <a:pt x="970" y="185"/>
                  </a:lnTo>
                  <a:lnTo>
                    <a:pt x="1"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1" name="Google Shape;2141;p67"/>
            <p:cNvSpPr/>
            <p:nvPr/>
          </p:nvSpPr>
          <p:spPr>
            <a:xfrm>
              <a:off x="4971997" y="2816992"/>
              <a:ext cx="59513" cy="32738"/>
            </a:xfrm>
            <a:custGeom>
              <a:avLst/>
              <a:gdLst/>
              <a:ahLst/>
              <a:cxnLst/>
              <a:rect l="l" t="t" r="r" b="b"/>
              <a:pathLst>
                <a:path w="1856" h="1021" extrusionOk="0">
                  <a:moveTo>
                    <a:pt x="0" y="1"/>
                  </a:moveTo>
                  <a:cubicBezTo>
                    <a:pt x="0" y="1"/>
                    <a:pt x="619" y="619"/>
                    <a:pt x="1137" y="1020"/>
                  </a:cubicBezTo>
                  <a:cubicBezTo>
                    <a:pt x="1387" y="937"/>
                    <a:pt x="1621" y="820"/>
                    <a:pt x="1855" y="686"/>
                  </a:cubicBezTo>
                  <a:lnTo>
                    <a:pt x="0"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2" name="Google Shape;2142;p67"/>
            <p:cNvSpPr/>
            <p:nvPr/>
          </p:nvSpPr>
          <p:spPr>
            <a:xfrm>
              <a:off x="5031477" y="2812727"/>
              <a:ext cx="53068" cy="24658"/>
            </a:xfrm>
            <a:custGeom>
              <a:avLst/>
              <a:gdLst/>
              <a:ahLst/>
              <a:cxnLst/>
              <a:rect l="l" t="t" r="r" b="b"/>
              <a:pathLst>
                <a:path w="1655" h="769" extrusionOk="0">
                  <a:moveTo>
                    <a:pt x="0" y="0"/>
                  </a:moveTo>
                  <a:lnTo>
                    <a:pt x="1220" y="769"/>
                  </a:lnTo>
                  <a:cubicBezTo>
                    <a:pt x="1454" y="619"/>
                    <a:pt x="1654" y="518"/>
                    <a:pt x="1654" y="518"/>
                  </a:cubicBezTo>
                  <a:lnTo>
                    <a:pt x="0"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3" name="Google Shape;2143;p67"/>
            <p:cNvSpPr/>
            <p:nvPr/>
          </p:nvSpPr>
          <p:spPr>
            <a:xfrm>
              <a:off x="4961287" y="2189640"/>
              <a:ext cx="100203" cy="94784"/>
            </a:xfrm>
            <a:custGeom>
              <a:avLst/>
              <a:gdLst/>
              <a:ahLst/>
              <a:cxnLst/>
              <a:rect l="l" t="t" r="r" b="b"/>
              <a:pathLst>
                <a:path w="3125" h="2956" extrusionOk="0">
                  <a:moveTo>
                    <a:pt x="2573" y="0"/>
                  </a:moveTo>
                  <a:lnTo>
                    <a:pt x="1805" y="1136"/>
                  </a:lnTo>
                  <a:cubicBezTo>
                    <a:pt x="1805" y="1136"/>
                    <a:pt x="0" y="2339"/>
                    <a:pt x="50" y="2557"/>
                  </a:cubicBezTo>
                  <a:cubicBezTo>
                    <a:pt x="95" y="2712"/>
                    <a:pt x="455" y="2955"/>
                    <a:pt x="942" y="2955"/>
                  </a:cubicBezTo>
                  <a:cubicBezTo>
                    <a:pt x="1188" y="2955"/>
                    <a:pt x="1468" y="2893"/>
                    <a:pt x="1755" y="2724"/>
                  </a:cubicBezTo>
                  <a:cubicBezTo>
                    <a:pt x="2607" y="2239"/>
                    <a:pt x="3125" y="919"/>
                    <a:pt x="3125" y="919"/>
                  </a:cubicBezTo>
                  <a:lnTo>
                    <a:pt x="2573"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4" name="Google Shape;2144;p67"/>
            <p:cNvSpPr/>
            <p:nvPr/>
          </p:nvSpPr>
          <p:spPr>
            <a:xfrm>
              <a:off x="5029329" y="2171459"/>
              <a:ext cx="133422" cy="99113"/>
            </a:xfrm>
            <a:custGeom>
              <a:avLst/>
              <a:gdLst/>
              <a:ahLst/>
              <a:cxnLst/>
              <a:rect l="l" t="t" r="r" b="b"/>
              <a:pathLst>
                <a:path w="4161" h="3091" extrusionOk="0">
                  <a:moveTo>
                    <a:pt x="361" y="0"/>
                  </a:moveTo>
                  <a:cubicBezTo>
                    <a:pt x="240" y="0"/>
                    <a:pt x="130" y="23"/>
                    <a:pt x="50" y="83"/>
                  </a:cubicBezTo>
                  <a:cubicBezTo>
                    <a:pt x="0" y="133"/>
                    <a:pt x="368" y="2606"/>
                    <a:pt x="485" y="2806"/>
                  </a:cubicBezTo>
                  <a:cubicBezTo>
                    <a:pt x="603" y="2935"/>
                    <a:pt x="763" y="3002"/>
                    <a:pt x="929" y="3002"/>
                  </a:cubicBezTo>
                  <a:cubicBezTo>
                    <a:pt x="1020" y="3002"/>
                    <a:pt x="1114" y="2982"/>
                    <a:pt x="1203" y="2940"/>
                  </a:cubicBezTo>
                  <a:cubicBezTo>
                    <a:pt x="1220" y="2923"/>
                    <a:pt x="1237" y="2906"/>
                    <a:pt x="1253" y="2890"/>
                  </a:cubicBezTo>
                  <a:cubicBezTo>
                    <a:pt x="1337" y="2756"/>
                    <a:pt x="1404" y="2606"/>
                    <a:pt x="1420" y="2455"/>
                  </a:cubicBezTo>
                  <a:cubicBezTo>
                    <a:pt x="1420" y="2455"/>
                    <a:pt x="1890" y="2568"/>
                    <a:pt x="2168" y="2568"/>
                  </a:cubicBezTo>
                  <a:cubicBezTo>
                    <a:pt x="2260" y="2568"/>
                    <a:pt x="2331" y="2556"/>
                    <a:pt x="2356" y="2522"/>
                  </a:cubicBezTo>
                  <a:cubicBezTo>
                    <a:pt x="2423" y="2522"/>
                    <a:pt x="2490" y="2539"/>
                    <a:pt x="2557" y="2539"/>
                  </a:cubicBezTo>
                  <a:cubicBezTo>
                    <a:pt x="2591" y="2546"/>
                    <a:pt x="2626" y="2549"/>
                    <a:pt x="2661" y="2549"/>
                  </a:cubicBezTo>
                  <a:cubicBezTo>
                    <a:pt x="2792" y="2549"/>
                    <a:pt x="2919" y="2501"/>
                    <a:pt x="3024" y="2422"/>
                  </a:cubicBezTo>
                  <a:cubicBezTo>
                    <a:pt x="3141" y="2288"/>
                    <a:pt x="3292" y="2104"/>
                    <a:pt x="3292" y="2104"/>
                  </a:cubicBezTo>
                  <a:lnTo>
                    <a:pt x="3292" y="2121"/>
                  </a:lnTo>
                  <a:cubicBezTo>
                    <a:pt x="3275" y="2171"/>
                    <a:pt x="3141" y="2806"/>
                    <a:pt x="3208" y="2906"/>
                  </a:cubicBezTo>
                  <a:cubicBezTo>
                    <a:pt x="3309" y="2990"/>
                    <a:pt x="3425" y="3057"/>
                    <a:pt x="3542" y="3074"/>
                  </a:cubicBezTo>
                  <a:cubicBezTo>
                    <a:pt x="3587" y="3085"/>
                    <a:pt x="3630" y="3090"/>
                    <a:pt x="3671" y="3090"/>
                  </a:cubicBezTo>
                  <a:cubicBezTo>
                    <a:pt x="3754" y="3090"/>
                    <a:pt x="3832" y="3068"/>
                    <a:pt x="3910" y="3023"/>
                  </a:cubicBezTo>
                  <a:cubicBezTo>
                    <a:pt x="4077" y="2873"/>
                    <a:pt x="4161" y="1770"/>
                    <a:pt x="4161" y="1520"/>
                  </a:cubicBezTo>
                  <a:cubicBezTo>
                    <a:pt x="4144" y="1286"/>
                    <a:pt x="4094" y="1052"/>
                    <a:pt x="4010" y="818"/>
                  </a:cubicBezTo>
                  <a:lnTo>
                    <a:pt x="3559" y="801"/>
                  </a:lnTo>
                  <a:lnTo>
                    <a:pt x="3258" y="785"/>
                  </a:lnTo>
                  <a:cubicBezTo>
                    <a:pt x="3258" y="785"/>
                    <a:pt x="3158" y="400"/>
                    <a:pt x="3058" y="350"/>
                  </a:cubicBezTo>
                  <a:cubicBezTo>
                    <a:pt x="2932" y="340"/>
                    <a:pt x="2807" y="331"/>
                    <a:pt x="2682" y="331"/>
                  </a:cubicBezTo>
                  <a:cubicBezTo>
                    <a:pt x="2590" y="331"/>
                    <a:pt x="2498" y="336"/>
                    <a:pt x="2406" y="350"/>
                  </a:cubicBezTo>
                  <a:cubicBezTo>
                    <a:pt x="2406" y="350"/>
                    <a:pt x="2221" y="8"/>
                    <a:pt x="2009" y="8"/>
                  </a:cubicBezTo>
                  <a:cubicBezTo>
                    <a:pt x="1991" y="8"/>
                    <a:pt x="1973" y="11"/>
                    <a:pt x="1955" y="16"/>
                  </a:cubicBezTo>
                  <a:cubicBezTo>
                    <a:pt x="1738" y="66"/>
                    <a:pt x="1253" y="233"/>
                    <a:pt x="1253" y="233"/>
                  </a:cubicBezTo>
                  <a:cubicBezTo>
                    <a:pt x="1253" y="233"/>
                    <a:pt x="749" y="0"/>
                    <a:pt x="361"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5" name="Google Shape;2145;p67"/>
            <p:cNvSpPr/>
            <p:nvPr/>
          </p:nvSpPr>
          <p:spPr>
            <a:xfrm>
              <a:off x="5063606" y="2200895"/>
              <a:ext cx="11287" cy="63232"/>
            </a:xfrm>
            <a:custGeom>
              <a:avLst/>
              <a:gdLst/>
              <a:ahLst/>
              <a:cxnLst/>
              <a:rect l="l" t="t" r="r" b="b"/>
              <a:pathLst>
                <a:path w="352" h="1972" extrusionOk="0">
                  <a:moveTo>
                    <a:pt x="201" y="0"/>
                  </a:moveTo>
                  <a:cubicBezTo>
                    <a:pt x="51" y="351"/>
                    <a:pt x="1" y="719"/>
                    <a:pt x="51" y="1086"/>
                  </a:cubicBezTo>
                  <a:cubicBezTo>
                    <a:pt x="67" y="1471"/>
                    <a:pt x="168" y="1771"/>
                    <a:pt x="184" y="1972"/>
                  </a:cubicBezTo>
                  <a:cubicBezTo>
                    <a:pt x="268" y="1838"/>
                    <a:pt x="335" y="1688"/>
                    <a:pt x="351" y="1537"/>
                  </a:cubicBezTo>
                  <a:lnTo>
                    <a:pt x="201"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6" name="Google Shape;2146;p67"/>
            <p:cNvSpPr/>
            <p:nvPr/>
          </p:nvSpPr>
          <p:spPr>
            <a:xfrm>
              <a:off x="5104874" y="2200350"/>
              <a:ext cx="17155" cy="52522"/>
            </a:xfrm>
            <a:custGeom>
              <a:avLst/>
              <a:gdLst/>
              <a:ahLst/>
              <a:cxnLst/>
              <a:rect l="l" t="t" r="r" b="b"/>
              <a:pathLst>
                <a:path w="535" h="1638" extrusionOk="0">
                  <a:moveTo>
                    <a:pt x="17" y="0"/>
                  </a:moveTo>
                  <a:lnTo>
                    <a:pt x="17" y="0"/>
                  </a:lnTo>
                  <a:cubicBezTo>
                    <a:pt x="34" y="569"/>
                    <a:pt x="0" y="1621"/>
                    <a:pt x="0" y="1621"/>
                  </a:cubicBezTo>
                  <a:cubicBezTo>
                    <a:pt x="67" y="1621"/>
                    <a:pt x="134" y="1638"/>
                    <a:pt x="201" y="1638"/>
                  </a:cubicBezTo>
                  <a:cubicBezTo>
                    <a:pt x="535" y="853"/>
                    <a:pt x="251" y="518"/>
                    <a:pt x="17" y="0"/>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47" name="Google Shape;2147;p67"/>
            <p:cNvSpPr/>
            <p:nvPr/>
          </p:nvSpPr>
          <p:spPr>
            <a:xfrm>
              <a:off x="5130045" y="2196598"/>
              <a:ext cx="21451" cy="68106"/>
            </a:xfrm>
            <a:custGeom>
              <a:avLst/>
              <a:gdLst/>
              <a:ahLst/>
              <a:cxnLst/>
              <a:rect l="l" t="t" r="r" b="b"/>
              <a:pathLst>
                <a:path w="669" h="2124" extrusionOk="0">
                  <a:moveTo>
                    <a:pt x="117" y="1"/>
                  </a:moveTo>
                  <a:lnTo>
                    <a:pt x="117" y="1"/>
                  </a:lnTo>
                  <a:cubicBezTo>
                    <a:pt x="117" y="1"/>
                    <a:pt x="368" y="619"/>
                    <a:pt x="318" y="869"/>
                  </a:cubicBezTo>
                  <a:cubicBezTo>
                    <a:pt x="284" y="1020"/>
                    <a:pt x="234" y="1187"/>
                    <a:pt x="151" y="1320"/>
                  </a:cubicBezTo>
                  <a:lnTo>
                    <a:pt x="151" y="1337"/>
                  </a:lnTo>
                  <a:cubicBezTo>
                    <a:pt x="134" y="1387"/>
                    <a:pt x="0" y="2022"/>
                    <a:pt x="67" y="2122"/>
                  </a:cubicBezTo>
                  <a:cubicBezTo>
                    <a:pt x="68" y="2123"/>
                    <a:pt x="69" y="2124"/>
                    <a:pt x="70" y="2124"/>
                  </a:cubicBezTo>
                  <a:cubicBezTo>
                    <a:pt x="122" y="2124"/>
                    <a:pt x="668" y="867"/>
                    <a:pt x="635" y="719"/>
                  </a:cubicBezTo>
                  <a:cubicBezTo>
                    <a:pt x="585" y="468"/>
                    <a:pt x="518" y="234"/>
                    <a:pt x="418" y="17"/>
                  </a:cubicBezTo>
                  <a:lnTo>
                    <a:pt x="117"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grpSp>
      <p:sp>
        <p:nvSpPr>
          <p:cNvPr id="2" name="TextBox 1">
            <a:extLst>
              <a:ext uri="{FF2B5EF4-FFF2-40B4-BE49-F238E27FC236}">
                <a16:creationId xmlns:a16="http://schemas.microsoft.com/office/drawing/2014/main" id="{B8E4238F-364E-E1CA-DAF8-5C1A5402B8CF}"/>
              </a:ext>
            </a:extLst>
          </p:cNvPr>
          <p:cNvSpPr txBox="1"/>
          <p:nvPr/>
        </p:nvSpPr>
        <p:spPr>
          <a:xfrm>
            <a:off x="1161168" y="940013"/>
            <a:ext cx="4389120" cy="830997"/>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t>We welcome your Questions and Suggestions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Surgical Nursing Breakthrough by Slidesgo">
  <a:themeElements>
    <a:clrScheme name="Simple Light">
      <a:dk1>
        <a:srgbClr val="113444"/>
      </a:dk1>
      <a:lt1>
        <a:srgbClr val="E5EEF3"/>
      </a:lt1>
      <a:dk2>
        <a:srgbClr val="AAD0D8"/>
      </a:dk2>
      <a:lt2>
        <a:srgbClr val="96C3D6"/>
      </a:lt2>
      <a:accent1>
        <a:srgbClr val="77ACB4"/>
      </a:accent1>
      <a:accent2>
        <a:srgbClr val="38857C"/>
      </a:accent2>
      <a:accent3>
        <a:srgbClr val="224B4A"/>
      </a:accent3>
      <a:accent4>
        <a:srgbClr val="8DA0AA"/>
      </a:accent4>
      <a:accent5>
        <a:srgbClr val="DAD7CF"/>
      </a:accent5>
      <a:accent6>
        <a:srgbClr val="FFFFFF"/>
      </a:accent6>
      <a:hlink>
        <a:srgbClr val="11344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linical Case 06-2025">
  <a:themeElements>
    <a:clrScheme name="Simple Light">
      <a:dk1>
        <a:srgbClr val="4AA276"/>
      </a:dk1>
      <a:lt1>
        <a:srgbClr val="FFFFFF"/>
      </a:lt1>
      <a:dk2>
        <a:srgbClr val="595959"/>
      </a:dk2>
      <a:lt2>
        <a:srgbClr val="EEEEEE"/>
      </a:lt2>
      <a:accent1>
        <a:srgbClr val="62C090"/>
      </a:accent1>
      <a:accent2>
        <a:srgbClr val="F7A68E"/>
      </a:accent2>
      <a:accent3>
        <a:srgbClr val="0A2E4E"/>
      </a:accent3>
      <a:accent4>
        <a:srgbClr val="ED3024"/>
      </a:accent4>
      <a:accent5>
        <a:srgbClr val="D1D1D1"/>
      </a:accent5>
      <a:accent6>
        <a:srgbClr val="F3E0A0"/>
      </a:accent6>
      <a:hlink>
        <a:srgbClr val="4AA27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urgical Nursing Breakthrough by Slidesgo">
  <a:themeElements>
    <a:clrScheme name="Simple Light">
      <a:dk1>
        <a:srgbClr val="113444"/>
      </a:dk1>
      <a:lt1>
        <a:srgbClr val="E5EEF3"/>
      </a:lt1>
      <a:dk2>
        <a:srgbClr val="AAD0D8"/>
      </a:dk2>
      <a:lt2>
        <a:srgbClr val="96C3D6"/>
      </a:lt2>
      <a:accent1>
        <a:srgbClr val="77ACB4"/>
      </a:accent1>
      <a:accent2>
        <a:srgbClr val="38857C"/>
      </a:accent2>
      <a:accent3>
        <a:srgbClr val="224B4A"/>
      </a:accent3>
      <a:accent4>
        <a:srgbClr val="8DA0AA"/>
      </a:accent4>
      <a:accent5>
        <a:srgbClr val="DAD7CF"/>
      </a:accent5>
      <a:accent6>
        <a:srgbClr val="FFFFFF"/>
      </a:accent6>
      <a:hlink>
        <a:srgbClr val="11344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linical Case 06-2025">
  <a:themeElements>
    <a:clrScheme name="Simple Light">
      <a:dk1>
        <a:srgbClr val="4AA276"/>
      </a:dk1>
      <a:lt1>
        <a:srgbClr val="FFFFFF"/>
      </a:lt1>
      <a:dk2>
        <a:srgbClr val="595959"/>
      </a:dk2>
      <a:lt2>
        <a:srgbClr val="EEEEEE"/>
      </a:lt2>
      <a:accent1>
        <a:srgbClr val="62C090"/>
      </a:accent1>
      <a:accent2>
        <a:srgbClr val="F7A68E"/>
      </a:accent2>
      <a:accent3>
        <a:srgbClr val="0A2E4E"/>
      </a:accent3>
      <a:accent4>
        <a:srgbClr val="ED3024"/>
      </a:accent4>
      <a:accent5>
        <a:srgbClr val="D1D1D1"/>
      </a:accent5>
      <a:accent6>
        <a:srgbClr val="F3E0A0"/>
      </a:accent6>
      <a:hlink>
        <a:srgbClr val="4AA27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560</Words>
  <Application>Microsoft Office PowerPoint</Application>
  <PresentationFormat>Widescreen</PresentationFormat>
  <Paragraphs>138</Paragraphs>
  <Slides>17</Slides>
  <Notes>17</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17</vt:i4>
      </vt:variant>
    </vt:vector>
  </HeadingPairs>
  <TitlesOfParts>
    <vt:vector size="33" baseType="lpstr">
      <vt:lpstr>Arial</vt:lpstr>
      <vt:lpstr>Bebas Neue</vt:lpstr>
      <vt:lpstr>Calibri</vt:lpstr>
      <vt:lpstr>Gantari</vt:lpstr>
      <vt:lpstr>Gantari ExtraBold</vt:lpstr>
      <vt:lpstr>Hind</vt:lpstr>
      <vt:lpstr>Hind Siliguri</vt:lpstr>
      <vt:lpstr>Hind Siliguri Medium</vt:lpstr>
      <vt:lpstr>Pompiere</vt:lpstr>
      <vt:lpstr>PT Sans</vt:lpstr>
      <vt:lpstr>Roboto Condensed Light</vt:lpstr>
      <vt:lpstr>Wingdings</vt:lpstr>
      <vt:lpstr>Surgical Nursing Breakthrough by Slidesgo</vt:lpstr>
      <vt:lpstr>Clinical Case 06-2025</vt:lpstr>
      <vt:lpstr>1_Surgical Nursing Breakthrough by Slidesgo</vt:lpstr>
      <vt:lpstr>1_Clinical Case 06-2025</vt:lpstr>
      <vt:lpstr>Health Guard AI Detection System</vt:lpstr>
      <vt:lpstr>Introduction</vt:lpstr>
      <vt:lpstr>Problem Statement</vt:lpstr>
      <vt:lpstr>Objectives</vt:lpstr>
      <vt:lpstr>Proposed Solution</vt:lpstr>
      <vt:lpstr>Methodolgy</vt:lpstr>
      <vt:lpstr>System Architecture</vt:lpstr>
      <vt:lpstr>PowerPoint Presentation</vt:lpstr>
      <vt:lpstr>Interfaces</vt:lpstr>
      <vt:lpstr>Database Design</vt:lpstr>
      <vt:lpstr>Testing Strategies</vt:lpstr>
      <vt:lpstr>Implementation Plan</vt:lpstr>
      <vt:lpstr>Key Features</vt:lpstr>
      <vt:lpstr>Results &amp; Impact</vt:lpstr>
      <vt:lpstr>Conclusion</vt:lpstr>
      <vt:lpstr>Acknowledgement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Chamod Minidu</dc:creator>
  <cp:lastModifiedBy>Chamod Minidu</cp:lastModifiedBy>
  <cp:revision>82</cp:revision>
  <dcterms:created xsi:type="dcterms:W3CDTF">2025-09-25T12:37:59Z</dcterms:created>
  <dcterms:modified xsi:type="dcterms:W3CDTF">2025-09-29T04:02:32Z</dcterms:modified>
</cp:coreProperties>
</file>